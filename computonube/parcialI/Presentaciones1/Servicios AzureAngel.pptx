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A21C-252C-948D-1060-17114BFC5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14DD2-B64C-27E4-20B6-BA688124B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4FA34-0477-27B4-C23E-3708BBFB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62675-D105-56BB-ABD6-86B87BE5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EB13F-ACF2-C4BB-026E-EBB2C2C4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8882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72CC-2DF6-78DF-CCB2-61E85522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72465-27EE-80F7-F1E1-924FE0CCF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BCE54-9287-8D9A-86F6-E0CC958D3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9C94A-3508-B11A-7B57-363A58CE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9BCA7-3CCB-E93F-D991-EB085326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3815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1257-4569-462E-9A34-CFD6AD95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ACA1D-3F4A-1E41-C4E9-D68924E37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D6F02-C43A-05EA-D17B-588E4DAC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8791-1506-A8A0-B956-187AD863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97EB8-AC2F-E4D7-2EAA-8E3B9392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7081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099D-04B6-395C-FFF9-8FECA5B8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4D214-A057-CFAD-1E20-5E405C667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FAF6C-3C14-E33A-3184-0B38B9E63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59932-2B90-8FC9-0B4C-02D8799F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B151A-55FE-1DA7-C8CE-DB3546CF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6E5A0-8A19-9766-6840-0F067B23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96536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303B-CDC1-7B93-5BB3-958C0235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D2316-F2D2-7791-F74B-9AB5BC969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F3B98-4B84-AC98-984A-1B5201D3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64939-333A-6EBD-9F2B-23D7BCE4B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87791-73C4-1F85-3D48-E71174FC8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05783-5EFA-E2DA-1464-FEE00809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A73D1-DDED-F59F-8249-B50F2DD7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D1A5E-DD59-969C-5421-B5ED25AA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6207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0272-B75B-96F3-626B-747CB263D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0568C-C453-7DB8-5A2F-EB1161DC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71F87-B332-B405-DC73-D8A0DD55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1CA7A-8700-2806-276F-7099BF32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7683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F6C33-AB99-1287-6084-3F68ABE8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481E7-4CE3-C9B2-6D67-3FFE0014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7C608-FB60-B345-6016-31BBAE3F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431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A507-4D2D-1117-8864-A8B50A1E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ED28F-C4D2-D480-B7AA-0F2D36AAD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8F085-5A8B-AA77-C7E9-95D94A4AE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5EAD2-4E92-62EE-2A22-B7E1176A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3D4ED-83EE-306D-385D-2B4BA569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8666-2792-BED9-1FD4-14F4BEAE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3063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A693-CB73-5E2A-B365-2997E338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C8F03-50D2-7CDB-5D2B-3FCA5776A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DBB23-943F-81FB-C26F-63D8A32BA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C46FB-FE5A-16C2-ECCC-82312847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89A21-9D5F-C419-EA93-DFFACBA2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F127A-54BB-AC36-D2A9-F3483518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22434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4293-819D-D9B6-C25D-D0B5FA00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A3847-75B3-07A3-D146-81BE93808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79037-E489-9EE3-469B-91F1E0F0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A54-4CEC-DA02-5FF6-57A592A1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559D7-3F11-33DD-1CC5-6F58FBC2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157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24947-3013-E821-03E4-1A8220E69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57905-455E-95C1-C95F-AF2F2D536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AD1A-50C0-3D57-91C9-0154460C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D22E-4E8D-CC09-1D0A-5B3A48C8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1FB1-0A01-6269-09DA-0318E01D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5565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CE5EE-3825-B857-4E31-7325795C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8BC89-EB78-C43A-3EAB-C4A5FEC05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3E6D-802A-8ADD-B2D9-072F9FE8A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0F120-F605-40BC-8E98-88EF94805737}" type="datetimeFigureOut">
              <a:rPr lang="en-001" smtClean="0"/>
              <a:t>16/04/2026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5C77F-80C4-2D00-3219-3999BAAC3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C30E3-A431-2E14-09CB-450DEB713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B49C4-C205-4AF4-A2A9-B88EA4FFBA8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896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4413-53C9-9804-9BFF-D33E5F59D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noProof="0"/>
              <a:t>Servicios Azure</a:t>
            </a:r>
            <a:endParaRPr lang="es-MX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EF6B3-97CA-07CA-6213-D7C00A1AC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noProof="0"/>
              <a:t>SQL</a:t>
            </a:r>
            <a:endParaRPr lang="es-MX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A49A8-5CA7-88AF-28AE-ED7D799E2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25" y="3509963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89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CC97-76D9-EAC6-2CA1-B9461887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noProof="0" dirty="0"/>
              <a:t>Que 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77B13-CC36-6931-634B-80366610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Es un servicio de base de datos en la nube de Microsoft, completamente administrado, basado en el motor de SQL Server</a:t>
            </a:r>
          </a:p>
          <a:p>
            <a:pPr algn="just"/>
            <a:r>
              <a:rPr lang="es-ES" dirty="0"/>
              <a:t>Sirve para crear, administrar y escalar bases de datos relacionales sin tener que encargarse de servidores físicos, parches o mantenimiento de infraestructura.</a:t>
            </a:r>
            <a:endParaRPr lang="es-MX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8CCF1-E88B-51A7-E752-9BA9CDD75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947" y="4686300"/>
            <a:ext cx="29718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508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2DE3-D38B-ED14-F775-DB5D01DA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noProof="0" dirty="0"/>
              <a:t>Que necesitas?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939E4-0E6D-A705-5ED9-832EC7EBB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Para implementarlo obviamente una licencia de Azure.</a:t>
            </a:r>
          </a:p>
          <a:p>
            <a:pPr algn="just"/>
            <a:r>
              <a:rPr lang="es-ES" dirty="0"/>
              <a:t>La base de datos se crea normalmente dentro de un servidor lógico en Azure y puede administrarse desde el portal de Azure, PowerShell, Azure CLI, REST API o </a:t>
            </a:r>
            <a:r>
              <a:rPr lang="es-ES" dirty="0" err="1"/>
              <a:t>Transact</a:t>
            </a:r>
            <a:r>
              <a:rPr lang="es-ES" dirty="0"/>
              <a:t>-SQL. </a:t>
            </a:r>
            <a:endParaRPr lang="es-MX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489BD-3B1E-5820-8CDC-64581A573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347" y="3886200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04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9ABA-687A-6FF7-F177-CE524140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noProof="0" dirty="0"/>
              <a:t>Modelos de pago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082B3-3541-481F-9DC5-409D36C1F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227" y="3999244"/>
            <a:ext cx="2163158" cy="27039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2227-9844-04B7-478C-EDBA00BA6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dirty="0"/>
              <a:t>Azure SQL </a:t>
            </a:r>
            <a:r>
              <a:rPr lang="es-ES" dirty="0" err="1"/>
              <a:t>Database</a:t>
            </a:r>
            <a:r>
              <a:rPr lang="es-ES" dirty="0"/>
              <a:t> maneja principalmente dos modelos de compra: DTU y </a:t>
            </a:r>
            <a:r>
              <a:rPr lang="es-ES" dirty="0" err="1"/>
              <a:t>vCore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En DTU, el cobro combina CPU, memoria, I/O y almacenamiento en una sola unidad.</a:t>
            </a:r>
          </a:p>
          <a:p>
            <a:pPr algn="just"/>
            <a:r>
              <a:rPr lang="es-ES" dirty="0"/>
              <a:t>En </a:t>
            </a:r>
            <a:r>
              <a:rPr lang="es-ES" dirty="0" err="1"/>
              <a:t>vCore</a:t>
            </a:r>
            <a:r>
              <a:rPr lang="es-ES" dirty="0"/>
              <a:t>, se cobra por separado el cómputo, el almacenamiento y las copias de seguridad.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0213314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63ED-63CF-A544-1A9C-40E74950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Tiers</a:t>
            </a:r>
            <a:endParaRPr lang="en-00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D0B8F-9462-C76B-7CE7-0E6C4BA90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532" y="1794462"/>
            <a:ext cx="9231013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92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A3285-E93D-A878-8DAF-070B2C28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Precio</a:t>
            </a:r>
            <a:r>
              <a:rPr lang="en-US" sz="5400" dirty="0"/>
              <a:t> </a:t>
            </a:r>
            <a:endParaRPr lang="en-001" sz="54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A1B96-0F08-6C96-EDAD-EC119736E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Consideraciones</a:t>
            </a:r>
            <a:r>
              <a:rPr lang="en-US" sz="2200" dirty="0"/>
              <a:t>:</a:t>
            </a:r>
          </a:p>
          <a:p>
            <a:r>
              <a:rPr lang="en-US" sz="2200" dirty="0"/>
              <a:t> Uso general</a:t>
            </a:r>
          </a:p>
          <a:p>
            <a:r>
              <a:rPr lang="en-US" sz="2200" dirty="0"/>
              <a:t>2 </a:t>
            </a:r>
            <a:r>
              <a:rPr lang="en-US" sz="2200" dirty="0" err="1"/>
              <a:t>Nucleos</a:t>
            </a:r>
            <a:endParaRPr lang="en-US" sz="2200" dirty="0"/>
          </a:p>
          <a:p>
            <a:r>
              <a:rPr lang="en-US" sz="2200" dirty="0"/>
              <a:t>32 GB de </a:t>
            </a:r>
            <a:r>
              <a:rPr lang="en-US" sz="2200" dirty="0" err="1"/>
              <a:t>almacenamiento</a:t>
            </a:r>
            <a:endParaRPr lang="en-US" sz="2200" dirty="0"/>
          </a:p>
          <a:p>
            <a:r>
              <a:rPr lang="en-US" sz="2200" dirty="0" err="1"/>
              <a:t>Precio</a:t>
            </a:r>
            <a:r>
              <a:rPr lang="en-US" sz="2200" dirty="0"/>
              <a:t> sin </a:t>
            </a:r>
            <a:r>
              <a:rPr lang="en-US" sz="2200" dirty="0" err="1"/>
              <a:t>licencia</a:t>
            </a:r>
            <a:r>
              <a:rPr lang="en-US" sz="2200" dirty="0"/>
              <a:t> (Con </a:t>
            </a:r>
            <a:r>
              <a:rPr lang="en-US" sz="2200" dirty="0" err="1"/>
              <a:t>licencia</a:t>
            </a:r>
            <a:r>
              <a:rPr lang="en-US" sz="2200" dirty="0"/>
              <a:t> se </a:t>
            </a:r>
            <a:r>
              <a:rPr lang="en-US" sz="2200" dirty="0" err="1"/>
              <a:t>aplica</a:t>
            </a:r>
            <a:r>
              <a:rPr lang="en-US" sz="2200" dirty="0"/>
              <a:t> 37% de </a:t>
            </a:r>
            <a:r>
              <a:rPr lang="en-US" sz="2200" dirty="0" err="1"/>
              <a:t>descuento</a:t>
            </a:r>
            <a:r>
              <a:rPr lang="en-US" sz="2200" dirty="0"/>
              <a:t>)</a:t>
            </a:r>
            <a:endParaRPr lang="en-001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9EF91-F63A-A649-C40D-6DD9E6C21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553" y="640080"/>
            <a:ext cx="412320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3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8E56-33E0-5A95-5DFC-565FF6B3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Beneficios</a:t>
            </a:r>
            <a:endParaRPr lang="en-001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EB04E-F7A2-6F2C-BAF1-DFDA83601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Escalabilidad </a:t>
            </a:r>
          </a:p>
          <a:p>
            <a:pPr algn="just"/>
            <a:r>
              <a:rPr lang="es-ES" dirty="0"/>
              <a:t>Seguridad </a:t>
            </a:r>
          </a:p>
          <a:p>
            <a:pPr algn="just"/>
            <a:r>
              <a:rPr lang="es-ES" dirty="0"/>
              <a:t>Alta disponibilidad </a:t>
            </a:r>
          </a:p>
          <a:p>
            <a:pPr algn="just"/>
            <a:r>
              <a:rPr lang="es-ES" dirty="0"/>
              <a:t>Administración automática. 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F6B9A-C123-A374-EF3C-A5319AA2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16" y="2321272"/>
            <a:ext cx="4461468" cy="336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388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7533-3AC8-396B-0895-E38626CB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 </a:t>
            </a:r>
            <a:r>
              <a:rPr lang="en-US" b="1" dirty="0" err="1"/>
              <a:t>donde</a:t>
            </a:r>
            <a:r>
              <a:rPr lang="en-US" b="1" dirty="0"/>
              <a:t> </a:t>
            </a:r>
            <a:r>
              <a:rPr lang="en-US" b="1" dirty="0" err="1"/>
              <a:t>puedo</a:t>
            </a:r>
            <a:r>
              <a:rPr lang="en-US" b="1" dirty="0"/>
              <a:t> </a:t>
            </a:r>
            <a:r>
              <a:rPr lang="en-US" b="1" dirty="0" err="1"/>
              <a:t>usarlo</a:t>
            </a:r>
            <a:r>
              <a:rPr lang="en-US" b="1" dirty="0"/>
              <a:t>?</a:t>
            </a:r>
            <a:endParaRPr lang="en-001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8DD5-0CDD-0F05-A3F8-34E282850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Se usa mucho en aplicaciones web y móviles, sistemas empresariales, migración desde SQL Server local y proyectos que necesitan crecer rápido sin comprar servidores propios.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80CBC-B563-A3FB-7580-7CE278431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159" y="4320790"/>
            <a:ext cx="2373051" cy="237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61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220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Servicios Azure</vt:lpstr>
      <vt:lpstr>Que es?</vt:lpstr>
      <vt:lpstr>Que necesitas?</vt:lpstr>
      <vt:lpstr>Modelos de pago</vt:lpstr>
      <vt:lpstr>Tiers</vt:lpstr>
      <vt:lpstr>Precio </vt:lpstr>
      <vt:lpstr>Beneficios</vt:lpstr>
      <vt:lpstr>En donde puedo usarlo?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Romero</dc:creator>
  <cp:lastModifiedBy>Angel Romero</cp:lastModifiedBy>
  <cp:revision>1</cp:revision>
  <dcterms:created xsi:type="dcterms:W3CDTF">2026-04-17T00:19:47Z</dcterms:created>
  <dcterms:modified xsi:type="dcterms:W3CDTF">2026-04-17T04:36:39Z</dcterms:modified>
</cp:coreProperties>
</file>