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7" r:id="rId2"/>
    <p:sldId id="259" r:id="rId3"/>
    <p:sldId id="262" r:id="rId4"/>
    <p:sldId id="339" r:id="rId5"/>
    <p:sldId id="261" r:id="rId6"/>
    <p:sldId id="2245" r:id="rId7"/>
    <p:sldId id="260" r:id="rId8"/>
    <p:sldId id="333" r:id="rId9"/>
    <p:sldId id="294" r:id="rId10"/>
    <p:sldId id="301" r:id="rId11"/>
    <p:sldId id="300" r:id="rId12"/>
    <p:sldId id="354" r:id="rId13"/>
    <p:sldId id="2243" r:id="rId14"/>
    <p:sldId id="321" r:id="rId15"/>
    <p:sldId id="298" r:id="rId16"/>
    <p:sldId id="2242" r:id="rId17"/>
    <p:sldId id="344" r:id="rId18"/>
    <p:sldId id="304" r:id="rId19"/>
    <p:sldId id="316" r:id="rId20"/>
    <p:sldId id="323" r:id="rId21"/>
    <p:sldId id="315" r:id="rId22"/>
    <p:sldId id="345" r:id="rId23"/>
    <p:sldId id="346" r:id="rId24"/>
    <p:sldId id="305" r:id="rId25"/>
    <p:sldId id="347" r:id="rId26"/>
    <p:sldId id="310" r:id="rId27"/>
    <p:sldId id="2247" r:id="rId28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ola Virues Hector" userId="6b1c84c4-e4f8-42d7-8d85-645df8b21457" providerId="ADAL" clId="{D63D1B71-6852-45FF-AC8D-51BE70EC0FF6}"/>
    <pc:docChg chg="undo custSel addSld delSld modSld sldOrd">
      <pc:chgData name="Bonola Virues Hector" userId="6b1c84c4-e4f8-42d7-8d85-645df8b21457" providerId="ADAL" clId="{D63D1B71-6852-45FF-AC8D-51BE70EC0FF6}" dt="2026-04-13T18:15:28.409" v="16" actId="47"/>
      <pc:docMkLst>
        <pc:docMk/>
      </pc:docMkLst>
      <pc:sldChg chg="del">
        <pc:chgData name="Bonola Virues Hector" userId="6b1c84c4-e4f8-42d7-8d85-645df8b21457" providerId="ADAL" clId="{D63D1B71-6852-45FF-AC8D-51BE70EC0FF6}" dt="2026-04-13T18:15:28.409" v="16" actId="47"/>
        <pc:sldMkLst>
          <pc:docMk/>
          <pc:sldMk cId="3989034071" sldId="2244"/>
        </pc:sldMkLst>
      </pc:sldChg>
    </pc:docChg>
  </pc:docChgLst>
  <pc:docChgLst>
    <pc:chgData name="Bonola Virues Hector" userId="6b1c84c4-e4f8-42d7-8d85-645df8b21457" providerId="ADAL" clId="{B0ACCDE3-E60A-4DF5-ACD4-895F6C5B6608}"/>
    <pc:docChg chg="undo custSel addSld delSld modSld sldOrd">
      <pc:chgData name="Bonola Virues Hector" userId="6b1c84c4-e4f8-42d7-8d85-645df8b21457" providerId="ADAL" clId="{B0ACCDE3-E60A-4DF5-ACD4-895F6C5B6608}" dt="2026-03-27T12:54:37.295" v="1048" actId="20577"/>
      <pc:docMkLst>
        <pc:docMk/>
      </pc:docMkLst>
      <pc:sldChg chg="add">
        <pc:chgData name="Bonola Virues Hector" userId="6b1c84c4-e4f8-42d7-8d85-645df8b21457" providerId="ADAL" clId="{B0ACCDE3-E60A-4DF5-ACD4-895F6C5B6608}" dt="2026-03-20T13:05:46.508" v="883"/>
        <pc:sldMkLst>
          <pc:docMk/>
          <pc:sldMk cId="1510133671" sldId="31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image" Target="../media/image3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svg"/><Relationship Id="rId1" Type="http://schemas.openxmlformats.org/officeDocument/2006/relationships/image" Target="../media/image4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image" Target="../media/image3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svg"/><Relationship Id="rId1" Type="http://schemas.openxmlformats.org/officeDocument/2006/relationships/image" Target="../media/image4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DE6A43-5919-4D00-9971-527302EC94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s-MX"/>
        </a:p>
      </dgm:t>
    </dgm:pt>
    <dgm:pt modelId="{F34FF6ED-ABDB-4F65-AFAD-3D96E20650A2}">
      <dgm:prSet phldrT="[Texto]" phldr="0"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Mainframe</a:t>
          </a:r>
        </a:p>
      </dgm:t>
    </dgm:pt>
    <dgm:pt modelId="{C1439C4F-E0E0-4B52-9F05-4257614BFD83}" type="parTrans" cxnId="{E68BB0C1-54E4-4A85-A50A-E44DF52C12CD}">
      <dgm:prSet/>
      <dgm:spPr/>
      <dgm:t>
        <a:bodyPr/>
        <a:lstStyle/>
        <a:p>
          <a:endParaRPr lang="es-MX"/>
        </a:p>
      </dgm:t>
    </dgm:pt>
    <dgm:pt modelId="{D70F039B-F8AC-41F8-AD40-83F08D0710FE}" type="sibTrans" cxnId="{E68BB0C1-54E4-4A85-A50A-E44DF52C12CD}">
      <dgm:prSet/>
      <dgm:spPr/>
      <dgm:t>
        <a:bodyPr/>
        <a:lstStyle/>
        <a:p>
          <a:endParaRPr lang="es-MX"/>
        </a:p>
      </dgm:t>
    </dgm:pt>
    <dgm:pt modelId="{5F4C941A-6F25-4C9D-9909-559FCB8E4B64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1937, la Harvard Mark I, o IBM </a:t>
          </a:r>
          <a:r>
            <a:rPr lang="es-MX" dirty="0" err="1"/>
            <a:t>Automatic</a:t>
          </a:r>
          <a:r>
            <a:rPr lang="es-MX" dirty="0"/>
            <a:t> </a:t>
          </a:r>
          <a:r>
            <a:rPr lang="es-MX" dirty="0" err="1"/>
            <a:t>Sequence</a:t>
          </a:r>
          <a:r>
            <a:rPr lang="es-MX" dirty="0"/>
            <a:t> </a:t>
          </a:r>
          <a:r>
            <a:rPr lang="es-MX" dirty="0" err="1"/>
            <a:t>Controlled</a:t>
          </a:r>
          <a:r>
            <a:rPr lang="es-MX" dirty="0"/>
            <a:t> </a:t>
          </a:r>
          <a:r>
            <a:rPr lang="es-MX" dirty="0" err="1"/>
            <a:t>Calculator</a:t>
          </a:r>
          <a:r>
            <a:rPr lang="es-MX" dirty="0"/>
            <a:t>, es la primera computadora mainframe.</a:t>
          </a:r>
        </a:p>
      </dgm:t>
    </dgm:pt>
    <dgm:pt modelId="{BB4226C0-37C1-4087-BCA5-821C59A16325}" type="parTrans" cxnId="{66490A48-7FBC-4871-A8C5-5E88720EF930}">
      <dgm:prSet/>
      <dgm:spPr/>
      <dgm:t>
        <a:bodyPr/>
        <a:lstStyle/>
        <a:p>
          <a:endParaRPr lang="es-MX"/>
        </a:p>
      </dgm:t>
    </dgm:pt>
    <dgm:pt modelId="{7A717EFF-1177-44F9-8941-172D031F5C57}" type="sibTrans" cxnId="{66490A48-7FBC-4871-A8C5-5E88720EF930}">
      <dgm:prSet/>
      <dgm:spPr/>
      <dgm:t>
        <a:bodyPr/>
        <a:lstStyle/>
        <a:p>
          <a:endParaRPr lang="es-MX"/>
        </a:p>
      </dgm:t>
    </dgm:pt>
    <dgm:pt modelId="{5C38E6C8-F1BD-4FCD-A814-9A166A99F7D9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Los primeros sistemas mainframe llenaban estructuras metálicas del tamaño de una habitación que podían ocupar entre 2000 y 10 000 pies cuadrados. </a:t>
          </a:r>
        </a:p>
      </dgm:t>
    </dgm:pt>
    <dgm:pt modelId="{D8D44272-A760-4FC8-B78D-235A0935FC99}" type="parTrans" cxnId="{83074A1C-1489-42BC-AE4A-4D2AC3289FF6}">
      <dgm:prSet/>
      <dgm:spPr/>
      <dgm:t>
        <a:bodyPr/>
        <a:lstStyle/>
        <a:p>
          <a:endParaRPr lang="es-MX"/>
        </a:p>
      </dgm:t>
    </dgm:pt>
    <dgm:pt modelId="{33E2F6B8-E7B5-424F-B5A3-CE28CB50FD1A}" type="sibTrans" cxnId="{83074A1C-1489-42BC-AE4A-4D2AC3289FF6}">
      <dgm:prSet/>
      <dgm:spPr/>
      <dgm:t>
        <a:bodyPr/>
        <a:lstStyle/>
        <a:p>
          <a:endParaRPr lang="es-MX"/>
        </a:p>
      </dgm:t>
    </dgm:pt>
    <dgm:pt modelId="{A872D4EF-82A6-4787-95E8-86E9FCF75A37}">
      <dgm:prSet phldrT="[Texto]" phldr="0"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Computadora personal</a:t>
          </a:r>
        </a:p>
      </dgm:t>
    </dgm:pt>
    <dgm:pt modelId="{92641F93-96EE-4AF4-9C7C-8BD9A9D94468}" type="parTrans" cxnId="{FD7F300A-B44D-4B78-813C-D3BFAD5EBA85}">
      <dgm:prSet/>
      <dgm:spPr/>
      <dgm:t>
        <a:bodyPr/>
        <a:lstStyle/>
        <a:p>
          <a:endParaRPr lang="es-MX"/>
        </a:p>
      </dgm:t>
    </dgm:pt>
    <dgm:pt modelId="{5172DEB2-A6D1-4646-97BE-44960B1CCF11}" type="sibTrans" cxnId="{FD7F300A-B44D-4B78-813C-D3BFAD5EBA85}">
      <dgm:prSet/>
      <dgm:spPr/>
      <dgm:t>
        <a:bodyPr/>
        <a:lstStyle/>
        <a:p>
          <a:endParaRPr lang="es-MX"/>
        </a:p>
      </dgm:t>
    </dgm:pt>
    <dgm:pt modelId="{BB4F446F-702B-4228-A6EC-334B641350DA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El modelo más icónico es el IBM 5150, que se lanzó al mercado en agosto de 1981.</a:t>
          </a:r>
        </a:p>
      </dgm:t>
    </dgm:pt>
    <dgm:pt modelId="{316AE18C-F14E-460A-BFA0-87E740356DB6}" type="parTrans" cxnId="{55EED891-E342-4FD1-B591-0141C2672FE3}">
      <dgm:prSet/>
      <dgm:spPr/>
      <dgm:t>
        <a:bodyPr/>
        <a:lstStyle/>
        <a:p>
          <a:endParaRPr lang="es-MX"/>
        </a:p>
      </dgm:t>
    </dgm:pt>
    <dgm:pt modelId="{2E833556-6F2E-45D1-8964-F31D42FA8E51}" type="sibTrans" cxnId="{55EED891-E342-4FD1-B591-0141C2672FE3}">
      <dgm:prSet/>
      <dgm:spPr/>
      <dgm:t>
        <a:bodyPr/>
        <a:lstStyle/>
        <a:p>
          <a:endParaRPr lang="es-MX"/>
        </a:p>
      </dgm:t>
    </dgm:pt>
    <dgm:pt modelId="{6244A2DC-5141-4930-BA0F-ADD85BB205A7}">
      <dgm:prSet phldrT="[Texto]" phldr="1"/>
      <dgm:spPr/>
      <dgm:t>
        <a:bodyPr/>
        <a:lstStyle/>
        <a:p>
          <a:pPr>
            <a:lnSpc>
              <a:spcPct val="100000"/>
            </a:lnSpc>
          </a:pPr>
          <a:endParaRPr lang="es-MX" dirty="0"/>
        </a:p>
      </dgm:t>
    </dgm:pt>
    <dgm:pt modelId="{108C6484-54A3-402A-BE82-419A230D2935}" type="parTrans" cxnId="{AD0B190F-865A-4672-A634-CD1B43766360}">
      <dgm:prSet/>
      <dgm:spPr/>
      <dgm:t>
        <a:bodyPr/>
        <a:lstStyle/>
        <a:p>
          <a:endParaRPr lang="es-MX"/>
        </a:p>
      </dgm:t>
    </dgm:pt>
    <dgm:pt modelId="{7CC4F022-A8D2-445E-974B-64E59221A968}" type="sibTrans" cxnId="{AD0B190F-865A-4672-A634-CD1B43766360}">
      <dgm:prSet/>
      <dgm:spPr/>
      <dgm:t>
        <a:bodyPr/>
        <a:lstStyle/>
        <a:p>
          <a:endParaRPr lang="es-MX"/>
        </a:p>
      </dgm:t>
    </dgm:pt>
    <dgm:pt modelId="{C25BBE61-BA36-4C81-883C-17EFCE3FE537}">
      <dgm:prSet phldrT="[Texto]" phldr="0"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Cliente servidor</a:t>
          </a:r>
        </a:p>
      </dgm:t>
    </dgm:pt>
    <dgm:pt modelId="{685A267E-DC22-434E-9E7A-62E05BCD9C8F}" type="parTrans" cxnId="{B9D59F75-1CB7-47C2-ADA0-29C5D8C1FEFA}">
      <dgm:prSet/>
      <dgm:spPr/>
      <dgm:t>
        <a:bodyPr/>
        <a:lstStyle/>
        <a:p>
          <a:endParaRPr lang="es-MX"/>
        </a:p>
      </dgm:t>
    </dgm:pt>
    <dgm:pt modelId="{9CDA2C58-A29C-481C-A1D5-6933B20B99BD}" type="sibTrans" cxnId="{B9D59F75-1CB7-47C2-ADA0-29C5D8C1FEFA}">
      <dgm:prSet/>
      <dgm:spPr/>
      <dgm:t>
        <a:bodyPr/>
        <a:lstStyle/>
        <a:p>
          <a:endParaRPr lang="es-MX"/>
        </a:p>
      </dgm:t>
    </dgm:pt>
    <dgm:pt modelId="{28BA6EA7-6779-4B96-B66A-A6DD351692DD}">
      <dgm:prSet phldrT="[Texto]" phldr="0"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Combinación de mainframe y computadora personal, una evolución natural</a:t>
          </a:r>
        </a:p>
      </dgm:t>
    </dgm:pt>
    <dgm:pt modelId="{103BBF2A-1CDB-490D-8231-4EA1518BE06B}" type="parTrans" cxnId="{597A883D-9BBC-4AC3-B534-512C7212FF96}">
      <dgm:prSet/>
      <dgm:spPr/>
      <dgm:t>
        <a:bodyPr/>
        <a:lstStyle/>
        <a:p>
          <a:endParaRPr lang="es-MX"/>
        </a:p>
      </dgm:t>
    </dgm:pt>
    <dgm:pt modelId="{F5FC1D8F-1A20-4624-9ABA-1A6AAB628596}" type="sibTrans" cxnId="{597A883D-9BBC-4AC3-B534-512C7212FF96}">
      <dgm:prSet/>
      <dgm:spPr/>
      <dgm:t>
        <a:bodyPr/>
        <a:lstStyle/>
        <a:p>
          <a:endParaRPr lang="es-MX"/>
        </a:p>
      </dgm:t>
    </dgm:pt>
    <dgm:pt modelId="{6FAC5ED5-1776-4D6A-957F-1FE05AE672B6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El modelo cliente servidor nace gracias al desarrollo de las redes de computadoras que permiten </a:t>
          </a:r>
          <a:r>
            <a:rPr lang="es-MX" dirty="0" err="1"/>
            <a:t>interconectarmáquinas</a:t>
          </a:r>
          <a:r>
            <a:rPr lang="es-MX" dirty="0"/>
            <a:t> separadas. </a:t>
          </a:r>
        </a:p>
      </dgm:t>
    </dgm:pt>
    <dgm:pt modelId="{8E88E64A-A70F-483A-9166-2DE3013843CA}" type="parTrans" cxnId="{1CA11558-8F48-46AB-8BA8-8D8D89E8D975}">
      <dgm:prSet/>
      <dgm:spPr/>
      <dgm:t>
        <a:bodyPr/>
        <a:lstStyle/>
        <a:p>
          <a:endParaRPr lang="es-MX"/>
        </a:p>
      </dgm:t>
    </dgm:pt>
    <dgm:pt modelId="{297E5722-EB0E-48F9-A80D-D1961D12B1B6}" type="sibTrans" cxnId="{1CA11558-8F48-46AB-8BA8-8D8D89E8D975}">
      <dgm:prSet/>
      <dgm:spPr/>
      <dgm:t>
        <a:bodyPr/>
        <a:lstStyle/>
        <a:p>
          <a:endParaRPr lang="es-MX"/>
        </a:p>
      </dgm:t>
    </dgm:pt>
    <dgm:pt modelId="{37534023-D450-4B68-B19C-426164505387}">
      <dgm:prSet phldrT="[Texto]" phldr="0"/>
      <dgm:spPr/>
      <dgm:t>
        <a:bodyPr/>
        <a:lstStyle/>
        <a:p>
          <a:pPr>
            <a:lnSpc>
              <a:spcPct val="100000"/>
            </a:lnSpc>
          </a:pPr>
          <a:r>
            <a:rPr lang="es-MX"/>
            <a:t>Nube</a:t>
          </a:r>
          <a:endParaRPr lang="es-MX" dirty="0"/>
        </a:p>
      </dgm:t>
    </dgm:pt>
    <dgm:pt modelId="{0FB8AB4C-8FB6-42EA-BE1C-FBF325072595}" type="parTrans" cxnId="{73314187-B0E9-4D59-95E7-8878B5BA8B50}">
      <dgm:prSet/>
      <dgm:spPr/>
      <dgm:t>
        <a:bodyPr/>
        <a:lstStyle/>
        <a:p>
          <a:endParaRPr lang="es-MX"/>
        </a:p>
      </dgm:t>
    </dgm:pt>
    <dgm:pt modelId="{14E07C0C-F5F0-4778-9A7B-99AB310CA9A5}" type="sibTrans" cxnId="{73314187-B0E9-4D59-95E7-8878B5BA8B50}">
      <dgm:prSet/>
      <dgm:spPr/>
      <dgm:t>
        <a:bodyPr/>
        <a:lstStyle/>
        <a:p>
          <a:endParaRPr lang="es-MX"/>
        </a:p>
      </dgm:t>
    </dgm:pt>
    <dgm:pt modelId="{2C533E9D-9656-4ECA-AF36-2481AD703D22}">
      <dgm:prSet phldrT="[Texto]" phldr="0"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Una evolución que surge a partir de los avances tecnológicos tanto de cómputo como de telecomunicaciones.</a:t>
          </a:r>
        </a:p>
      </dgm:t>
    </dgm:pt>
    <dgm:pt modelId="{2B89A779-8F83-405F-97AB-669C5FD0ECD9}" type="parTrans" cxnId="{3AF45EF4-2859-40FE-ADB0-26E173D7A3AC}">
      <dgm:prSet/>
      <dgm:spPr/>
      <dgm:t>
        <a:bodyPr/>
        <a:lstStyle/>
        <a:p>
          <a:endParaRPr lang="es-MX"/>
        </a:p>
      </dgm:t>
    </dgm:pt>
    <dgm:pt modelId="{7CA80235-4EDA-4AB7-A98D-FD4AF02E635F}" type="sibTrans" cxnId="{3AF45EF4-2859-40FE-ADB0-26E173D7A3AC}">
      <dgm:prSet/>
      <dgm:spPr/>
      <dgm:t>
        <a:bodyPr/>
        <a:lstStyle/>
        <a:p>
          <a:endParaRPr lang="es-MX"/>
        </a:p>
      </dgm:t>
    </dgm:pt>
    <dgm:pt modelId="{623B6915-35EE-49A0-95C6-92281DF9AA2C}" type="pres">
      <dgm:prSet presAssocID="{12DE6A43-5919-4D00-9971-527302EC941D}" presName="root" presStyleCnt="0">
        <dgm:presLayoutVars>
          <dgm:dir/>
          <dgm:resizeHandles val="exact"/>
        </dgm:presLayoutVars>
      </dgm:prSet>
      <dgm:spPr/>
    </dgm:pt>
    <dgm:pt modelId="{AFDE284B-7984-459F-AADB-DD64B0321B7C}" type="pres">
      <dgm:prSet presAssocID="{F34FF6ED-ABDB-4F65-AFAD-3D96E20650A2}" presName="compNode" presStyleCnt="0"/>
      <dgm:spPr/>
    </dgm:pt>
    <dgm:pt modelId="{C9CEB89A-036B-44A3-BC20-3259E15732AA}" type="pres">
      <dgm:prSet presAssocID="{F34FF6ED-ABDB-4F65-AFAD-3D96E20650A2}" presName="bgRect" presStyleLbl="bgShp" presStyleIdx="0" presStyleCnt="4"/>
      <dgm:spPr/>
    </dgm:pt>
    <dgm:pt modelId="{5953ADA7-C651-464F-B079-A3CC2ED1D3B5}" type="pres">
      <dgm:prSet presAssocID="{F34FF6ED-ABDB-4F65-AFAD-3D96E20650A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775FEB2D-D1F5-4F51-B41E-0911CB605393}" type="pres">
      <dgm:prSet presAssocID="{F34FF6ED-ABDB-4F65-AFAD-3D96E20650A2}" presName="spaceRect" presStyleCnt="0"/>
      <dgm:spPr/>
    </dgm:pt>
    <dgm:pt modelId="{B7C616FD-819F-4253-B33A-D75EE5B2A19F}" type="pres">
      <dgm:prSet presAssocID="{F34FF6ED-ABDB-4F65-AFAD-3D96E20650A2}" presName="parTx" presStyleLbl="revTx" presStyleIdx="0" presStyleCnt="8">
        <dgm:presLayoutVars>
          <dgm:chMax val="0"/>
          <dgm:chPref val="0"/>
        </dgm:presLayoutVars>
      </dgm:prSet>
      <dgm:spPr/>
    </dgm:pt>
    <dgm:pt modelId="{B4235594-DF33-4B70-AA44-45AE69418705}" type="pres">
      <dgm:prSet presAssocID="{F34FF6ED-ABDB-4F65-AFAD-3D96E20650A2}" presName="desTx" presStyleLbl="revTx" presStyleIdx="1" presStyleCnt="8">
        <dgm:presLayoutVars/>
      </dgm:prSet>
      <dgm:spPr/>
    </dgm:pt>
    <dgm:pt modelId="{9578F035-E6CE-47FB-8B83-D1FA4FF6D0FD}" type="pres">
      <dgm:prSet presAssocID="{D70F039B-F8AC-41F8-AD40-83F08D0710FE}" presName="sibTrans" presStyleCnt="0"/>
      <dgm:spPr/>
    </dgm:pt>
    <dgm:pt modelId="{0F7CA880-8786-4E48-B5EB-C5B109473BFD}" type="pres">
      <dgm:prSet presAssocID="{A872D4EF-82A6-4787-95E8-86E9FCF75A37}" presName="compNode" presStyleCnt="0"/>
      <dgm:spPr/>
    </dgm:pt>
    <dgm:pt modelId="{A7BEC28A-F2EE-4083-AEE9-1C052D069880}" type="pres">
      <dgm:prSet presAssocID="{A872D4EF-82A6-4787-95E8-86E9FCF75A37}" presName="bgRect" presStyleLbl="bgShp" presStyleIdx="1" presStyleCnt="4"/>
      <dgm:spPr/>
    </dgm:pt>
    <dgm:pt modelId="{0E28EEC2-1F27-4CA6-B749-C83F40EB7819}" type="pres">
      <dgm:prSet presAssocID="{A872D4EF-82A6-4787-95E8-86E9FCF75A3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70E397CA-5025-4F0F-8FEE-13DDB20C20A5}" type="pres">
      <dgm:prSet presAssocID="{A872D4EF-82A6-4787-95E8-86E9FCF75A37}" presName="spaceRect" presStyleCnt="0"/>
      <dgm:spPr/>
    </dgm:pt>
    <dgm:pt modelId="{A285742D-D986-4B3A-9376-6C99CAFFA7CB}" type="pres">
      <dgm:prSet presAssocID="{A872D4EF-82A6-4787-95E8-86E9FCF75A37}" presName="parTx" presStyleLbl="revTx" presStyleIdx="2" presStyleCnt="8">
        <dgm:presLayoutVars>
          <dgm:chMax val="0"/>
          <dgm:chPref val="0"/>
        </dgm:presLayoutVars>
      </dgm:prSet>
      <dgm:spPr/>
    </dgm:pt>
    <dgm:pt modelId="{D47F334F-A6D8-4D57-A054-BC9DE1A12BA8}" type="pres">
      <dgm:prSet presAssocID="{A872D4EF-82A6-4787-95E8-86E9FCF75A37}" presName="desTx" presStyleLbl="revTx" presStyleIdx="3" presStyleCnt="8">
        <dgm:presLayoutVars/>
      </dgm:prSet>
      <dgm:spPr/>
    </dgm:pt>
    <dgm:pt modelId="{6EDD73B1-BA7B-4EF0-891D-9F48228BAA4C}" type="pres">
      <dgm:prSet presAssocID="{5172DEB2-A6D1-4646-97BE-44960B1CCF11}" presName="sibTrans" presStyleCnt="0"/>
      <dgm:spPr/>
    </dgm:pt>
    <dgm:pt modelId="{F4E6A466-2F66-48A0-A953-1A2D73033A7D}" type="pres">
      <dgm:prSet presAssocID="{C25BBE61-BA36-4C81-883C-17EFCE3FE537}" presName="compNode" presStyleCnt="0"/>
      <dgm:spPr/>
    </dgm:pt>
    <dgm:pt modelId="{1FF615EB-54CF-4B9B-B1CF-45E2408D66B4}" type="pres">
      <dgm:prSet presAssocID="{C25BBE61-BA36-4C81-883C-17EFCE3FE537}" presName="bgRect" presStyleLbl="bgShp" presStyleIdx="2" presStyleCnt="4"/>
      <dgm:spPr/>
    </dgm:pt>
    <dgm:pt modelId="{611FF926-532B-4FF9-B35A-C929D776BDE1}" type="pres">
      <dgm:prSet presAssocID="{C25BBE61-BA36-4C81-883C-17EFCE3FE53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023FFD8D-BB17-4164-8E1B-03EE80EDF83B}" type="pres">
      <dgm:prSet presAssocID="{C25BBE61-BA36-4C81-883C-17EFCE3FE537}" presName="spaceRect" presStyleCnt="0"/>
      <dgm:spPr/>
    </dgm:pt>
    <dgm:pt modelId="{072E306F-38FA-4782-A05B-0C958AE68F98}" type="pres">
      <dgm:prSet presAssocID="{C25BBE61-BA36-4C81-883C-17EFCE3FE537}" presName="parTx" presStyleLbl="revTx" presStyleIdx="4" presStyleCnt="8">
        <dgm:presLayoutVars>
          <dgm:chMax val="0"/>
          <dgm:chPref val="0"/>
        </dgm:presLayoutVars>
      </dgm:prSet>
      <dgm:spPr/>
    </dgm:pt>
    <dgm:pt modelId="{8EF45533-485F-4656-8AE1-1F268204FE21}" type="pres">
      <dgm:prSet presAssocID="{C25BBE61-BA36-4C81-883C-17EFCE3FE537}" presName="desTx" presStyleLbl="revTx" presStyleIdx="5" presStyleCnt="8">
        <dgm:presLayoutVars/>
      </dgm:prSet>
      <dgm:spPr/>
    </dgm:pt>
    <dgm:pt modelId="{4FC7AE1D-694F-4AE7-8054-CEA79F45B5F3}" type="pres">
      <dgm:prSet presAssocID="{9CDA2C58-A29C-481C-A1D5-6933B20B99BD}" presName="sibTrans" presStyleCnt="0"/>
      <dgm:spPr/>
    </dgm:pt>
    <dgm:pt modelId="{4294D50C-80BE-4682-BF81-58FB789E85AD}" type="pres">
      <dgm:prSet presAssocID="{37534023-D450-4B68-B19C-426164505387}" presName="compNode" presStyleCnt="0"/>
      <dgm:spPr/>
    </dgm:pt>
    <dgm:pt modelId="{7D64C26D-7624-49D2-9F0B-3E3AA3602402}" type="pres">
      <dgm:prSet presAssocID="{37534023-D450-4B68-B19C-426164505387}" presName="bgRect" presStyleLbl="bgShp" presStyleIdx="3" presStyleCnt="4"/>
      <dgm:spPr/>
    </dgm:pt>
    <dgm:pt modelId="{4A0D7681-FCD8-4D83-8E6B-694FF477BA4D}" type="pres">
      <dgm:prSet presAssocID="{37534023-D450-4B68-B19C-42616450538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F9F05350-5E1A-425A-B7B4-449DD71055A7}" type="pres">
      <dgm:prSet presAssocID="{37534023-D450-4B68-B19C-426164505387}" presName="spaceRect" presStyleCnt="0"/>
      <dgm:spPr/>
    </dgm:pt>
    <dgm:pt modelId="{1D9F4E8C-83B0-44D1-ACA7-D0254339DA8E}" type="pres">
      <dgm:prSet presAssocID="{37534023-D450-4B68-B19C-426164505387}" presName="parTx" presStyleLbl="revTx" presStyleIdx="6" presStyleCnt="8">
        <dgm:presLayoutVars>
          <dgm:chMax val="0"/>
          <dgm:chPref val="0"/>
        </dgm:presLayoutVars>
      </dgm:prSet>
      <dgm:spPr/>
    </dgm:pt>
    <dgm:pt modelId="{36621139-584B-4850-808D-998FAC5E632C}" type="pres">
      <dgm:prSet presAssocID="{37534023-D450-4B68-B19C-426164505387}" presName="desTx" presStyleLbl="revTx" presStyleIdx="7" presStyleCnt="8">
        <dgm:presLayoutVars/>
      </dgm:prSet>
      <dgm:spPr/>
    </dgm:pt>
  </dgm:ptLst>
  <dgm:cxnLst>
    <dgm:cxn modelId="{79A3090A-D204-49F2-8C32-EDC349148B53}" type="presOf" srcId="{5F4C941A-6F25-4C9D-9909-559FCB8E4B64}" destId="{B4235594-DF33-4B70-AA44-45AE69418705}" srcOrd="0" destOrd="0" presId="urn:microsoft.com/office/officeart/2018/2/layout/IconVerticalSolidList"/>
    <dgm:cxn modelId="{FD7F300A-B44D-4B78-813C-D3BFAD5EBA85}" srcId="{12DE6A43-5919-4D00-9971-527302EC941D}" destId="{A872D4EF-82A6-4787-95E8-86E9FCF75A37}" srcOrd="1" destOrd="0" parTransId="{92641F93-96EE-4AF4-9C7C-8BD9A9D94468}" sibTransId="{5172DEB2-A6D1-4646-97BE-44960B1CCF11}"/>
    <dgm:cxn modelId="{AD0B190F-865A-4672-A634-CD1B43766360}" srcId="{A872D4EF-82A6-4787-95E8-86E9FCF75A37}" destId="{6244A2DC-5141-4930-BA0F-ADD85BB205A7}" srcOrd="1" destOrd="0" parTransId="{108C6484-54A3-402A-BE82-419A230D2935}" sibTransId="{7CC4F022-A8D2-445E-974B-64E59221A968}"/>
    <dgm:cxn modelId="{83074A1C-1489-42BC-AE4A-4D2AC3289FF6}" srcId="{F34FF6ED-ABDB-4F65-AFAD-3D96E20650A2}" destId="{5C38E6C8-F1BD-4FCD-A814-9A166A99F7D9}" srcOrd="1" destOrd="0" parTransId="{D8D44272-A760-4FC8-B78D-235A0935FC99}" sibTransId="{33E2F6B8-E7B5-424F-B5A3-CE28CB50FD1A}"/>
    <dgm:cxn modelId="{70F1A135-671B-4157-9B70-072841750854}" type="presOf" srcId="{28BA6EA7-6779-4B96-B66A-A6DD351692DD}" destId="{8EF45533-485F-4656-8AE1-1F268204FE21}" srcOrd="0" destOrd="0" presId="urn:microsoft.com/office/officeart/2018/2/layout/IconVerticalSolidList"/>
    <dgm:cxn modelId="{597A883D-9BBC-4AC3-B534-512C7212FF96}" srcId="{C25BBE61-BA36-4C81-883C-17EFCE3FE537}" destId="{28BA6EA7-6779-4B96-B66A-A6DD351692DD}" srcOrd="0" destOrd="0" parTransId="{103BBF2A-1CDB-490D-8231-4EA1518BE06B}" sibTransId="{F5FC1D8F-1A20-4624-9ABA-1A6AAB628596}"/>
    <dgm:cxn modelId="{66490A48-7FBC-4871-A8C5-5E88720EF930}" srcId="{F34FF6ED-ABDB-4F65-AFAD-3D96E20650A2}" destId="{5F4C941A-6F25-4C9D-9909-559FCB8E4B64}" srcOrd="0" destOrd="0" parTransId="{BB4226C0-37C1-4087-BCA5-821C59A16325}" sibTransId="{7A717EFF-1177-44F9-8941-172D031F5C57}"/>
    <dgm:cxn modelId="{5E69F86B-1173-4A65-AAFB-0B46546A0BBC}" type="presOf" srcId="{2C533E9D-9656-4ECA-AF36-2481AD703D22}" destId="{36621139-584B-4850-808D-998FAC5E632C}" srcOrd="0" destOrd="0" presId="urn:microsoft.com/office/officeart/2018/2/layout/IconVerticalSolidList"/>
    <dgm:cxn modelId="{B9D59F75-1CB7-47C2-ADA0-29C5D8C1FEFA}" srcId="{12DE6A43-5919-4D00-9971-527302EC941D}" destId="{C25BBE61-BA36-4C81-883C-17EFCE3FE537}" srcOrd="2" destOrd="0" parTransId="{685A267E-DC22-434E-9E7A-62E05BCD9C8F}" sibTransId="{9CDA2C58-A29C-481C-A1D5-6933B20B99BD}"/>
    <dgm:cxn modelId="{216FF377-2DFF-4704-BE35-C36D2DAA317C}" type="presOf" srcId="{12DE6A43-5919-4D00-9971-527302EC941D}" destId="{623B6915-35EE-49A0-95C6-92281DF9AA2C}" srcOrd="0" destOrd="0" presId="urn:microsoft.com/office/officeart/2018/2/layout/IconVerticalSolidList"/>
    <dgm:cxn modelId="{1CA11558-8F48-46AB-8BA8-8D8D89E8D975}" srcId="{C25BBE61-BA36-4C81-883C-17EFCE3FE537}" destId="{6FAC5ED5-1776-4D6A-957F-1FE05AE672B6}" srcOrd="1" destOrd="0" parTransId="{8E88E64A-A70F-483A-9166-2DE3013843CA}" sibTransId="{297E5722-EB0E-48F9-A80D-D1961D12B1B6}"/>
    <dgm:cxn modelId="{73314187-B0E9-4D59-95E7-8878B5BA8B50}" srcId="{12DE6A43-5919-4D00-9971-527302EC941D}" destId="{37534023-D450-4B68-B19C-426164505387}" srcOrd="3" destOrd="0" parTransId="{0FB8AB4C-8FB6-42EA-BE1C-FBF325072595}" sibTransId="{14E07C0C-F5F0-4778-9A7B-99AB310CA9A5}"/>
    <dgm:cxn modelId="{6F394187-E6DB-4D81-B98D-B2EA5B94DAC8}" type="presOf" srcId="{A872D4EF-82A6-4787-95E8-86E9FCF75A37}" destId="{A285742D-D986-4B3A-9376-6C99CAFFA7CB}" srcOrd="0" destOrd="0" presId="urn:microsoft.com/office/officeart/2018/2/layout/IconVerticalSolidList"/>
    <dgm:cxn modelId="{A4B9448D-68A2-4199-A1BA-FB7754236CA2}" type="presOf" srcId="{5C38E6C8-F1BD-4FCD-A814-9A166A99F7D9}" destId="{B4235594-DF33-4B70-AA44-45AE69418705}" srcOrd="0" destOrd="1" presId="urn:microsoft.com/office/officeart/2018/2/layout/IconVerticalSolidList"/>
    <dgm:cxn modelId="{55EED891-E342-4FD1-B591-0141C2672FE3}" srcId="{A872D4EF-82A6-4787-95E8-86E9FCF75A37}" destId="{BB4F446F-702B-4228-A6EC-334B641350DA}" srcOrd="0" destOrd="0" parTransId="{316AE18C-F14E-460A-BFA0-87E740356DB6}" sibTransId="{2E833556-6F2E-45D1-8964-F31D42FA8E51}"/>
    <dgm:cxn modelId="{E0D8E7A3-E7A6-4CBB-A6C9-B45E877BAED0}" type="presOf" srcId="{37534023-D450-4B68-B19C-426164505387}" destId="{1D9F4E8C-83B0-44D1-ACA7-D0254339DA8E}" srcOrd="0" destOrd="0" presId="urn:microsoft.com/office/officeart/2018/2/layout/IconVerticalSolidList"/>
    <dgm:cxn modelId="{F842A0B7-0A55-4B5D-B9F5-03318868758A}" type="presOf" srcId="{F34FF6ED-ABDB-4F65-AFAD-3D96E20650A2}" destId="{B7C616FD-819F-4253-B33A-D75EE5B2A19F}" srcOrd="0" destOrd="0" presId="urn:microsoft.com/office/officeart/2018/2/layout/IconVerticalSolidList"/>
    <dgm:cxn modelId="{E68BB0C1-54E4-4A85-A50A-E44DF52C12CD}" srcId="{12DE6A43-5919-4D00-9971-527302EC941D}" destId="{F34FF6ED-ABDB-4F65-AFAD-3D96E20650A2}" srcOrd="0" destOrd="0" parTransId="{C1439C4F-E0E0-4B52-9F05-4257614BFD83}" sibTransId="{D70F039B-F8AC-41F8-AD40-83F08D0710FE}"/>
    <dgm:cxn modelId="{4A43A1C9-0578-4C45-9C9F-1C6674C29597}" type="presOf" srcId="{6FAC5ED5-1776-4D6A-957F-1FE05AE672B6}" destId="{8EF45533-485F-4656-8AE1-1F268204FE21}" srcOrd="0" destOrd="1" presId="urn:microsoft.com/office/officeart/2018/2/layout/IconVerticalSolidList"/>
    <dgm:cxn modelId="{1E49E7DB-F271-4AC9-BA00-8855C514402F}" type="presOf" srcId="{6244A2DC-5141-4930-BA0F-ADD85BB205A7}" destId="{D47F334F-A6D8-4D57-A054-BC9DE1A12BA8}" srcOrd="0" destOrd="1" presId="urn:microsoft.com/office/officeart/2018/2/layout/IconVerticalSolidList"/>
    <dgm:cxn modelId="{3AF45EF4-2859-40FE-ADB0-26E173D7A3AC}" srcId="{37534023-D450-4B68-B19C-426164505387}" destId="{2C533E9D-9656-4ECA-AF36-2481AD703D22}" srcOrd="0" destOrd="0" parTransId="{2B89A779-8F83-405F-97AB-669C5FD0ECD9}" sibTransId="{7CA80235-4EDA-4AB7-A98D-FD4AF02E635F}"/>
    <dgm:cxn modelId="{8956B5FA-9F08-4E76-BA99-B023F87A6361}" type="presOf" srcId="{BB4F446F-702B-4228-A6EC-334B641350DA}" destId="{D47F334F-A6D8-4D57-A054-BC9DE1A12BA8}" srcOrd="0" destOrd="0" presId="urn:microsoft.com/office/officeart/2018/2/layout/IconVerticalSolidList"/>
    <dgm:cxn modelId="{580B1BFD-914D-4175-836A-1F7771AD0BF6}" type="presOf" srcId="{C25BBE61-BA36-4C81-883C-17EFCE3FE537}" destId="{072E306F-38FA-4782-A05B-0C958AE68F98}" srcOrd="0" destOrd="0" presId="urn:microsoft.com/office/officeart/2018/2/layout/IconVerticalSolidList"/>
    <dgm:cxn modelId="{12CF6421-2B89-4C34-A57A-15C2CFC3B6C8}" type="presParOf" srcId="{623B6915-35EE-49A0-95C6-92281DF9AA2C}" destId="{AFDE284B-7984-459F-AADB-DD64B0321B7C}" srcOrd="0" destOrd="0" presId="urn:microsoft.com/office/officeart/2018/2/layout/IconVerticalSolidList"/>
    <dgm:cxn modelId="{49683E17-7BDF-44BE-80D3-324247BAB719}" type="presParOf" srcId="{AFDE284B-7984-459F-AADB-DD64B0321B7C}" destId="{C9CEB89A-036B-44A3-BC20-3259E15732AA}" srcOrd="0" destOrd="0" presId="urn:microsoft.com/office/officeart/2018/2/layout/IconVerticalSolidList"/>
    <dgm:cxn modelId="{D32D1424-A1E3-4606-A2F2-3F08060732BF}" type="presParOf" srcId="{AFDE284B-7984-459F-AADB-DD64B0321B7C}" destId="{5953ADA7-C651-464F-B079-A3CC2ED1D3B5}" srcOrd="1" destOrd="0" presId="urn:microsoft.com/office/officeart/2018/2/layout/IconVerticalSolidList"/>
    <dgm:cxn modelId="{5D666347-36E1-4D74-A5FA-E7A314B48255}" type="presParOf" srcId="{AFDE284B-7984-459F-AADB-DD64B0321B7C}" destId="{775FEB2D-D1F5-4F51-B41E-0911CB605393}" srcOrd="2" destOrd="0" presId="urn:microsoft.com/office/officeart/2018/2/layout/IconVerticalSolidList"/>
    <dgm:cxn modelId="{B05B988C-6E2E-4284-B1AF-1591572E2985}" type="presParOf" srcId="{AFDE284B-7984-459F-AADB-DD64B0321B7C}" destId="{B7C616FD-819F-4253-B33A-D75EE5B2A19F}" srcOrd="3" destOrd="0" presId="urn:microsoft.com/office/officeart/2018/2/layout/IconVerticalSolidList"/>
    <dgm:cxn modelId="{C34D6835-8D33-417D-AC61-3075DF0BB630}" type="presParOf" srcId="{AFDE284B-7984-459F-AADB-DD64B0321B7C}" destId="{B4235594-DF33-4B70-AA44-45AE69418705}" srcOrd="4" destOrd="0" presId="urn:microsoft.com/office/officeart/2018/2/layout/IconVerticalSolidList"/>
    <dgm:cxn modelId="{77BA713A-2132-4AED-9DFE-0718C8D00A43}" type="presParOf" srcId="{623B6915-35EE-49A0-95C6-92281DF9AA2C}" destId="{9578F035-E6CE-47FB-8B83-D1FA4FF6D0FD}" srcOrd="1" destOrd="0" presId="urn:microsoft.com/office/officeart/2018/2/layout/IconVerticalSolidList"/>
    <dgm:cxn modelId="{45B18B5C-2B49-4FDE-951C-8C6B5618CCBD}" type="presParOf" srcId="{623B6915-35EE-49A0-95C6-92281DF9AA2C}" destId="{0F7CA880-8786-4E48-B5EB-C5B109473BFD}" srcOrd="2" destOrd="0" presId="urn:microsoft.com/office/officeart/2018/2/layout/IconVerticalSolidList"/>
    <dgm:cxn modelId="{1CAB8AF0-6B03-4495-B361-EA193F18456D}" type="presParOf" srcId="{0F7CA880-8786-4E48-B5EB-C5B109473BFD}" destId="{A7BEC28A-F2EE-4083-AEE9-1C052D069880}" srcOrd="0" destOrd="0" presId="urn:microsoft.com/office/officeart/2018/2/layout/IconVerticalSolidList"/>
    <dgm:cxn modelId="{745A050E-3BB4-4AE6-86E2-D388F58A8C8D}" type="presParOf" srcId="{0F7CA880-8786-4E48-B5EB-C5B109473BFD}" destId="{0E28EEC2-1F27-4CA6-B749-C83F40EB7819}" srcOrd="1" destOrd="0" presId="urn:microsoft.com/office/officeart/2018/2/layout/IconVerticalSolidList"/>
    <dgm:cxn modelId="{9408C106-7E5D-48D8-9442-10C97D6A3C93}" type="presParOf" srcId="{0F7CA880-8786-4E48-B5EB-C5B109473BFD}" destId="{70E397CA-5025-4F0F-8FEE-13DDB20C20A5}" srcOrd="2" destOrd="0" presId="urn:microsoft.com/office/officeart/2018/2/layout/IconVerticalSolidList"/>
    <dgm:cxn modelId="{086C5875-0DC4-4A9D-AC74-FD6FBF4A19AE}" type="presParOf" srcId="{0F7CA880-8786-4E48-B5EB-C5B109473BFD}" destId="{A285742D-D986-4B3A-9376-6C99CAFFA7CB}" srcOrd="3" destOrd="0" presId="urn:microsoft.com/office/officeart/2018/2/layout/IconVerticalSolidList"/>
    <dgm:cxn modelId="{FDF03170-4B0C-4579-89EA-0B23E3BBF379}" type="presParOf" srcId="{0F7CA880-8786-4E48-B5EB-C5B109473BFD}" destId="{D47F334F-A6D8-4D57-A054-BC9DE1A12BA8}" srcOrd="4" destOrd="0" presId="urn:microsoft.com/office/officeart/2018/2/layout/IconVerticalSolidList"/>
    <dgm:cxn modelId="{F429A060-FAEC-4F4F-9BBD-09A67E09DB05}" type="presParOf" srcId="{623B6915-35EE-49A0-95C6-92281DF9AA2C}" destId="{6EDD73B1-BA7B-4EF0-891D-9F48228BAA4C}" srcOrd="3" destOrd="0" presId="urn:microsoft.com/office/officeart/2018/2/layout/IconVerticalSolidList"/>
    <dgm:cxn modelId="{4CF7CD54-37CA-43EE-93E2-FA45F7F37C00}" type="presParOf" srcId="{623B6915-35EE-49A0-95C6-92281DF9AA2C}" destId="{F4E6A466-2F66-48A0-A953-1A2D73033A7D}" srcOrd="4" destOrd="0" presId="urn:microsoft.com/office/officeart/2018/2/layout/IconVerticalSolidList"/>
    <dgm:cxn modelId="{18363464-1AA2-424B-B36D-426FEAC4E449}" type="presParOf" srcId="{F4E6A466-2F66-48A0-A953-1A2D73033A7D}" destId="{1FF615EB-54CF-4B9B-B1CF-45E2408D66B4}" srcOrd="0" destOrd="0" presId="urn:microsoft.com/office/officeart/2018/2/layout/IconVerticalSolidList"/>
    <dgm:cxn modelId="{9B191DDB-3786-4385-BDD8-617FC08F6FBE}" type="presParOf" srcId="{F4E6A466-2F66-48A0-A953-1A2D73033A7D}" destId="{611FF926-532B-4FF9-B35A-C929D776BDE1}" srcOrd="1" destOrd="0" presId="urn:microsoft.com/office/officeart/2018/2/layout/IconVerticalSolidList"/>
    <dgm:cxn modelId="{71C2A3E4-57E1-4B2A-8BC5-1E6A81707DF1}" type="presParOf" srcId="{F4E6A466-2F66-48A0-A953-1A2D73033A7D}" destId="{023FFD8D-BB17-4164-8E1B-03EE80EDF83B}" srcOrd="2" destOrd="0" presId="urn:microsoft.com/office/officeart/2018/2/layout/IconVerticalSolidList"/>
    <dgm:cxn modelId="{C8A271F6-B2F2-4C42-891C-7261046D4CE1}" type="presParOf" srcId="{F4E6A466-2F66-48A0-A953-1A2D73033A7D}" destId="{072E306F-38FA-4782-A05B-0C958AE68F98}" srcOrd="3" destOrd="0" presId="urn:microsoft.com/office/officeart/2018/2/layout/IconVerticalSolidList"/>
    <dgm:cxn modelId="{1174AA51-7E18-497F-8151-BE30A50249C5}" type="presParOf" srcId="{F4E6A466-2F66-48A0-A953-1A2D73033A7D}" destId="{8EF45533-485F-4656-8AE1-1F268204FE21}" srcOrd="4" destOrd="0" presId="urn:microsoft.com/office/officeart/2018/2/layout/IconVerticalSolidList"/>
    <dgm:cxn modelId="{0E434983-1C9C-46E5-A09C-6B2084265F3A}" type="presParOf" srcId="{623B6915-35EE-49A0-95C6-92281DF9AA2C}" destId="{4FC7AE1D-694F-4AE7-8054-CEA79F45B5F3}" srcOrd="5" destOrd="0" presId="urn:microsoft.com/office/officeart/2018/2/layout/IconVerticalSolidList"/>
    <dgm:cxn modelId="{347931C6-FB17-43FF-8993-063490BB4CAC}" type="presParOf" srcId="{623B6915-35EE-49A0-95C6-92281DF9AA2C}" destId="{4294D50C-80BE-4682-BF81-58FB789E85AD}" srcOrd="6" destOrd="0" presId="urn:microsoft.com/office/officeart/2018/2/layout/IconVerticalSolidList"/>
    <dgm:cxn modelId="{7C93606C-79C9-4AA1-8C4F-4888A0C5E0C4}" type="presParOf" srcId="{4294D50C-80BE-4682-BF81-58FB789E85AD}" destId="{7D64C26D-7624-49D2-9F0B-3E3AA3602402}" srcOrd="0" destOrd="0" presId="urn:microsoft.com/office/officeart/2018/2/layout/IconVerticalSolidList"/>
    <dgm:cxn modelId="{C8F3C643-EBF7-4470-932B-508BBE5E5008}" type="presParOf" srcId="{4294D50C-80BE-4682-BF81-58FB789E85AD}" destId="{4A0D7681-FCD8-4D83-8E6B-694FF477BA4D}" srcOrd="1" destOrd="0" presId="urn:microsoft.com/office/officeart/2018/2/layout/IconVerticalSolidList"/>
    <dgm:cxn modelId="{8DC2C32E-ACAE-4E02-8980-C7046789180A}" type="presParOf" srcId="{4294D50C-80BE-4682-BF81-58FB789E85AD}" destId="{F9F05350-5E1A-425A-B7B4-449DD71055A7}" srcOrd="2" destOrd="0" presId="urn:microsoft.com/office/officeart/2018/2/layout/IconVerticalSolidList"/>
    <dgm:cxn modelId="{E24DFD78-B999-422F-8FCE-1440DC6092B9}" type="presParOf" srcId="{4294D50C-80BE-4682-BF81-58FB789E85AD}" destId="{1D9F4E8C-83B0-44D1-ACA7-D0254339DA8E}" srcOrd="3" destOrd="0" presId="urn:microsoft.com/office/officeart/2018/2/layout/IconVerticalSolidList"/>
    <dgm:cxn modelId="{EE16400F-B33F-4D80-A693-2AF2A7E5AC0F}" type="presParOf" srcId="{4294D50C-80BE-4682-BF81-58FB789E85AD}" destId="{36621139-584B-4850-808D-998FAC5E632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2A1CCF-2836-4C16-BD4C-9C5553418BE1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</dgm:pt>
    <dgm:pt modelId="{267FEB3F-7EC7-4D2A-8E13-3E1C69F82350}">
      <dgm:prSet phldrT="[Texto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Pay as go</a:t>
          </a:r>
        </a:p>
      </dgm:t>
    </dgm:pt>
    <dgm:pt modelId="{73125824-1680-4125-B41B-7A2F175404AC}" type="parTrans" cxnId="{9C187AE1-74A5-4F33-B191-CFCB2C9F07C5}">
      <dgm:prSet/>
      <dgm:spPr/>
      <dgm:t>
        <a:bodyPr/>
        <a:lstStyle/>
        <a:p>
          <a:endParaRPr lang="es-ES"/>
        </a:p>
      </dgm:t>
    </dgm:pt>
    <dgm:pt modelId="{6EE7FA00-5A7D-4CB4-827D-5C1ECA5615B1}" type="sibTrans" cxnId="{9C187AE1-74A5-4F33-B191-CFCB2C9F07C5}">
      <dgm:prSet/>
      <dgm:spPr/>
      <dgm:t>
        <a:bodyPr/>
        <a:lstStyle/>
        <a:p>
          <a:endParaRPr lang="es-ES"/>
        </a:p>
      </dgm:t>
    </dgm:pt>
    <dgm:pt modelId="{4F6CD63D-F55C-4286-BC5C-0D82913BE137}">
      <dgm:prSet phldrT="[Texto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CSP</a:t>
          </a:r>
        </a:p>
      </dgm:t>
    </dgm:pt>
    <dgm:pt modelId="{0406B061-3B80-46DF-A82D-15460DA81BAE}" type="parTrans" cxnId="{9C786B4D-D800-4736-AF1F-81A84CAC3F95}">
      <dgm:prSet/>
      <dgm:spPr/>
      <dgm:t>
        <a:bodyPr/>
        <a:lstStyle/>
        <a:p>
          <a:endParaRPr lang="es-ES"/>
        </a:p>
      </dgm:t>
    </dgm:pt>
    <dgm:pt modelId="{C4B9BBB0-5E42-428F-B84B-F3DA40BD0C5F}" type="sibTrans" cxnId="{9C786B4D-D800-4736-AF1F-81A84CAC3F95}">
      <dgm:prSet/>
      <dgm:spPr/>
      <dgm:t>
        <a:bodyPr/>
        <a:lstStyle/>
        <a:p>
          <a:endParaRPr lang="es-ES"/>
        </a:p>
      </dgm:t>
    </dgm:pt>
    <dgm:pt modelId="{2D9CC1A9-D393-4207-A56C-7382E3E420D5}">
      <dgm:prSet phldrT="[Texto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/>
            <a:t>Pre-paid</a:t>
          </a:r>
        </a:p>
      </dgm:t>
    </dgm:pt>
    <dgm:pt modelId="{1C468044-3D45-4EB2-B08D-6158D0AEE55A}" type="parTrans" cxnId="{59085152-86AA-4121-BF9A-DD1E8A4098DA}">
      <dgm:prSet/>
      <dgm:spPr/>
      <dgm:t>
        <a:bodyPr/>
        <a:lstStyle/>
        <a:p>
          <a:endParaRPr lang="es-ES"/>
        </a:p>
      </dgm:t>
    </dgm:pt>
    <dgm:pt modelId="{4EF6819A-67E7-4A6F-ACBB-1D500F3D4E30}" type="sibTrans" cxnId="{59085152-86AA-4121-BF9A-DD1E8A4098DA}">
      <dgm:prSet/>
      <dgm:spPr/>
      <dgm:t>
        <a:bodyPr/>
        <a:lstStyle/>
        <a:p>
          <a:endParaRPr lang="es-ES"/>
        </a:p>
      </dgm:t>
    </dgm:pt>
    <dgm:pt modelId="{AA73E330-3333-4E04-952B-6E24DD82E17A}" type="pres">
      <dgm:prSet presAssocID="{722A1CCF-2836-4C16-BD4C-9C5553418BE1}" presName="root" presStyleCnt="0">
        <dgm:presLayoutVars>
          <dgm:dir/>
          <dgm:resizeHandles val="exact"/>
        </dgm:presLayoutVars>
      </dgm:prSet>
      <dgm:spPr/>
    </dgm:pt>
    <dgm:pt modelId="{16BCBDB3-C083-4078-ADCF-974D98AB757A}" type="pres">
      <dgm:prSet presAssocID="{267FEB3F-7EC7-4D2A-8E13-3E1C69F82350}" presName="compNode" presStyleCnt="0"/>
      <dgm:spPr/>
    </dgm:pt>
    <dgm:pt modelId="{D19A3C6B-6A83-457B-BC66-33629F7408A5}" type="pres">
      <dgm:prSet presAssocID="{267FEB3F-7EC7-4D2A-8E13-3E1C69F82350}" presName="iconBgRect" presStyleLbl="bgShp" presStyleIdx="0" presStyleCnt="3"/>
      <dgm:spPr/>
    </dgm:pt>
    <dgm:pt modelId="{9140BB8A-C22B-4A3B-993B-C021DB5B1024}" type="pres">
      <dgm:prSet presAssocID="{267FEB3F-7EC7-4D2A-8E13-3E1C69F8235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A1F387EC-909D-4B3A-BAA1-86C89634FE45}" type="pres">
      <dgm:prSet presAssocID="{267FEB3F-7EC7-4D2A-8E13-3E1C69F82350}" presName="spaceRect" presStyleCnt="0"/>
      <dgm:spPr/>
    </dgm:pt>
    <dgm:pt modelId="{7FD626F4-0737-4EF0-9615-5966BC45338D}" type="pres">
      <dgm:prSet presAssocID="{267FEB3F-7EC7-4D2A-8E13-3E1C69F82350}" presName="textRect" presStyleLbl="revTx" presStyleIdx="0" presStyleCnt="3">
        <dgm:presLayoutVars>
          <dgm:chMax val="1"/>
          <dgm:chPref val="1"/>
        </dgm:presLayoutVars>
      </dgm:prSet>
      <dgm:spPr/>
    </dgm:pt>
    <dgm:pt modelId="{3514D2C1-26D9-4ECE-B546-8682E6936D22}" type="pres">
      <dgm:prSet presAssocID="{6EE7FA00-5A7D-4CB4-827D-5C1ECA5615B1}" presName="sibTrans" presStyleCnt="0"/>
      <dgm:spPr/>
    </dgm:pt>
    <dgm:pt modelId="{B88E7C30-3928-4335-B7FB-B8F78CB46D03}" type="pres">
      <dgm:prSet presAssocID="{4F6CD63D-F55C-4286-BC5C-0D82913BE137}" presName="compNode" presStyleCnt="0"/>
      <dgm:spPr/>
    </dgm:pt>
    <dgm:pt modelId="{CDEA4107-FC1A-4DDD-904D-2BC583CDA4C7}" type="pres">
      <dgm:prSet presAssocID="{4F6CD63D-F55C-4286-BC5C-0D82913BE137}" presName="iconBgRect" presStyleLbl="bgShp" presStyleIdx="1" presStyleCnt="3"/>
      <dgm:spPr/>
    </dgm:pt>
    <dgm:pt modelId="{D86D40EC-D5DB-4A45-A974-B376C9002306}" type="pres">
      <dgm:prSet presAssocID="{4F6CD63D-F55C-4286-BC5C-0D82913BE13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CA3E993D-969A-4C5F-B13E-6063044299B1}" type="pres">
      <dgm:prSet presAssocID="{4F6CD63D-F55C-4286-BC5C-0D82913BE137}" presName="spaceRect" presStyleCnt="0"/>
      <dgm:spPr/>
    </dgm:pt>
    <dgm:pt modelId="{99C3FEB1-24F9-4C74-AD32-9C96A9C8A08D}" type="pres">
      <dgm:prSet presAssocID="{4F6CD63D-F55C-4286-BC5C-0D82913BE137}" presName="textRect" presStyleLbl="revTx" presStyleIdx="1" presStyleCnt="3">
        <dgm:presLayoutVars>
          <dgm:chMax val="1"/>
          <dgm:chPref val="1"/>
        </dgm:presLayoutVars>
      </dgm:prSet>
      <dgm:spPr/>
    </dgm:pt>
    <dgm:pt modelId="{6E392C22-70FA-4F02-8998-50ABDB109889}" type="pres">
      <dgm:prSet presAssocID="{C4B9BBB0-5E42-428F-B84B-F3DA40BD0C5F}" presName="sibTrans" presStyleCnt="0"/>
      <dgm:spPr/>
    </dgm:pt>
    <dgm:pt modelId="{1E74FD0F-1D9D-4A7D-BCFF-3F9EFE5C9B8E}" type="pres">
      <dgm:prSet presAssocID="{2D9CC1A9-D393-4207-A56C-7382E3E420D5}" presName="compNode" presStyleCnt="0"/>
      <dgm:spPr/>
    </dgm:pt>
    <dgm:pt modelId="{E1660A85-B122-4D17-9101-715191E66CD9}" type="pres">
      <dgm:prSet presAssocID="{2D9CC1A9-D393-4207-A56C-7382E3E420D5}" presName="iconBgRect" presStyleLbl="bgShp" presStyleIdx="2" presStyleCnt="3"/>
      <dgm:spPr/>
    </dgm:pt>
    <dgm:pt modelId="{3302E1EE-143A-4E8A-8ED7-53DE256698F7}" type="pres">
      <dgm:prSet presAssocID="{2D9CC1A9-D393-4207-A56C-7382E3E420D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568904D8-B486-43A2-B06C-B7EB7A850656}" type="pres">
      <dgm:prSet presAssocID="{2D9CC1A9-D393-4207-A56C-7382E3E420D5}" presName="spaceRect" presStyleCnt="0"/>
      <dgm:spPr/>
    </dgm:pt>
    <dgm:pt modelId="{26061E02-3369-4E6C-94E3-C367EE6B35E1}" type="pres">
      <dgm:prSet presAssocID="{2D9CC1A9-D393-4207-A56C-7382E3E420D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027402A-D07F-45EE-8554-5FCD7B0A2A08}" type="presOf" srcId="{267FEB3F-7EC7-4D2A-8E13-3E1C69F82350}" destId="{7FD626F4-0737-4EF0-9615-5966BC45338D}" srcOrd="0" destOrd="0" presId="urn:microsoft.com/office/officeart/2018/5/layout/IconCircleLabelList"/>
    <dgm:cxn modelId="{72B28937-1412-4A48-A0C8-1EEB8EA323FE}" type="presOf" srcId="{4F6CD63D-F55C-4286-BC5C-0D82913BE137}" destId="{99C3FEB1-24F9-4C74-AD32-9C96A9C8A08D}" srcOrd="0" destOrd="0" presId="urn:microsoft.com/office/officeart/2018/5/layout/IconCircleLabelList"/>
    <dgm:cxn modelId="{9C786B4D-D800-4736-AF1F-81A84CAC3F95}" srcId="{722A1CCF-2836-4C16-BD4C-9C5553418BE1}" destId="{4F6CD63D-F55C-4286-BC5C-0D82913BE137}" srcOrd="1" destOrd="0" parTransId="{0406B061-3B80-46DF-A82D-15460DA81BAE}" sibTransId="{C4B9BBB0-5E42-428F-B84B-F3DA40BD0C5F}"/>
    <dgm:cxn modelId="{59085152-86AA-4121-BF9A-DD1E8A4098DA}" srcId="{722A1CCF-2836-4C16-BD4C-9C5553418BE1}" destId="{2D9CC1A9-D393-4207-A56C-7382E3E420D5}" srcOrd="2" destOrd="0" parTransId="{1C468044-3D45-4EB2-B08D-6158D0AEE55A}" sibTransId="{4EF6819A-67E7-4A6F-ACBB-1D500F3D4E30}"/>
    <dgm:cxn modelId="{98D53D83-57C9-4B37-A4E8-6D8DD2FB6A70}" type="presOf" srcId="{722A1CCF-2836-4C16-BD4C-9C5553418BE1}" destId="{AA73E330-3333-4E04-952B-6E24DD82E17A}" srcOrd="0" destOrd="0" presId="urn:microsoft.com/office/officeart/2018/5/layout/IconCircleLabelList"/>
    <dgm:cxn modelId="{C697CF9F-AADE-400B-ACE8-7989CDE34022}" type="presOf" srcId="{2D9CC1A9-D393-4207-A56C-7382E3E420D5}" destId="{26061E02-3369-4E6C-94E3-C367EE6B35E1}" srcOrd="0" destOrd="0" presId="urn:microsoft.com/office/officeart/2018/5/layout/IconCircleLabelList"/>
    <dgm:cxn modelId="{9C187AE1-74A5-4F33-B191-CFCB2C9F07C5}" srcId="{722A1CCF-2836-4C16-BD4C-9C5553418BE1}" destId="{267FEB3F-7EC7-4D2A-8E13-3E1C69F82350}" srcOrd="0" destOrd="0" parTransId="{73125824-1680-4125-B41B-7A2F175404AC}" sibTransId="{6EE7FA00-5A7D-4CB4-827D-5C1ECA5615B1}"/>
    <dgm:cxn modelId="{13506D03-2ADB-4B9D-85C1-BB6EDF325AFF}" type="presParOf" srcId="{AA73E330-3333-4E04-952B-6E24DD82E17A}" destId="{16BCBDB3-C083-4078-ADCF-974D98AB757A}" srcOrd="0" destOrd="0" presId="urn:microsoft.com/office/officeart/2018/5/layout/IconCircleLabelList"/>
    <dgm:cxn modelId="{B2BC752A-617F-4080-9644-840366271209}" type="presParOf" srcId="{16BCBDB3-C083-4078-ADCF-974D98AB757A}" destId="{D19A3C6B-6A83-457B-BC66-33629F7408A5}" srcOrd="0" destOrd="0" presId="urn:microsoft.com/office/officeart/2018/5/layout/IconCircleLabelList"/>
    <dgm:cxn modelId="{DAA77B7A-E830-4AB8-A0B2-3DD635E720D1}" type="presParOf" srcId="{16BCBDB3-C083-4078-ADCF-974D98AB757A}" destId="{9140BB8A-C22B-4A3B-993B-C021DB5B1024}" srcOrd="1" destOrd="0" presId="urn:microsoft.com/office/officeart/2018/5/layout/IconCircleLabelList"/>
    <dgm:cxn modelId="{2ED656B2-B7F1-44BE-A36C-8D98349DA938}" type="presParOf" srcId="{16BCBDB3-C083-4078-ADCF-974D98AB757A}" destId="{A1F387EC-909D-4B3A-BAA1-86C89634FE45}" srcOrd="2" destOrd="0" presId="urn:microsoft.com/office/officeart/2018/5/layout/IconCircleLabelList"/>
    <dgm:cxn modelId="{1B06F140-7FB7-4DAD-93B0-A9E48D9DA25E}" type="presParOf" srcId="{16BCBDB3-C083-4078-ADCF-974D98AB757A}" destId="{7FD626F4-0737-4EF0-9615-5966BC45338D}" srcOrd="3" destOrd="0" presId="urn:microsoft.com/office/officeart/2018/5/layout/IconCircleLabelList"/>
    <dgm:cxn modelId="{8ED8A42B-18C9-4A6E-887F-562AC721F61E}" type="presParOf" srcId="{AA73E330-3333-4E04-952B-6E24DD82E17A}" destId="{3514D2C1-26D9-4ECE-B546-8682E6936D22}" srcOrd="1" destOrd="0" presId="urn:microsoft.com/office/officeart/2018/5/layout/IconCircleLabelList"/>
    <dgm:cxn modelId="{E4E5B81E-48F0-4C15-A782-2BEE1819AA56}" type="presParOf" srcId="{AA73E330-3333-4E04-952B-6E24DD82E17A}" destId="{B88E7C30-3928-4335-B7FB-B8F78CB46D03}" srcOrd="2" destOrd="0" presId="urn:microsoft.com/office/officeart/2018/5/layout/IconCircleLabelList"/>
    <dgm:cxn modelId="{7DC01A14-36E9-487A-9294-BD5BCD21C89C}" type="presParOf" srcId="{B88E7C30-3928-4335-B7FB-B8F78CB46D03}" destId="{CDEA4107-FC1A-4DDD-904D-2BC583CDA4C7}" srcOrd="0" destOrd="0" presId="urn:microsoft.com/office/officeart/2018/5/layout/IconCircleLabelList"/>
    <dgm:cxn modelId="{3F358C13-992B-4ECB-B04F-CB221EB2F98B}" type="presParOf" srcId="{B88E7C30-3928-4335-B7FB-B8F78CB46D03}" destId="{D86D40EC-D5DB-4A45-A974-B376C9002306}" srcOrd="1" destOrd="0" presId="urn:microsoft.com/office/officeart/2018/5/layout/IconCircleLabelList"/>
    <dgm:cxn modelId="{EEDD3207-86C5-42E8-A42F-2385C878B6AC}" type="presParOf" srcId="{B88E7C30-3928-4335-B7FB-B8F78CB46D03}" destId="{CA3E993D-969A-4C5F-B13E-6063044299B1}" srcOrd="2" destOrd="0" presId="urn:microsoft.com/office/officeart/2018/5/layout/IconCircleLabelList"/>
    <dgm:cxn modelId="{09D32ACB-3DCA-46E3-A7AD-2CB2C0AD89A9}" type="presParOf" srcId="{B88E7C30-3928-4335-B7FB-B8F78CB46D03}" destId="{99C3FEB1-24F9-4C74-AD32-9C96A9C8A08D}" srcOrd="3" destOrd="0" presId="urn:microsoft.com/office/officeart/2018/5/layout/IconCircleLabelList"/>
    <dgm:cxn modelId="{3138C3F9-9E58-4B3F-8637-416582430A85}" type="presParOf" srcId="{AA73E330-3333-4E04-952B-6E24DD82E17A}" destId="{6E392C22-70FA-4F02-8998-50ABDB109889}" srcOrd="3" destOrd="0" presId="urn:microsoft.com/office/officeart/2018/5/layout/IconCircleLabelList"/>
    <dgm:cxn modelId="{95685DE6-DF8C-47D8-B406-DF38C3E3C963}" type="presParOf" srcId="{AA73E330-3333-4E04-952B-6E24DD82E17A}" destId="{1E74FD0F-1D9D-4A7D-BCFF-3F9EFE5C9B8E}" srcOrd="4" destOrd="0" presId="urn:microsoft.com/office/officeart/2018/5/layout/IconCircleLabelList"/>
    <dgm:cxn modelId="{F6A442AB-9AB9-4C58-A682-27A39434A735}" type="presParOf" srcId="{1E74FD0F-1D9D-4A7D-BCFF-3F9EFE5C9B8E}" destId="{E1660A85-B122-4D17-9101-715191E66CD9}" srcOrd="0" destOrd="0" presId="urn:microsoft.com/office/officeart/2018/5/layout/IconCircleLabelList"/>
    <dgm:cxn modelId="{EDC0ECF8-6192-4A57-889C-B897B6F95B72}" type="presParOf" srcId="{1E74FD0F-1D9D-4A7D-BCFF-3F9EFE5C9B8E}" destId="{3302E1EE-143A-4E8A-8ED7-53DE256698F7}" srcOrd="1" destOrd="0" presId="urn:microsoft.com/office/officeart/2018/5/layout/IconCircleLabelList"/>
    <dgm:cxn modelId="{73F0F2B4-74D1-4194-9ACE-C20A79F805AA}" type="presParOf" srcId="{1E74FD0F-1D9D-4A7D-BCFF-3F9EFE5C9B8E}" destId="{568904D8-B486-43A2-B06C-B7EB7A850656}" srcOrd="2" destOrd="0" presId="urn:microsoft.com/office/officeart/2018/5/layout/IconCircleLabelList"/>
    <dgm:cxn modelId="{2384B62C-A4C2-4AEC-BBED-0CDEF4B0C0F8}" type="presParOf" srcId="{1E74FD0F-1D9D-4A7D-BCFF-3F9EFE5C9B8E}" destId="{26061E02-3369-4E6C-94E3-C367EE6B35E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14DB20-941A-44CD-AB7D-E92A0A08A86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FE91C8D-13E4-4EC1-9DE4-63C1FAE565A0}">
      <dgm:prSet/>
      <dgm:spPr/>
      <dgm:t>
        <a:bodyPr/>
        <a:lstStyle/>
        <a:p>
          <a:pPr>
            <a:defRPr b="1"/>
          </a:pPr>
          <a:r>
            <a:rPr lang="es-MX"/>
            <a:t>Región</a:t>
          </a:r>
          <a:endParaRPr lang="en-US"/>
        </a:p>
      </dgm:t>
    </dgm:pt>
    <dgm:pt modelId="{93855449-23DD-4761-83EC-ACC1E0707EE9}" type="parTrans" cxnId="{817FC525-D0AC-499E-B15C-C5D82AB58F06}">
      <dgm:prSet/>
      <dgm:spPr/>
      <dgm:t>
        <a:bodyPr/>
        <a:lstStyle/>
        <a:p>
          <a:endParaRPr lang="en-US"/>
        </a:p>
      </dgm:t>
    </dgm:pt>
    <dgm:pt modelId="{8D5F0DAD-98F7-4C8A-811B-7C3D4836A90C}" type="sibTrans" cxnId="{817FC525-D0AC-499E-B15C-C5D82AB58F06}">
      <dgm:prSet/>
      <dgm:spPr/>
      <dgm:t>
        <a:bodyPr/>
        <a:lstStyle/>
        <a:p>
          <a:endParaRPr lang="en-US"/>
        </a:p>
      </dgm:t>
    </dgm:pt>
    <dgm:pt modelId="{33F882C7-C459-45D0-8CE5-C09937F952AE}">
      <dgm:prSet/>
      <dgm:spPr/>
      <dgm:t>
        <a:bodyPr/>
        <a:lstStyle/>
        <a:p>
          <a:r>
            <a:rPr lang="es-MX"/>
            <a:t>Ubicación geográfica de su oferta</a:t>
          </a:r>
          <a:endParaRPr lang="en-US"/>
        </a:p>
      </dgm:t>
    </dgm:pt>
    <dgm:pt modelId="{B2375918-5437-4980-BEFE-F33D1C9CF3CA}" type="parTrans" cxnId="{2E546605-C351-47BF-912B-3F067F46BD4E}">
      <dgm:prSet/>
      <dgm:spPr/>
      <dgm:t>
        <a:bodyPr/>
        <a:lstStyle/>
        <a:p>
          <a:endParaRPr lang="en-US"/>
        </a:p>
      </dgm:t>
    </dgm:pt>
    <dgm:pt modelId="{37ADB62A-A88B-4205-8258-3C0B465F2076}" type="sibTrans" cxnId="{2E546605-C351-47BF-912B-3F067F46BD4E}">
      <dgm:prSet/>
      <dgm:spPr/>
      <dgm:t>
        <a:bodyPr/>
        <a:lstStyle/>
        <a:p>
          <a:endParaRPr lang="en-US"/>
        </a:p>
      </dgm:t>
    </dgm:pt>
    <dgm:pt modelId="{87BCCD41-EE0D-45EA-BCBF-4BA6322ECA45}">
      <dgm:prSet/>
      <dgm:spPr/>
      <dgm:t>
        <a:bodyPr/>
        <a:lstStyle/>
        <a:p>
          <a:pPr>
            <a:defRPr b="1"/>
          </a:pPr>
          <a:r>
            <a:rPr lang="es-MX" dirty="0"/>
            <a:t>Zona de disponibilidad</a:t>
          </a:r>
          <a:endParaRPr lang="en-US" dirty="0"/>
        </a:p>
      </dgm:t>
    </dgm:pt>
    <dgm:pt modelId="{E6434F74-A262-4119-A05C-46C478A7D369}" type="parTrans" cxnId="{518B454D-C7C4-47EB-B248-73B0FCEA0F59}">
      <dgm:prSet/>
      <dgm:spPr/>
      <dgm:t>
        <a:bodyPr/>
        <a:lstStyle/>
        <a:p>
          <a:endParaRPr lang="en-US"/>
        </a:p>
      </dgm:t>
    </dgm:pt>
    <dgm:pt modelId="{D6269EC4-F43F-4B83-864F-D048A88A8BD8}" type="sibTrans" cxnId="{518B454D-C7C4-47EB-B248-73B0FCEA0F59}">
      <dgm:prSet/>
      <dgm:spPr/>
      <dgm:t>
        <a:bodyPr/>
        <a:lstStyle/>
        <a:p>
          <a:endParaRPr lang="en-US"/>
        </a:p>
      </dgm:t>
    </dgm:pt>
    <dgm:pt modelId="{9C283B47-3A22-47C3-8394-CBBC74C052D8}">
      <dgm:prSet/>
      <dgm:spPr/>
      <dgm:t>
        <a:bodyPr/>
        <a:lstStyle/>
        <a:p>
          <a:r>
            <a:rPr lang="es-ES"/>
            <a:t>Centros de datos dentro de la región se conocen como zonas.</a:t>
          </a:r>
          <a:endParaRPr lang="en-US"/>
        </a:p>
      </dgm:t>
    </dgm:pt>
    <dgm:pt modelId="{69CF5331-CAFE-4084-9FB4-C1C98D353721}" type="parTrans" cxnId="{9C791C2C-1564-40E1-A9BE-BBDA6044ECCF}">
      <dgm:prSet/>
      <dgm:spPr/>
      <dgm:t>
        <a:bodyPr/>
        <a:lstStyle/>
        <a:p>
          <a:endParaRPr lang="en-US"/>
        </a:p>
      </dgm:t>
    </dgm:pt>
    <dgm:pt modelId="{420B59B2-42B4-41B4-AFDE-61851978C88C}" type="sibTrans" cxnId="{9C791C2C-1564-40E1-A9BE-BBDA6044ECCF}">
      <dgm:prSet/>
      <dgm:spPr/>
      <dgm:t>
        <a:bodyPr/>
        <a:lstStyle/>
        <a:p>
          <a:endParaRPr lang="en-US"/>
        </a:p>
      </dgm:t>
    </dgm:pt>
    <dgm:pt modelId="{8BE7F980-0944-454F-B7DD-E7FB9907C2B3}">
      <dgm:prSet/>
      <dgm:spPr/>
      <dgm:t>
        <a:bodyPr/>
        <a:lstStyle/>
        <a:p>
          <a:pPr>
            <a:defRPr b="1"/>
          </a:pPr>
          <a:r>
            <a:rPr lang="es-MX"/>
            <a:t>Grupos de recursos</a:t>
          </a:r>
          <a:endParaRPr lang="en-US"/>
        </a:p>
      </dgm:t>
    </dgm:pt>
    <dgm:pt modelId="{129F6CCD-B806-497C-B398-80EA026BA63B}" type="parTrans" cxnId="{F08B3F47-CB81-47D7-B340-D5F6EB0FAC58}">
      <dgm:prSet/>
      <dgm:spPr/>
      <dgm:t>
        <a:bodyPr/>
        <a:lstStyle/>
        <a:p>
          <a:endParaRPr lang="en-US"/>
        </a:p>
      </dgm:t>
    </dgm:pt>
    <dgm:pt modelId="{6B9E9E8E-C58B-45AB-A78B-5BECC51FE796}" type="sibTrans" cxnId="{F08B3F47-CB81-47D7-B340-D5F6EB0FAC58}">
      <dgm:prSet/>
      <dgm:spPr/>
      <dgm:t>
        <a:bodyPr/>
        <a:lstStyle/>
        <a:p>
          <a:endParaRPr lang="en-US"/>
        </a:p>
      </dgm:t>
    </dgm:pt>
    <dgm:pt modelId="{F144FE40-865D-4EDF-B47B-8E0F1C9B8477}">
      <dgm:prSet/>
      <dgm:spPr/>
      <dgm:t>
        <a:bodyPr/>
        <a:lstStyle/>
        <a:p>
          <a:r>
            <a:rPr lang="es-MX"/>
            <a:t>Un grupo de recursos es simplemente un identificador que Azure Resource Manager aplica a los recursos para agruparlos y permite realizar operaciones en un grupo de recursos que comparten este identificador, </a:t>
          </a:r>
          <a:r>
            <a:rPr lang="es-ES"/>
            <a:t>agrupan varias instancias de recursos en una zona de seguridad y administración demarcada</a:t>
          </a:r>
          <a:r>
            <a:rPr lang="es-MX"/>
            <a:t> , ejemplo: eliminarlos</a:t>
          </a:r>
          <a:endParaRPr lang="en-US"/>
        </a:p>
      </dgm:t>
    </dgm:pt>
    <dgm:pt modelId="{0A5EFA6E-2488-40C8-A125-C439F2695C58}" type="parTrans" cxnId="{5254FA49-DA73-4820-812C-D8D493D0C339}">
      <dgm:prSet/>
      <dgm:spPr/>
      <dgm:t>
        <a:bodyPr/>
        <a:lstStyle/>
        <a:p>
          <a:endParaRPr lang="en-US"/>
        </a:p>
      </dgm:t>
    </dgm:pt>
    <dgm:pt modelId="{E031532A-8495-48B6-86C6-7D3FF4AE3826}" type="sibTrans" cxnId="{5254FA49-DA73-4820-812C-D8D493D0C339}">
      <dgm:prSet/>
      <dgm:spPr/>
      <dgm:t>
        <a:bodyPr/>
        <a:lstStyle/>
        <a:p>
          <a:endParaRPr lang="en-US"/>
        </a:p>
      </dgm:t>
    </dgm:pt>
    <dgm:pt modelId="{EE218911-919A-468E-A0AB-52582E83854F}" type="pres">
      <dgm:prSet presAssocID="{7914DB20-941A-44CD-AB7D-E92A0A08A866}" presName="root" presStyleCnt="0">
        <dgm:presLayoutVars>
          <dgm:dir/>
          <dgm:resizeHandles val="exact"/>
        </dgm:presLayoutVars>
      </dgm:prSet>
      <dgm:spPr/>
    </dgm:pt>
    <dgm:pt modelId="{9849DE4D-3F63-455B-9EEB-B480A22050A9}" type="pres">
      <dgm:prSet presAssocID="{BFE91C8D-13E4-4EC1-9DE4-63C1FAE565A0}" presName="compNode" presStyleCnt="0"/>
      <dgm:spPr/>
    </dgm:pt>
    <dgm:pt modelId="{703A1D35-18A6-4417-A298-0C28E6CF17C4}" type="pres">
      <dgm:prSet presAssocID="{BFE91C8D-13E4-4EC1-9DE4-63C1FAE565A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60238826-9D99-4AE1-9D73-69EAF26014DB}" type="pres">
      <dgm:prSet presAssocID="{BFE91C8D-13E4-4EC1-9DE4-63C1FAE565A0}" presName="iconSpace" presStyleCnt="0"/>
      <dgm:spPr/>
    </dgm:pt>
    <dgm:pt modelId="{2AA8F2AD-AC35-432B-978F-9548C4ED95FE}" type="pres">
      <dgm:prSet presAssocID="{BFE91C8D-13E4-4EC1-9DE4-63C1FAE565A0}" presName="parTx" presStyleLbl="revTx" presStyleIdx="0" presStyleCnt="6">
        <dgm:presLayoutVars>
          <dgm:chMax val="0"/>
          <dgm:chPref val="0"/>
        </dgm:presLayoutVars>
      </dgm:prSet>
      <dgm:spPr/>
    </dgm:pt>
    <dgm:pt modelId="{610FE64C-8DE4-492F-B1F5-34B90B2BF658}" type="pres">
      <dgm:prSet presAssocID="{BFE91C8D-13E4-4EC1-9DE4-63C1FAE565A0}" presName="txSpace" presStyleCnt="0"/>
      <dgm:spPr/>
    </dgm:pt>
    <dgm:pt modelId="{316AD4D2-6717-4A58-9735-7885A116170B}" type="pres">
      <dgm:prSet presAssocID="{BFE91C8D-13E4-4EC1-9DE4-63C1FAE565A0}" presName="desTx" presStyleLbl="revTx" presStyleIdx="1" presStyleCnt="6">
        <dgm:presLayoutVars/>
      </dgm:prSet>
      <dgm:spPr/>
    </dgm:pt>
    <dgm:pt modelId="{C66043A7-96B2-465B-B837-3D47E0ECF61F}" type="pres">
      <dgm:prSet presAssocID="{8D5F0DAD-98F7-4C8A-811B-7C3D4836A90C}" presName="sibTrans" presStyleCnt="0"/>
      <dgm:spPr/>
    </dgm:pt>
    <dgm:pt modelId="{24C1D95A-DBA6-45B7-AE34-B1DEDCF5E463}" type="pres">
      <dgm:prSet presAssocID="{87BCCD41-EE0D-45EA-BCBF-4BA6322ECA45}" presName="compNode" presStyleCnt="0"/>
      <dgm:spPr/>
    </dgm:pt>
    <dgm:pt modelId="{545A9AF9-F0D0-497B-A50D-DEE299004979}" type="pres">
      <dgm:prSet presAssocID="{87BCCD41-EE0D-45EA-BCBF-4BA6322ECA4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udad"/>
        </a:ext>
      </dgm:extLst>
    </dgm:pt>
    <dgm:pt modelId="{2AE22ABA-9B4D-4CEE-93F5-17CD46AF7568}" type="pres">
      <dgm:prSet presAssocID="{87BCCD41-EE0D-45EA-BCBF-4BA6322ECA45}" presName="iconSpace" presStyleCnt="0"/>
      <dgm:spPr/>
    </dgm:pt>
    <dgm:pt modelId="{CC5BEBA1-D2FA-4880-8E94-EEA28FB2C678}" type="pres">
      <dgm:prSet presAssocID="{87BCCD41-EE0D-45EA-BCBF-4BA6322ECA45}" presName="parTx" presStyleLbl="revTx" presStyleIdx="2" presStyleCnt="6">
        <dgm:presLayoutVars>
          <dgm:chMax val="0"/>
          <dgm:chPref val="0"/>
        </dgm:presLayoutVars>
      </dgm:prSet>
      <dgm:spPr/>
    </dgm:pt>
    <dgm:pt modelId="{9E2E0592-1817-456B-AF1E-891077DA52AE}" type="pres">
      <dgm:prSet presAssocID="{87BCCD41-EE0D-45EA-BCBF-4BA6322ECA45}" presName="txSpace" presStyleCnt="0"/>
      <dgm:spPr/>
    </dgm:pt>
    <dgm:pt modelId="{8E4D4FC7-44CF-4612-BCA1-1AE92F2D94CE}" type="pres">
      <dgm:prSet presAssocID="{87BCCD41-EE0D-45EA-BCBF-4BA6322ECA45}" presName="desTx" presStyleLbl="revTx" presStyleIdx="3" presStyleCnt="6">
        <dgm:presLayoutVars/>
      </dgm:prSet>
      <dgm:spPr/>
    </dgm:pt>
    <dgm:pt modelId="{71E39778-963A-4468-B896-078B49A23694}" type="pres">
      <dgm:prSet presAssocID="{D6269EC4-F43F-4B83-864F-D048A88A8BD8}" presName="sibTrans" presStyleCnt="0"/>
      <dgm:spPr/>
    </dgm:pt>
    <dgm:pt modelId="{F77BA459-064C-457A-9DB0-E8A45DB1BD95}" type="pres">
      <dgm:prSet presAssocID="{8BE7F980-0944-454F-B7DD-E7FB9907C2B3}" presName="compNode" presStyleCnt="0"/>
      <dgm:spPr/>
    </dgm:pt>
    <dgm:pt modelId="{90818800-CC5A-4549-8711-ED142E5A519A}" type="pres">
      <dgm:prSet presAssocID="{8BE7F980-0944-454F-B7DD-E7FB9907C2B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99CFFABB-5F6B-4334-9C77-10AFFAF00DF4}" type="pres">
      <dgm:prSet presAssocID="{8BE7F980-0944-454F-B7DD-E7FB9907C2B3}" presName="iconSpace" presStyleCnt="0"/>
      <dgm:spPr/>
    </dgm:pt>
    <dgm:pt modelId="{3235CF5D-3D3A-46A2-917F-332443BE66E7}" type="pres">
      <dgm:prSet presAssocID="{8BE7F980-0944-454F-B7DD-E7FB9907C2B3}" presName="parTx" presStyleLbl="revTx" presStyleIdx="4" presStyleCnt="6">
        <dgm:presLayoutVars>
          <dgm:chMax val="0"/>
          <dgm:chPref val="0"/>
        </dgm:presLayoutVars>
      </dgm:prSet>
      <dgm:spPr/>
    </dgm:pt>
    <dgm:pt modelId="{53F4E602-C3DF-4657-AFDC-3712964530C4}" type="pres">
      <dgm:prSet presAssocID="{8BE7F980-0944-454F-B7DD-E7FB9907C2B3}" presName="txSpace" presStyleCnt="0"/>
      <dgm:spPr/>
    </dgm:pt>
    <dgm:pt modelId="{D087F0E3-0724-4642-972E-204B67A143E1}" type="pres">
      <dgm:prSet presAssocID="{8BE7F980-0944-454F-B7DD-E7FB9907C2B3}" presName="desTx" presStyleLbl="revTx" presStyleIdx="5" presStyleCnt="6">
        <dgm:presLayoutVars/>
      </dgm:prSet>
      <dgm:spPr/>
    </dgm:pt>
  </dgm:ptLst>
  <dgm:cxnLst>
    <dgm:cxn modelId="{2E546605-C351-47BF-912B-3F067F46BD4E}" srcId="{BFE91C8D-13E4-4EC1-9DE4-63C1FAE565A0}" destId="{33F882C7-C459-45D0-8CE5-C09937F952AE}" srcOrd="0" destOrd="0" parTransId="{B2375918-5437-4980-BEFE-F33D1C9CF3CA}" sibTransId="{37ADB62A-A88B-4205-8258-3C0B465F2076}"/>
    <dgm:cxn modelId="{00CF091D-5F32-4A97-A17E-7E57A9BB7493}" type="presOf" srcId="{F144FE40-865D-4EDF-B47B-8E0F1C9B8477}" destId="{D087F0E3-0724-4642-972E-204B67A143E1}" srcOrd="0" destOrd="0" presId="urn:microsoft.com/office/officeart/2018/5/layout/CenteredIconLabelDescriptionList"/>
    <dgm:cxn modelId="{817FC525-D0AC-499E-B15C-C5D82AB58F06}" srcId="{7914DB20-941A-44CD-AB7D-E92A0A08A866}" destId="{BFE91C8D-13E4-4EC1-9DE4-63C1FAE565A0}" srcOrd="0" destOrd="0" parTransId="{93855449-23DD-4761-83EC-ACC1E0707EE9}" sibTransId="{8D5F0DAD-98F7-4C8A-811B-7C3D4836A90C}"/>
    <dgm:cxn modelId="{9C791C2C-1564-40E1-A9BE-BBDA6044ECCF}" srcId="{87BCCD41-EE0D-45EA-BCBF-4BA6322ECA45}" destId="{9C283B47-3A22-47C3-8394-CBBC74C052D8}" srcOrd="0" destOrd="0" parTransId="{69CF5331-CAFE-4084-9FB4-C1C98D353721}" sibTransId="{420B59B2-42B4-41B4-AFDE-61851978C88C}"/>
    <dgm:cxn modelId="{F08B3F47-CB81-47D7-B340-D5F6EB0FAC58}" srcId="{7914DB20-941A-44CD-AB7D-E92A0A08A866}" destId="{8BE7F980-0944-454F-B7DD-E7FB9907C2B3}" srcOrd="2" destOrd="0" parTransId="{129F6CCD-B806-497C-B398-80EA026BA63B}" sibTransId="{6B9E9E8E-C58B-45AB-A78B-5BECC51FE796}"/>
    <dgm:cxn modelId="{5254FA49-DA73-4820-812C-D8D493D0C339}" srcId="{8BE7F980-0944-454F-B7DD-E7FB9907C2B3}" destId="{F144FE40-865D-4EDF-B47B-8E0F1C9B8477}" srcOrd="0" destOrd="0" parTransId="{0A5EFA6E-2488-40C8-A125-C439F2695C58}" sibTransId="{E031532A-8495-48B6-86C6-7D3FF4AE3826}"/>
    <dgm:cxn modelId="{518B454D-C7C4-47EB-B248-73B0FCEA0F59}" srcId="{7914DB20-941A-44CD-AB7D-E92A0A08A866}" destId="{87BCCD41-EE0D-45EA-BCBF-4BA6322ECA45}" srcOrd="1" destOrd="0" parTransId="{E6434F74-A262-4119-A05C-46C478A7D369}" sibTransId="{D6269EC4-F43F-4B83-864F-D048A88A8BD8}"/>
    <dgm:cxn modelId="{86C451B4-14FF-4D22-8741-34EFE582F527}" type="presOf" srcId="{33F882C7-C459-45D0-8CE5-C09937F952AE}" destId="{316AD4D2-6717-4A58-9735-7885A116170B}" srcOrd="0" destOrd="0" presId="urn:microsoft.com/office/officeart/2018/5/layout/CenteredIconLabelDescriptionList"/>
    <dgm:cxn modelId="{04E2BABD-82EA-4969-AA13-0FBDDD6C3045}" type="presOf" srcId="{7914DB20-941A-44CD-AB7D-E92A0A08A866}" destId="{EE218911-919A-468E-A0AB-52582E83854F}" srcOrd="0" destOrd="0" presId="urn:microsoft.com/office/officeart/2018/5/layout/CenteredIconLabelDescriptionList"/>
    <dgm:cxn modelId="{1CA270C5-5EBE-4A80-8D25-AEAE5418F73C}" type="presOf" srcId="{87BCCD41-EE0D-45EA-BCBF-4BA6322ECA45}" destId="{CC5BEBA1-D2FA-4880-8E94-EEA28FB2C678}" srcOrd="0" destOrd="0" presId="urn:microsoft.com/office/officeart/2018/5/layout/CenteredIconLabelDescriptionList"/>
    <dgm:cxn modelId="{611630C9-BB27-48B2-87BA-30B0A254D51C}" type="presOf" srcId="{8BE7F980-0944-454F-B7DD-E7FB9907C2B3}" destId="{3235CF5D-3D3A-46A2-917F-332443BE66E7}" srcOrd="0" destOrd="0" presId="urn:microsoft.com/office/officeart/2018/5/layout/CenteredIconLabelDescriptionList"/>
    <dgm:cxn modelId="{4789D1EA-8A78-4387-8CDF-F3C4EA8F39FE}" type="presOf" srcId="{BFE91C8D-13E4-4EC1-9DE4-63C1FAE565A0}" destId="{2AA8F2AD-AC35-432B-978F-9548C4ED95FE}" srcOrd="0" destOrd="0" presId="urn:microsoft.com/office/officeart/2018/5/layout/CenteredIconLabelDescriptionList"/>
    <dgm:cxn modelId="{233211EF-7089-422F-8D16-222D912B6937}" type="presOf" srcId="{9C283B47-3A22-47C3-8394-CBBC74C052D8}" destId="{8E4D4FC7-44CF-4612-BCA1-1AE92F2D94CE}" srcOrd="0" destOrd="0" presId="urn:microsoft.com/office/officeart/2018/5/layout/CenteredIconLabelDescriptionList"/>
    <dgm:cxn modelId="{2CC47244-2BAE-4897-B008-9ED2F60D1C2B}" type="presParOf" srcId="{EE218911-919A-468E-A0AB-52582E83854F}" destId="{9849DE4D-3F63-455B-9EEB-B480A22050A9}" srcOrd="0" destOrd="0" presId="urn:microsoft.com/office/officeart/2018/5/layout/CenteredIconLabelDescriptionList"/>
    <dgm:cxn modelId="{9FFCCABD-EF92-4816-AAE1-7A6850049B0D}" type="presParOf" srcId="{9849DE4D-3F63-455B-9EEB-B480A22050A9}" destId="{703A1D35-18A6-4417-A298-0C28E6CF17C4}" srcOrd="0" destOrd="0" presId="urn:microsoft.com/office/officeart/2018/5/layout/CenteredIconLabelDescriptionList"/>
    <dgm:cxn modelId="{18DFC4D8-45FD-4650-ACC9-13423A3413EE}" type="presParOf" srcId="{9849DE4D-3F63-455B-9EEB-B480A22050A9}" destId="{60238826-9D99-4AE1-9D73-69EAF26014DB}" srcOrd="1" destOrd="0" presId="urn:microsoft.com/office/officeart/2018/5/layout/CenteredIconLabelDescriptionList"/>
    <dgm:cxn modelId="{49201210-FCA4-4E0B-923C-829BB7710A89}" type="presParOf" srcId="{9849DE4D-3F63-455B-9EEB-B480A22050A9}" destId="{2AA8F2AD-AC35-432B-978F-9548C4ED95FE}" srcOrd="2" destOrd="0" presId="urn:microsoft.com/office/officeart/2018/5/layout/CenteredIconLabelDescriptionList"/>
    <dgm:cxn modelId="{A11DDF64-58CD-422C-8A0E-32A2CA6CBB3C}" type="presParOf" srcId="{9849DE4D-3F63-455B-9EEB-B480A22050A9}" destId="{610FE64C-8DE4-492F-B1F5-34B90B2BF658}" srcOrd="3" destOrd="0" presId="urn:microsoft.com/office/officeart/2018/5/layout/CenteredIconLabelDescriptionList"/>
    <dgm:cxn modelId="{507A8721-F7E3-4D7E-8FC0-18BFAA5C71FB}" type="presParOf" srcId="{9849DE4D-3F63-455B-9EEB-B480A22050A9}" destId="{316AD4D2-6717-4A58-9735-7885A116170B}" srcOrd="4" destOrd="0" presId="urn:microsoft.com/office/officeart/2018/5/layout/CenteredIconLabelDescriptionList"/>
    <dgm:cxn modelId="{7F197EC9-6841-47B3-A108-D3F48408EDAD}" type="presParOf" srcId="{EE218911-919A-468E-A0AB-52582E83854F}" destId="{C66043A7-96B2-465B-B837-3D47E0ECF61F}" srcOrd="1" destOrd="0" presId="urn:microsoft.com/office/officeart/2018/5/layout/CenteredIconLabelDescriptionList"/>
    <dgm:cxn modelId="{D76C3FA4-D632-4F48-8130-A4EA6D4CA14F}" type="presParOf" srcId="{EE218911-919A-468E-A0AB-52582E83854F}" destId="{24C1D95A-DBA6-45B7-AE34-B1DEDCF5E463}" srcOrd="2" destOrd="0" presId="urn:microsoft.com/office/officeart/2018/5/layout/CenteredIconLabelDescriptionList"/>
    <dgm:cxn modelId="{EA0715AC-8973-45A2-810D-C45E6FB05924}" type="presParOf" srcId="{24C1D95A-DBA6-45B7-AE34-B1DEDCF5E463}" destId="{545A9AF9-F0D0-497B-A50D-DEE299004979}" srcOrd="0" destOrd="0" presId="urn:microsoft.com/office/officeart/2018/5/layout/CenteredIconLabelDescriptionList"/>
    <dgm:cxn modelId="{A351FD78-97B8-4804-932E-2CE23C69F0B5}" type="presParOf" srcId="{24C1D95A-DBA6-45B7-AE34-B1DEDCF5E463}" destId="{2AE22ABA-9B4D-4CEE-93F5-17CD46AF7568}" srcOrd="1" destOrd="0" presId="urn:microsoft.com/office/officeart/2018/5/layout/CenteredIconLabelDescriptionList"/>
    <dgm:cxn modelId="{5F8C709E-CE46-425B-950B-C28F147405AD}" type="presParOf" srcId="{24C1D95A-DBA6-45B7-AE34-B1DEDCF5E463}" destId="{CC5BEBA1-D2FA-4880-8E94-EEA28FB2C678}" srcOrd="2" destOrd="0" presId="urn:microsoft.com/office/officeart/2018/5/layout/CenteredIconLabelDescriptionList"/>
    <dgm:cxn modelId="{30972B9C-C284-47E8-B01D-472632E4169B}" type="presParOf" srcId="{24C1D95A-DBA6-45B7-AE34-B1DEDCF5E463}" destId="{9E2E0592-1817-456B-AF1E-891077DA52AE}" srcOrd="3" destOrd="0" presId="urn:microsoft.com/office/officeart/2018/5/layout/CenteredIconLabelDescriptionList"/>
    <dgm:cxn modelId="{11AA42FE-F722-4577-AFDE-C4F723EAD396}" type="presParOf" srcId="{24C1D95A-DBA6-45B7-AE34-B1DEDCF5E463}" destId="{8E4D4FC7-44CF-4612-BCA1-1AE92F2D94CE}" srcOrd="4" destOrd="0" presId="urn:microsoft.com/office/officeart/2018/5/layout/CenteredIconLabelDescriptionList"/>
    <dgm:cxn modelId="{959BA1C8-4A71-47E8-9EB9-6737B5A89661}" type="presParOf" srcId="{EE218911-919A-468E-A0AB-52582E83854F}" destId="{71E39778-963A-4468-B896-078B49A23694}" srcOrd="3" destOrd="0" presId="urn:microsoft.com/office/officeart/2018/5/layout/CenteredIconLabelDescriptionList"/>
    <dgm:cxn modelId="{B2AC4472-4BA7-4760-A10A-D5975135327A}" type="presParOf" srcId="{EE218911-919A-468E-A0AB-52582E83854F}" destId="{F77BA459-064C-457A-9DB0-E8A45DB1BD95}" srcOrd="4" destOrd="0" presId="urn:microsoft.com/office/officeart/2018/5/layout/CenteredIconLabelDescriptionList"/>
    <dgm:cxn modelId="{62925898-3F81-47B5-B2DC-7829708918F8}" type="presParOf" srcId="{F77BA459-064C-457A-9DB0-E8A45DB1BD95}" destId="{90818800-CC5A-4549-8711-ED142E5A519A}" srcOrd="0" destOrd="0" presId="urn:microsoft.com/office/officeart/2018/5/layout/CenteredIconLabelDescriptionList"/>
    <dgm:cxn modelId="{2B3A5492-F5C5-49DC-810F-3FB5FAEC3512}" type="presParOf" srcId="{F77BA459-064C-457A-9DB0-E8A45DB1BD95}" destId="{99CFFABB-5F6B-4334-9C77-10AFFAF00DF4}" srcOrd="1" destOrd="0" presId="urn:microsoft.com/office/officeart/2018/5/layout/CenteredIconLabelDescriptionList"/>
    <dgm:cxn modelId="{65FFD04D-5E17-43BF-85FA-43BB316716F2}" type="presParOf" srcId="{F77BA459-064C-457A-9DB0-E8A45DB1BD95}" destId="{3235CF5D-3D3A-46A2-917F-332443BE66E7}" srcOrd="2" destOrd="0" presId="urn:microsoft.com/office/officeart/2018/5/layout/CenteredIconLabelDescriptionList"/>
    <dgm:cxn modelId="{E43E0517-DE3E-4BE0-B7C9-EBAFEA5F540A}" type="presParOf" srcId="{F77BA459-064C-457A-9DB0-E8A45DB1BD95}" destId="{53F4E602-C3DF-4657-AFDC-3712964530C4}" srcOrd="3" destOrd="0" presId="urn:microsoft.com/office/officeart/2018/5/layout/CenteredIconLabelDescriptionList"/>
    <dgm:cxn modelId="{BA848906-D857-46F3-BE3D-30CB5C82E31D}" type="presParOf" srcId="{F77BA459-064C-457A-9DB0-E8A45DB1BD95}" destId="{D087F0E3-0724-4642-972E-204B67A143E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24B0D7-F294-4A67-A94D-1BEA0A47806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0BD6A36-DAA6-4ABF-89FD-463A28EBE7A5}">
      <dgm:prSet/>
      <dgm:spPr/>
      <dgm:t>
        <a:bodyPr/>
        <a:lstStyle/>
        <a:p>
          <a:r>
            <a:rPr lang="es-MX"/>
            <a:t>Una universidad pública con 25,000 estudiantes quiere implementar una plataforma digital para gestión académica, que permita:</a:t>
          </a:r>
          <a:endParaRPr lang="en-US"/>
        </a:p>
      </dgm:t>
    </dgm:pt>
    <dgm:pt modelId="{A22FB625-C0F7-4637-BE69-CCF9813836EB}" type="parTrans" cxnId="{FAE1B3EF-4C10-42AD-B5EF-01ED0BFD8331}">
      <dgm:prSet/>
      <dgm:spPr/>
      <dgm:t>
        <a:bodyPr/>
        <a:lstStyle/>
        <a:p>
          <a:endParaRPr lang="en-US"/>
        </a:p>
      </dgm:t>
    </dgm:pt>
    <dgm:pt modelId="{DCD69148-80C0-4A78-83E5-A05C1978A8C9}" type="sibTrans" cxnId="{FAE1B3EF-4C10-42AD-B5EF-01ED0BFD8331}">
      <dgm:prSet/>
      <dgm:spPr/>
      <dgm:t>
        <a:bodyPr/>
        <a:lstStyle/>
        <a:p>
          <a:endParaRPr lang="en-US"/>
        </a:p>
      </dgm:t>
    </dgm:pt>
    <dgm:pt modelId="{D646FD5C-F258-4C52-A57C-C3ABBFA06AB8}">
      <dgm:prSet/>
      <dgm:spPr/>
      <dgm:t>
        <a:bodyPr/>
        <a:lstStyle/>
        <a:p>
          <a:r>
            <a:rPr lang="es-MX" dirty="0"/>
            <a:t>inscripción a materias</a:t>
          </a:r>
          <a:endParaRPr lang="en-US" dirty="0"/>
        </a:p>
      </dgm:t>
    </dgm:pt>
    <dgm:pt modelId="{6F5DE271-ED2C-4011-87A6-E8C1A7F600D6}" type="parTrans" cxnId="{AF638D77-7975-4055-A903-CB01D1F7BE05}">
      <dgm:prSet/>
      <dgm:spPr/>
      <dgm:t>
        <a:bodyPr/>
        <a:lstStyle/>
        <a:p>
          <a:endParaRPr lang="en-US"/>
        </a:p>
      </dgm:t>
    </dgm:pt>
    <dgm:pt modelId="{90B227E5-58BC-4349-8111-15EE4EE130E3}" type="sibTrans" cxnId="{AF638D77-7975-4055-A903-CB01D1F7BE05}">
      <dgm:prSet/>
      <dgm:spPr/>
      <dgm:t>
        <a:bodyPr/>
        <a:lstStyle/>
        <a:p>
          <a:endParaRPr lang="en-US"/>
        </a:p>
      </dgm:t>
    </dgm:pt>
    <dgm:pt modelId="{9A6FBD2F-BCB2-4D83-8410-E12B36DB91E8}">
      <dgm:prSet/>
      <dgm:spPr/>
      <dgm:t>
        <a:bodyPr/>
        <a:lstStyle/>
        <a:p>
          <a:r>
            <a:rPr lang="es-MX"/>
            <a:t>consulta de calificaciones</a:t>
          </a:r>
          <a:endParaRPr lang="en-US"/>
        </a:p>
      </dgm:t>
    </dgm:pt>
    <dgm:pt modelId="{6388BA05-832D-41EA-8905-78E908CF5D00}" type="parTrans" cxnId="{BEAC4139-2F25-4A15-81BD-9BDC585E670E}">
      <dgm:prSet/>
      <dgm:spPr/>
      <dgm:t>
        <a:bodyPr/>
        <a:lstStyle/>
        <a:p>
          <a:endParaRPr lang="en-US"/>
        </a:p>
      </dgm:t>
    </dgm:pt>
    <dgm:pt modelId="{0B19B5DA-9ED8-4721-8A79-6803070642D8}" type="sibTrans" cxnId="{BEAC4139-2F25-4A15-81BD-9BDC585E670E}">
      <dgm:prSet/>
      <dgm:spPr/>
      <dgm:t>
        <a:bodyPr/>
        <a:lstStyle/>
        <a:p>
          <a:endParaRPr lang="en-US"/>
        </a:p>
      </dgm:t>
    </dgm:pt>
    <dgm:pt modelId="{B46D8784-7D34-4EB5-9B34-B036E6A3A330}">
      <dgm:prSet/>
      <dgm:spPr/>
      <dgm:t>
        <a:bodyPr/>
        <a:lstStyle/>
        <a:p>
          <a:r>
            <a:rPr lang="es-MX"/>
            <a:t>gestión de horarios</a:t>
          </a:r>
          <a:endParaRPr lang="en-US"/>
        </a:p>
      </dgm:t>
    </dgm:pt>
    <dgm:pt modelId="{62717670-9E87-4AB5-B165-C6E08C334B49}" type="parTrans" cxnId="{EC0D0B48-1B9F-460C-BDD3-83775A14BEFF}">
      <dgm:prSet/>
      <dgm:spPr/>
      <dgm:t>
        <a:bodyPr/>
        <a:lstStyle/>
        <a:p>
          <a:endParaRPr lang="en-US"/>
        </a:p>
      </dgm:t>
    </dgm:pt>
    <dgm:pt modelId="{DB1612C8-7CA0-4AE3-BB2E-95D30DD3CC09}" type="sibTrans" cxnId="{EC0D0B48-1B9F-460C-BDD3-83775A14BEFF}">
      <dgm:prSet/>
      <dgm:spPr/>
      <dgm:t>
        <a:bodyPr/>
        <a:lstStyle/>
        <a:p>
          <a:endParaRPr lang="en-US"/>
        </a:p>
      </dgm:t>
    </dgm:pt>
    <dgm:pt modelId="{926EA8B5-00DF-4240-95F9-2D62EC64345C}">
      <dgm:prSet/>
      <dgm:spPr/>
      <dgm:t>
        <a:bodyPr/>
        <a:lstStyle/>
        <a:p>
          <a:r>
            <a:rPr lang="es-MX"/>
            <a:t>pagos escolares</a:t>
          </a:r>
          <a:endParaRPr lang="en-US"/>
        </a:p>
      </dgm:t>
    </dgm:pt>
    <dgm:pt modelId="{EB6B0D13-921F-4406-B286-BB08E1B84C57}" type="parTrans" cxnId="{258C1440-1265-4FE9-9414-257121587337}">
      <dgm:prSet/>
      <dgm:spPr/>
      <dgm:t>
        <a:bodyPr/>
        <a:lstStyle/>
        <a:p>
          <a:endParaRPr lang="en-US"/>
        </a:p>
      </dgm:t>
    </dgm:pt>
    <dgm:pt modelId="{A803BC9E-B162-430A-A7C4-A93B784D0A76}" type="sibTrans" cxnId="{258C1440-1265-4FE9-9414-257121587337}">
      <dgm:prSet/>
      <dgm:spPr/>
      <dgm:t>
        <a:bodyPr/>
        <a:lstStyle/>
        <a:p>
          <a:endParaRPr lang="en-US"/>
        </a:p>
      </dgm:t>
    </dgm:pt>
    <dgm:pt modelId="{E85CE36F-59FF-4B3E-B16D-BC0C8B03EF1B}">
      <dgm:prSet/>
      <dgm:spPr/>
      <dgm:t>
        <a:bodyPr/>
        <a:lstStyle/>
        <a:p>
          <a:r>
            <a:rPr lang="es-MX"/>
            <a:t>comunicación con profesores</a:t>
          </a:r>
          <a:endParaRPr lang="en-US"/>
        </a:p>
      </dgm:t>
    </dgm:pt>
    <dgm:pt modelId="{3A46FC80-A7B4-4339-B2B1-EB516DFF9C09}" type="parTrans" cxnId="{BF80D3BC-F2F3-488C-8331-83512D10E63E}">
      <dgm:prSet/>
      <dgm:spPr/>
      <dgm:t>
        <a:bodyPr/>
        <a:lstStyle/>
        <a:p>
          <a:endParaRPr lang="en-US"/>
        </a:p>
      </dgm:t>
    </dgm:pt>
    <dgm:pt modelId="{981FAC17-8239-4661-86BA-6849A3DAE715}" type="sibTrans" cxnId="{BF80D3BC-F2F3-488C-8331-83512D10E63E}">
      <dgm:prSet/>
      <dgm:spPr/>
      <dgm:t>
        <a:bodyPr/>
        <a:lstStyle/>
        <a:p>
          <a:endParaRPr lang="en-US"/>
        </a:p>
      </dgm:t>
    </dgm:pt>
    <dgm:pt modelId="{42A282CA-6915-4B9E-9A9B-4BA653A6C3BD}">
      <dgm:prSet/>
      <dgm:spPr/>
      <dgm:t>
        <a:bodyPr/>
        <a:lstStyle/>
        <a:p>
          <a:r>
            <a:rPr lang="es-MX"/>
            <a:t>acceso desde web y móvil</a:t>
          </a:r>
          <a:endParaRPr lang="en-US"/>
        </a:p>
      </dgm:t>
    </dgm:pt>
    <dgm:pt modelId="{D0449858-92B2-41E9-AB5E-5BE53FF758D3}" type="parTrans" cxnId="{051F207B-3BD1-4130-A7DD-6942FD5B1F7E}">
      <dgm:prSet/>
      <dgm:spPr/>
      <dgm:t>
        <a:bodyPr/>
        <a:lstStyle/>
        <a:p>
          <a:endParaRPr lang="en-US"/>
        </a:p>
      </dgm:t>
    </dgm:pt>
    <dgm:pt modelId="{433F7E94-30D6-4BE9-B4AE-D8AF6251BCEE}" type="sibTrans" cxnId="{051F207B-3BD1-4130-A7DD-6942FD5B1F7E}">
      <dgm:prSet/>
      <dgm:spPr/>
      <dgm:t>
        <a:bodyPr/>
        <a:lstStyle/>
        <a:p>
          <a:endParaRPr lang="en-US"/>
        </a:p>
      </dgm:t>
    </dgm:pt>
    <dgm:pt modelId="{BA573A33-BAE7-4399-BE1F-6CED6E7BBE97}">
      <dgm:prSet/>
      <dgm:spPr/>
      <dgm:t>
        <a:bodyPr/>
        <a:lstStyle/>
        <a:p>
          <a:r>
            <a:rPr lang="es-MX"/>
            <a:t>Actualmente el sistema está alojado en servidores locales del campus, pero presenta problemas:</a:t>
          </a:r>
          <a:endParaRPr lang="en-US"/>
        </a:p>
      </dgm:t>
    </dgm:pt>
    <dgm:pt modelId="{B7E93AF4-9AD7-40B0-88F1-214E114AFCD6}" type="parTrans" cxnId="{43FD3A9E-C5AD-44BD-A45F-D695982F89A9}">
      <dgm:prSet/>
      <dgm:spPr/>
      <dgm:t>
        <a:bodyPr/>
        <a:lstStyle/>
        <a:p>
          <a:endParaRPr lang="en-US"/>
        </a:p>
      </dgm:t>
    </dgm:pt>
    <dgm:pt modelId="{FF5A4FCC-C22C-4791-B5AC-4708F8777B00}" type="sibTrans" cxnId="{43FD3A9E-C5AD-44BD-A45F-D695982F89A9}">
      <dgm:prSet/>
      <dgm:spPr/>
      <dgm:t>
        <a:bodyPr/>
        <a:lstStyle/>
        <a:p>
          <a:endParaRPr lang="en-US"/>
        </a:p>
      </dgm:t>
    </dgm:pt>
    <dgm:pt modelId="{D40C35B3-9806-44AC-9A14-ADC4967D41F6}">
      <dgm:prSet/>
      <dgm:spPr/>
      <dgm:t>
        <a:bodyPr/>
        <a:lstStyle/>
        <a:p>
          <a:r>
            <a:rPr lang="es-MX"/>
            <a:t>saturación en periodos de inscripción</a:t>
          </a:r>
          <a:endParaRPr lang="en-US"/>
        </a:p>
      </dgm:t>
    </dgm:pt>
    <dgm:pt modelId="{FED13122-DAEB-4689-BEAE-E930DBE84688}" type="parTrans" cxnId="{EC4F0B79-45F0-4A08-916F-FA73807224A3}">
      <dgm:prSet/>
      <dgm:spPr/>
      <dgm:t>
        <a:bodyPr/>
        <a:lstStyle/>
        <a:p>
          <a:endParaRPr lang="en-US"/>
        </a:p>
      </dgm:t>
    </dgm:pt>
    <dgm:pt modelId="{129FE2CA-9537-43C4-BF65-66C274FB429A}" type="sibTrans" cxnId="{EC4F0B79-45F0-4A08-916F-FA73807224A3}">
      <dgm:prSet/>
      <dgm:spPr/>
      <dgm:t>
        <a:bodyPr/>
        <a:lstStyle/>
        <a:p>
          <a:endParaRPr lang="en-US"/>
        </a:p>
      </dgm:t>
    </dgm:pt>
    <dgm:pt modelId="{76661DC4-C9B5-4489-8CDB-BF509AFEB1EF}">
      <dgm:prSet/>
      <dgm:spPr/>
      <dgm:t>
        <a:bodyPr/>
        <a:lstStyle/>
        <a:p>
          <a:r>
            <a:rPr lang="es-MX"/>
            <a:t>costos crecientes de mantenimiento</a:t>
          </a:r>
          <a:endParaRPr lang="en-US"/>
        </a:p>
      </dgm:t>
    </dgm:pt>
    <dgm:pt modelId="{6D6E675E-ACEB-440B-A93B-57DBBB5DA4E5}" type="parTrans" cxnId="{A6D0671E-E691-4E7D-A601-B8999E8346BE}">
      <dgm:prSet/>
      <dgm:spPr/>
      <dgm:t>
        <a:bodyPr/>
        <a:lstStyle/>
        <a:p>
          <a:endParaRPr lang="en-US"/>
        </a:p>
      </dgm:t>
    </dgm:pt>
    <dgm:pt modelId="{8C236B95-A91E-4F27-B1AB-A1D3CF2CE439}" type="sibTrans" cxnId="{A6D0671E-E691-4E7D-A601-B8999E8346BE}">
      <dgm:prSet/>
      <dgm:spPr/>
      <dgm:t>
        <a:bodyPr/>
        <a:lstStyle/>
        <a:p>
          <a:endParaRPr lang="en-US"/>
        </a:p>
      </dgm:t>
    </dgm:pt>
    <dgm:pt modelId="{CE1781BF-F3E4-4F8E-B766-1617B267B36A}">
      <dgm:prSet/>
      <dgm:spPr/>
      <dgm:t>
        <a:bodyPr/>
        <a:lstStyle/>
        <a:p>
          <a:r>
            <a:rPr lang="es-MX"/>
            <a:t>tiempos de caída del sistema</a:t>
          </a:r>
          <a:endParaRPr lang="en-US"/>
        </a:p>
      </dgm:t>
    </dgm:pt>
    <dgm:pt modelId="{881818A3-9643-4C31-BE6B-C8EFA087AC13}" type="parTrans" cxnId="{61C31136-9D81-430F-85C3-F226C1AEA117}">
      <dgm:prSet/>
      <dgm:spPr/>
      <dgm:t>
        <a:bodyPr/>
        <a:lstStyle/>
        <a:p>
          <a:endParaRPr lang="en-US"/>
        </a:p>
      </dgm:t>
    </dgm:pt>
    <dgm:pt modelId="{2F959C0E-6E0E-41FD-A37D-35F148EF0158}" type="sibTrans" cxnId="{61C31136-9D81-430F-85C3-F226C1AEA117}">
      <dgm:prSet/>
      <dgm:spPr/>
      <dgm:t>
        <a:bodyPr/>
        <a:lstStyle/>
        <a:p>
          <a:endParaRPr lang="en-US"/>
        </a:p>
      </dgm:t>
    </dgm:pt>
    <dgm:pt modelId="{9D27B403-D2F1-4063-B4E8-34C6F053F59A}">
      <dgm:prSet/>
      <dgm:spPr/>
      <dgm:t>
        <a:bodyPr/>
        <a:lstStyle/>
        <a:p>
          <a:r>
            <a:rPr lang="es-MX"/>
            <a:t>dificultad para escalar</a:t>
          </a:r>
          <a:endParaRPr lang="en-US"/>
        </a:p>
      </dgm:t>
    </dgm:pt>
    <dgm:pt modelId="{5DDE4E57-B027-41E4-AA95-C21E41F096C0}" type="parTrans" cxnId="{B31CE61D-15D0-4844-A82E-C0A9AD9C6C4E}">
      <dgm:prSet/>
      <dgm:spPr/>
      <dgm:t>
        <a:bodyPr/>
        <a:lstStyle/>
        <a:p>
          <a:endParaRPr lang="en-US"/>
        </a:p>
      </dgm:t>
    </dgm:pt>
    <dgm:pt modelId="{A893B196-AD7F-45B5-8324-2A103E1BDF25}" type="sibTrans" cxnId="{B31CE61D-15D0-4844-A82E-C0A9AD9C6C4E}">
      <dgm:prSet/>
      <dgm:spPr/>
      <dgm:t>
        <a:bodyPr/>
        <a:lstStyle/>
        <a:p>
          <a:endParaRPr lang="en-US"/>
        </a:p>
      </dgm:t>
    </dgm:pt>
    <dgm:pt modelId="{1BB96D21-FC2C-4580-AD39-A19B6FFFE162}">
      <dgm:prSet/>
      <dgm:spPr/>
      <dgm:t>
        <a:bodyPr/>
        <a:lstStyle/>
        <a:p>
          <a:r>
            <a:rPr lang="es-MX"/>
            <a:t>infraestructura obsoleta</a:t>
          </a:r>
          <a:endParaRPr lang="en-US"/>
        </a:p>
      </dgm:t>
    </dgm:pt>
    <dgm:pt modelId="{CE022FE8-1768-4480-ADAB-C33DBEC9646F}" type="parTrans" cxnId="{F97C8BF4-4B7D-4DB8-B0E3-BF14DBA1BF9E}">
      <dgm:prSet/>
      <dgm:spPr/>
      <dgm:t>
        <a:bodyPr/>
        <a:lstStyle/>
        <a:p>
          <a:endParaRPr lang="en-US"/>
        </a:p>
      </dgm:t>
    </dgm:pt>
    <dgm:pt modelId="{C87011DD-5813-4638-8531-5524E456C857}" type="sibTrans" cxnId="{F97C8BF4-4B7D-4DB8-B0E3-BF14DBA1BF9E}">
      <dgm:prSet/>
      <dgm:spPr/>
      <dgm:t>
        <a:bodyPr/>
        <a:lstStyle/>
        <a:p>
          <a:endParaRPr lang="en-US"/>
        </a:p>
      </dgm:t>
    </dgm:pt>
    <dgm:pt modelId="{AFBD15D1-6EF5-4962-9EC4-2D9FF3C485E8}" type="pres">
      <dgm:prSet presAssocID="{0924B0D7-F294-4A67-A94D-1BEA0A47806E}" presName="linear" presStyleCnt="0">
        <dgm:presLayoutVars>
          <dgm:animLvl val="lvl"/>
          <dgm:resizeHandles val="exact"/>
        </dgm:presLayoutVars>
      </dgm:prSet>
      <dgm:spPr/>
    </dgm:pt>
    <dgm:pt modelId="{4DA38161-46DD-4B60-936C-A671E90D9AD5}" type="pres">
      <dgm:prSet presAssocID="{D0BD6A36-DAA6-4ABF-89FD-463A28EBE7A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EFC4352-11EE-4DCC-9A83-DFFE803B0F54}" type="pres">
      <dgm:prSet presAssocID="{D0BD6A36-DAA6-4ABF-89FD-463A28EBE7A5}" presName="childText" presStyleLbl="revTx" presStyleIdx="0" presStyleCnt="2">
        <dgm:presLayoutVars>
          <dgm:bulletEnabled val="1"/>
        </dgm:presLayoutVars>
      </dgm:prSet>
      <dgm:spPr/>
    </dgm:pt>
    <dgm:pt modelId="{83524339-3E8B-4508-8CCF-FB443834281D}" type="pres">
      <dgm:prSet presAssocID="{BA573A33-BAE7-4399-BE1F-6CED6E7BBE9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E282BA1-23D3-4F45-B8B5-74C49863E2B7}" type="pres">
      <dgm:prSet presAssocID="{BA573A33-BAE7-4399-BE1F-6CED6E7BBE9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6A92609-4664-4FBC-81BF-21AD184466EB}" type="presOf" srcId="{E85CE36F-59FF-4B3E-B16D-BC0C8B03EF1B}" destId="{9EFC4352-11EE-4DCC-9A83-DFFE803B0F54}" srcOrd="0" destOrd="4" presId="urn:microsoft.com/office/officeart/2005/8/layout/vList2"/>
    <dgm:cxn modelId="{3186C00D-DEBA-4EEC-AD44-F4480B24D7D7}" type="presOf" srcId="{B46D8784-7D34-4EB5-9B34-B036E6A3A330}" destId="{9EFC4352-11EE-4DCC-9A83-DFFE803B0F54}" srcOrd="0" destOrd="2" presId="urn:microsoft.com/office/officeart/2005/8/layout/vList2"/>
    <dgm:cxn modelId="{B31CE61D-15D0-4844-A82E-C0A9AD9C6C4E}" srcId="{BA573A33-BAE7-4399-BE1F-6CED6E7BBE97}" destId="{9D27B403-D2F1-4063-B4E8-34C6F053F59A}" srcOrd="3" destOrd="0" parTransId="{5DDE4E57-B027-41E4-AA95-C21E41F096C0}" sibTransId="{A893B196-AD7F-45B5-8324-2A103E1BDF25}"/>
    <dgm:cxn modelId="{A6D0671E-E691-4E7D-A601-B8999E8346BE}" srcId="{BA573A33-BAE7-4399-BE1F-6CED6E7BBE97}" destId="{76661DC4-C9B5-4489-8CDB-BF509AFEB1EF}" srcOrd="1" destOrd="0" parTransId="{6D6E675E-ACEB-440B-A93B-57DBBB5DA4E5}" sibTransId="{8C236B95-A91E-4F27-B1AB-A1D3CF2CE439}"/>
    <dgm:cxn modelId="{ACE7A61E-1E0F-4F6E-9B61-A3811F1129B9}" type="presOf" srcId="{BA573A33-BAE7-4399-BE1F-6CED6E7BBE97}" destId="{83524339-3E8B-4508-8CCF-FB443834281D}" srcOrd="0" destOrd="0" presId="urn:microsoft.com/office/officeart/2005/8/layout/vList2"/>
    <dgm:cxn modelId="{C4F5A12C-39A3-40E1-8E40-5F4227CA8D98}" type="presOf" srcId="{D40C35B3-9806-44AC-9A14-ADC4967D41F6}" destId="{8E282BA1-23D3-4F45-B8B5-74C49863E2B7}" srcOrd="0" destOrd="0" presId="urn:microsoft.com/office/officeart/2005/8/layout/vList2"/>
    <dgm:cxn modelId="{61C31136-9D81-430F-85C3-F226C1AEA117}" srcId="{BA573A33-BAE7-4399-BE1F-6CED6E7BBE97}" destId="{CE1781BF-F3E4-4F8E-B766-1617B267B36A}" srcOrd="2" destOrd="0" parTransId="{881818A3-9643-4C31-BE6B-C8EFA087AC13}" sibTransId="{2F959C0E-6E0E-41FD-A37D-35F148EF0158}"/>
    <dgm:cxn modelId="{BEAC4139-2F25-4A15-81BD-9BDC585E670E}" srcId="{D0BD6A36-DAA6-4ABF-89FD-463A28EBE7A5}" destId="{9A6FBD2F-BCB2-4D83-8410-E12B36DB91E8}" srcOrd="1" destOrd="0" parTransId="{6388BA05-832D-41EA-8905-78E908CF5D00}" sibTransId="{0B19B5DA-9ED8-4721-8A79-6803070642D8}"/>
    <dgm:cxn modelId="{172F073A-0F92-4E5E-BFE8-7318C949A8E9}" type="presOf" srcId="{42A282CA-6915-4B9E-9A9B-4BA653A6C3BD}" destId="{9EFC4352-11EE-4DCC-9A83-DFFE803B0F54}" srcOrd="0" destOrd="5" presId="urn:microsoft.com/office/officeart/2005/8/layout/vList2"/>
    <dgm:cxn modelId="{258C1440-1265-4FE9-9414-257121587337}" srcId="{D0BD6A36-DAA6-4ABF-89FD-463A28EBE7A5}" destId="{926EA8B5-00DF-4240-95F9-2D62EC64345C}" srcOrd="3" destOrd="0" parTransId="{EB6B0D13-921F-4406-B286-BB08E1B84C57}" sibTransId="{A803BC9E-B162-430A-A7C4-A93B784D0A76}"/>
    <dgm:cxn modelId="{5061AD62-0651-4B6A-A0C7-E3896B74BBB1}" type="presOf" srcId="{9D27B403-D2F1-4063-B4E8-34C6F053F59A}" destId="{8E282BA1-23D3-4F45-B8B5-74C49863E2B7}" srcOrd="0" destOrd="3" presId="urn:microsoft.com/office/officeart/2005/8/layout/vList2"/>
    <dgm:cxn modelId="{F4ACEC46-5FE7-46A7-9E27-B7B2DBD52555}" type="presOf" srcId="{D646FD5C-F258-4C52-A57C-C3ABBFA06AB8}" destId="{9EFC4352-11EE-4DCC-9A83-DFFE803B0F54}" srcOrd="0" destOrd="0" presId="urn:microsoft.com/office/officeart/2005/8/layout/vList2"/>
    <dgm:cxn modelId="{EC0D0B48-1B9F-460C-BDD3-83775A14BEFF}" srcId="{D0BD6A36-DAA6-4ABF-89FD-463A28EBE7A5}" destId="{B46D8784-7D34-4EB5-9B34-B036E6A3A330}" srcOrd="2" destOrd="0" parTransId="{62717670-9E87-4AB5-B165-C6E08C334B49}" sibTransId="{DB1612C8-7CA0-4AE3-BB2E-95D30DD3CC09}"/>
    <dgm:cxn modelId="{42DD3070-6565-44F6-BFD8-6BB18F0875EB}" type="presOf" srcId="{D0BD6A36-DAA6-4ABF-89FD-463A28EBE7A5}" destId="{4DA38161-46DD-4B60-936C-A671E90D9AD5}" srcOrd="0" destOrd="0" presId="urn:microsoft.com/office/officeart/2005/8/layout/vList2"/>
    <dgm:cxn modelId="{AF638D77-7975-4055-A903-CB01D1F7BE05}" srcId="{D0BD6A36-DAA6-4ABF-89FD-463A28EBE7A5}" destId="{D646FD5C-F258-4C52-A57C-C3ABBFA06AB8}" srcOrd="0" destOrd="0" parTransId="{6F5DE271-ED2C-4011-87A6-E8C1A7F600D6}" sibTransId="{90B227E5-58BC-4349-8111-15EE4EE130E3}"/>
    <dgm:cxn modelId="{EC4F0B79-45F0-4A08-916F-FA73807224A3}" srcId="{BA573A33-BAE7-4399-BE1F-6CED6E7BBE97}" destId="{D40C35B3-9806-44AC-9A14-ADC4967D41F6}" srcOrd="0" destOrd="0" parTransId="{FED13122-DAEB-4689-BEAE-E930DBE84688}" sibTransId="{129FE2CA-9537-43C4-BF65-66C274FB429A}"/>
    <dgm:cxn modelId="{051F207B-3BD1-4130-A7DD-6942FD5B1F7E}" srcId="{D0BD6A36-DAA6-4ABF-89FD-463A28EBE7A5}" destId="{42A282CA-6915-4B9E-9A9B-4BA653A6C3BD}" srcOrd="5" destOrd="0" parTransId="{D0449858-92B2-41E9-AB5E-5BE53FF758D3}" sibTransId="{433F7E94-30D6-4BE9-B4AE-D8AF6251BCEE}"/>
    <dgm:cxn modelId="{906E8B9D-1B48-4E78-AFCE-3CA94BE58D37}" type="presOf" srcId="{926EA8B5-00DF-4240-95F9-2D62EC64345C}" destId="{9EFC4352-11EE-4DCC-9A83-DFFE803B0F54}" srcOrd="0" destOrd="3" presId="urn:microsoft.com/office/officeart/2005/8/layout/vList2"/>
    <dgm:cxn modelId="{43FD3A9E-C5AD-44BD-A45F-D695982F89A9}" srcId="{0924B0D7-F294-4A67-A94D-1BEA0A47806E}" destId="{BA573A33-BAE7-4399-BE1F-6CED6E7BBE97}" srcOrd="1" destOrd="0" parTransId="{B7E93AF4-9AD7-40B0-88F1-214E114AFCD6}" sibTransId="{FF5A4FCC-C22C-4791-B5AC-4708F8777B00}"/>
    <dgm:cxn modelId="{7B8DADAA-1ED5-46C0-A0F3-A5F39BDA09AB}" type="presOf" srcId="{9A6FBD2F-BCB2-4D83-8410-E12B36DB91E8}" destId="{9EFC4352-11EE-4DCC-9A83-DFFE803B0F54}" srcOrd="0" destOrd="1" presId="urn:microsoft.com/office/officeart/2005/8/layout/vList2"/>
    <dgm:cxn modelId="{BF80D3BC-F2F3-488C-8331-83512D10E63E}" srcId="{D0BD6A36-DAA6-4ABF-89FD-463A28EBE7A5}" destId="{E85CE36F-59FF-4B3E-B16D-BC0C8B03EF1B}" srcOrd="4" destOrd="0" parTransId="{3A46FC80-A7B4-4339-B2B1-EB516DFF9C09}" sibTransId="{981FAC17-8239-4661-86BA-6849A3DAE715}"/>
    <dgm:cxn modelId="{F72373E7-F6D0-4282-B75B-BDA93B1AFCD0}" type="presOf" srcId="{0924B0D7-F294-4A67-A94D-1BEA0A47806E}" destId="{AFBD15D1-6EF5-4962-9EC4-2D9FF3C485E8}" srcOrd="0" destOrd="0" presId="urn:microsoft.com/office/officeart/2005/8/layout/vList2"/>
    <dgm:cxn modelId="{93AFB9EE-D0F6-4F5C-82E4-8298519F88A6}" type="presOf" srcId="{1BB96D21-FC2C-4580-AD39-A19B6FFFE162}" destId="{8E282BA1-23D3-4F45-B8B5-74C49863E2B7}" srcOrd="0" destOrd="4" presId="urn:microsoft.com/office/officeart/2005/8/layout/vList2"/>
    <dgm:cxn modelId="{FAE1B3EF-4C10-42AD-B5EF-01ED0BFD8331}" srcId="{0924B0D7-F294-4A67-A94D-1BEA0A47806E}" destId="{D0BD6A36-DAA6-4ABF-89FD-463A28EBE7A5}" srcOrd="0" destOrd="0" parTransId="{A22FB625-C0F7-4637-BE69-CCF9813836EB}" sibTransId="{DCD69148-80C0-4A78-83E5-A05C1978A8C9}"/>
    <dgm:cxn modelId="{6081DBEF-CD3A-481B-B93D-A5CD80445663}" type="presOf" srcId="{CE1781BF-F3E4-4F8E-B766-1617B267B36A}" destId="{8E282BA1-23D3-4F45-B8B5-74C49863E2B7}" srcOrd="0" destOrd="2" presId="urn:microsoft.com/office/officeart/2005/8/layout/vList2"/>
    <dgm:cxn modelId="{F97C8BF4-4B7D-4DB8-B0E3-BF14DBA1BF9E}" srcId="{BA573A33-BAE7-4399-BE1F-6CED6E7BBE97}" destId="{1BB96D21-FC2C-4580-AD39-A19B6FFFE162}" srcOrd="4" destOrd="0" parTransId="{CE022FE8-1768-4480-ADAB-C33DBEC9646F}" sibTransId="{C87011DD-5813-4638-8531-5524E456C857}"/>
    <dgm:cxn modelId="{749AA8F4-5931-4D65-A5A1-C31CAA50794E}" type="presOf" srcId="{76661DC4-C9B5-4489-8CDB-BF509AFEB1EF}" destId="{8E282BA1-23D3-4F45-B8B5-74C49863E2B7}" srcOrd="0" destOrd="1" presId="urn:microsoft.com/office/officeart/2005/8/layout/vList2"/>
    <dgm:cxn modelId="{4AACC1EC-A990-4D6E-A3E2-D73CC143574B}" type="presParOf" srcId="{AFBD15D1-6EF5-4962-9EC4-2D9FF3C485E8}" destId="{4DA38161-46DD-4B60-936C-A671E90D9AD5}" srcOrd="0" destOrd="0" presId="urn:microsoft.com/office/officeart/2005/8/layout/vList2"/>
    <dgm:cxn modelId="{02ED9AA2-AC21-4381-BBC9-65E618347590}" type="presParOf" srcId="{AFBD15D1-6EF5-4962-9EC4-2D9FF3C485E8}" destId="{9EFC4352-11EE-4DCC-9A83-DFFE803B0F54}" srcOrd="1" destOrd="0" presId="urn:microsoft.com/office/officeart/2005/8/layout/vList2"/>
    <dgm:cxn modelId="{89EE0EAC-D76A-49E2-AF4E-158BB5DC6724}" type="presParOf" srcId="{AFBD15D1-6EF5-4962-9EC4-2D9FF3C485E8}" destId="{83524339-3E8B-4508-8CCF-FB443834281D}" srcOrd="2" destOrd="0" presId="urn:microsoft.com/office/officeart/2005/8/layout/vList2"/>
    <dgm:cxn modelId="{74AEA0DC-3BAC-41B4-A379-58B84CF4BC2B}" type="presParOf" srcId="{AFBD15D1-6EF5-4962-9EC4-2D9FF3C485E8}" destId="{8E282BA1-23D3-4F45-B8B5-74C49863E2B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EB89A-036B-44A3-BC20-3259E15732AA}">
      <dsp:nvSpPr>
        <dsp:cNvPr id="0" name=""/>
        <dsp:cNvSpPr/>
      </dsp:nvSpPr>
      <dsp:spPr>
        <a:xfrm>
          <a:off x="0" y="3375"/>
          <a:ext cx="10890929" cy="7857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53ADA7-C651-464F-B079-A3CC2ED1D3B5}">
      <dsp:nvSpPr>
        <dsp:cNvPr id="0" name=""/>
        <dsp:cNvSpPr/>
      </dsp:nvSpPr>
      <dsp:spPr>
        <a:xfrm>
          <a:off x="237676" y="180160"/>
          <a:ext cx="432139" cy="432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C616FD-819F-4253-B33A-D75EE5B2A19F}">
      <dsp:nvSpPr>
        <dsp:cNvPr id="0" name=""/>
        <dsp:cNvSpPr/>
      </dsp:nvSpPr>
      <dsp:spPr>
        <a:xfrm>
          <a:off x="907493" y="3375"/>
          <a:ext cx="4900918" cy="78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54" tIns="83154" rIns="83154" bIns="831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Mainframe</a:t>
          </a:r>
        </a:p>
      </dsp:txBody>
      <dsp:txXfrm>
        <a:off x="907493" y="3375"/>
        <a:ext cx="4900918" cy="785708"/>
      </dsp:txXfrm>
    </dsp:sp>
    <dsp:sp modelId="{B4235594-DF33-4B70-AA44-45AE69418705}">
      <dsp:nvSpPr>
        <dsp:cNvPr id="0" name=""/>
        <dsp:cNvSpPr/>
      </dsp:nvSpPr>
      <dsp:spPr>
        <a:xfrm>
          <a:off x="5808411" y="3375"/>
          <a:ext cx="5081630" cy="78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54" tIns="83154" rIns="83154" bIns="8315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1937, la Harvard Mark I, o IBM </a:t>
          </a:r>
          <a:r>
            <a:rPr lang="es-MX" sz="1100" kern="1200" dirty="0" err="1"/>
            <a:t>Automatic</a:t>
          </a:r>
          <a:r>
            <a:rPr lang="es-MX" sz="1100" kern="1200" dirty="0"/>
            <a:t> </a:t>
          </a:r>
          <a:r>
            <a:rPr lang="es-MX" sz="1100" kern="1200" dirty="0" err="1"/>
            <a:t>Sequence</a:t>
          </a:r>
          <a:r>
            <a:rPr lang="es-MX" sz="1100" kern="1200" dirty="0"/>
            <a:t> </a:t>
          </a:r>
          <a:r>
            <a:rPr lang="es-MX" sz="1100" kern="1200" dirty="0" err="1"/>
            <a:t>Controlled</a:t>
          </a:r>
          <a:r>
            <a:rPr lang="es-MX" sz="1100" kern="1200" dirty="0"/>
            <a:t> </a:t>
          </a:r>
          <a:r>
            <a:rPr lang="es-MX" sz="1100" kern="1200" dirty="0" err="1"/>
            <a:t>Calculator</a:t>
          </a:r>
          <a:r>
            <a:rPr lang="es-MX" sz="1100" kern="1200" dirty="0"/>
            <a:t>, es la primera computadora mainframe.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Los primeros sistemas mainframe llenaban estructuras metálicas del tamaño de una habitación que podían ocupar entre 2000 y 10 000 pies cuadrados. </a:t>
          </a:r>
        </a:p>
      </dsp:txBody>
      <dsp:txXfrm>
        <a:off x="5808411" y="3375"/>
        <a:ext cx="5081630" cy="785708"/>
      </dsp:txXfrm>
    </dsp:sp>
    <dsp:sp modelId="{A7BEC28A-F2EE-4083-AEE9-1C052D069880}">
      <dsp:nvSpPr>
        <dsp:cNvPr id="0" name=""/>
        <dsp:cNvSpPr/>
      </dsp:nvSpPr>
      <dsp:spPr>
        <a:xfrm>
          <a:off x="0" y="985511"/>
          <a:ext cx="10890929" cy="7857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28EEC2-1F27-4CA6-B749-C83F40EB7819}">
      <dsp:nvSpPr>
        <dsp:cNvPr id="0" name=""/>
        <dsp:cNvSpPr/>
      </dsp:nvSpPr>
      <dsp:spPr>
        <a:xfrm>
          <a:off x="237676" y="1162296"/>
          <a:ext cx="432139" cy="432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85742D-D986-4B3A-9376-6C99CAFFA7CB}">
      <dsp:nvSpPr>
        <dsp:cNvPr id="0" name=""/>
        <dsp:cNvSpPr/>
      </dsp:nvSpPr>
      <dsp:spPr>
        <a:xfrm>
          <a:off x="907493" y="985511"/>
          <a:ext cx="4900918" cy="78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54" tIns="83154" rIns="83154" bIns="831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Computadora personal</a:t>
          </a:r>
        </a:p>
      </dsp:txBody>
      <dsp:txXfrm>
        <a:off x="907493" y="985511"/>
        <a:ext cx="4900918" cy="785708"/>
      </dsp:txXfrm>
    </dsp:sp>
    <dsp:sp modelId="{D47F334F-A6D8-4D57-A054-BC9DE1A12BA8}">
      <dsp:nvSpPr>
        <dsp:cNvPr id="0" name=""/>
        <dsp:cNvSpPr/>
      </dsp:nvSpPr>
      <dsp:spPr>
        <a:xfrm>
          <a:off x="5808411" y="985511"/>
          <a:ext cx="5081630" cy="78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54" tIns="83154" rIns="83154" bIns="8315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El modelo más icónico es el IBM 5150, que se lanzó al mercado en agosto de 1981.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100" kern="1200" dirty="0"/>
        </a:p>
      </dsp:txBody>
      <dsp:txXfrm>
        <a:off x="5808411" y="985511"/>
        <a:ext cx="5081630" cy="785708"/>
      </dsp:txXfrm>
    </dsp:sp>
    <dsp:sp modelId="{1FF615EB-54CF-4B9B-B1CF-45E2408D66B4}">
      <dsp:nvSpPr>
        <dsp:cNvPr id="0" name=""/>
        <dsp:cNvSpPr/>
      </dsp:nvSpPr>
      <dsp:spPr>
        <a:xfrm>
          <a:off x="0" y="1967647"/>
          <a:ext cx="10890929" cy="7857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1FF926-532B-4FF9-B35A-C929D776BDE1}">
      <dsp:nvSpPr>
        <dsp:cNvPr id="0" name=""/>
        <dsp:cNvSpPr/>
      </dsp:nvSpPr>
      <dsp:spPr>
        <a:xfrm>
          <a:off x="237676" y="2144432"/>
          <a:ext cx="432139" cy="432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E306F-38FA-4782-A05B-0C958AE68F98}">
      <dsp:nvSpPr>
        <dsp:cNvPr id="0" name=""/>
        <dsp:cNvSpPr/>
      </dsp:nvSpPr>
      <dsp:spPr>
        <a:xfrm>
          <a:off x="907493" y="1967647"/>
          <a:ext cx="4900918" cy="78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54" tIns="83154" rIns="83154" bIns="831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Cliente servidor</a:t>
          </a:r>
        </a:p>
      </dsp:txBody>
      <dsp:txXfrm>
        <a:off x="907493" y="1967647"/>
        <a:ext cx="4900918" cy="785708"/>
      </dsp:txXfrm>
    </dsp:sp>
    <dsp:sp modelId="{8EF45533-485F-4656-8AE1-1F268204FE21}">
      <dsp:nvSpPr>
        <dsp:cNvPr id="0" name=""/>
        <dsp:cNvSpPr/>
      </dsp:nvSpPr>
      <dsp:spPr>
        <a:xfrm>
          <a:off x="5808411" y="1967647"/>
          <a:ext cx="5081630" cy="78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54" tIns="83154" rIns="83154" bIns="8315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Combinación de mainframe y computadora personal, una evolución natural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El modelo cliente servidor nace gracias al desarrollo de las redes de computadoras que permiten </a:t>
          </a:r>
          <a:r>
            <a:rPr lang="es-MX" sz="1100" kern="1200" dirty="0" err="1"/>
            <a:t>interconectarmáquinas</a:t>
          </a:r>
          <a:r>
            <a:rPr lang="es-MX" sz="1100" kern="1200" dirty="0"/>
            <a:t> separadas. </a:t>
          </a:r>
        </a:p>
      </dsp:txBody>
      <dsp:txXfrm>
        <a:off x="5808411" y="1967647"/>
        <a:ext cx="5081630" cy="785708"/>
      </dsp:txXfrm>
    </dsp:sp>
    <dsp:sp modelId="{7D64C26D-7624-49D2-9F0B-3E3AA3602402}">
      <dsp:nvSpPr>
        <dsp:cNvPr id="0" name=""/>
        <dsp:cNvSpPr/>
      </dsp:nvSpPr>
      <dsp:spPr>
        <a:xfrm>
          <a:off x="0" y="2949783"/>
          <a:ext cx="10890929" cy="7857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D7681-FCD8-4D83-8E6B-694FF477BA4D}">
      <dsp:nvSpPr>
        <dsp:cNvPr id="0" name=""/>
        <dsp:cNvSpPr/>
      </dsp:nvSpPr>
      <dsp:spPr>
        <a:xfrm>
          <a:off x="237676" y="3126567"/>
          <a:ext cx="432139" cy="432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F4E8C-83B0-44D1-ACA7-D0254339DA8E}">
      <dsp:nvSpPr>
        <dsp:cNvPr id="0" name=""/>
        <dsp:cNvSpPr/>
      </dsp:nvSpPr>
      <dsp:spPr>
        <a:xfrm>
          <a:off x="907493" y="2949783"/>
          <a:ext cx="4900918" cy="78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54" tIns="83154" rIns="83154" bIns="831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Nube</a:t>
          </a:r>
          <a:endParaRPr lang="es-MX" sz="2200" kern="1200" dirty="0"/>
        </a:p>
      </dsp:txBody>
      <dsp:txXfrm>
        <a:off x="907493" y="2949783"/>
        <a:ext cx="4900918" cy="785708"/>
      </dsp:txXfrm>
    </dsp:sp>
    <dsp:sp modelId="{36621139-584B-4850-808D-998FAC5E632C}">
      <dsp:nvSpPr>
        <dsp:cNvPr id="0" name=""/>
        <dsp:cNvSpPr/>
      </dsp:nvSpPr>
      <dsp:spPr>
        <a:xfrm>
          <a:off x="5808411" y="2949783"/>
          <a:ext cx="5081630" cy="78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154" tIns="83154" rIns="83154" bIns="8315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Una evolución que surge a partir de los avances tecnológicos tanto de cómputo como de telecomunicaciones.</a:t>
          </a:r>
        </a:p>
      </dsp:txBody>
      <dsp:txXfrm>
        <a:off x="5808411" y="2949783"/>
        <a:ext cx="5081630" cy="7857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9A3C6B-6A83-457B-BC66-33629F7408A5}">
      <dsp:nvSpPr>
        <dsp:cNvPr id="0" name=""/>
        <dsp:cNvSpPr/>
      </dsp:nvSpPr>
      <dsp:spPr>
        <a:xfrm>
          <a:off x="373574" y="634859"/>
          <a:ext cx="1132312" cy="11323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40BB8A-C22B-4A3B-993B-C021DB5B1024}">
      <dsp:nvSpPr>
        <dsp:cNvPr id="0" name=""/>
        <dsp:cNvSpPr/>
      </dsp:nvSpPr>
      <dsp:spPr>
        <a:xfrm>
          <a:off x="614887" y="876172"/>
          <a:ext cx="649687" cy="6496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626F4-0737-4EF0-9615-5966BC45338D}">
      <dsp:nvSpPr>
        <dsp:cNvPr id="0" name=""/>
        <dsp:cNvSpPr/>
      </dsp:nvSpPr>
      <dsp:spPr>
        <a:xfrm>
          <a:off x="11606" y="2119860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3000" kern="1200"/>
            <a:t>Pay as go</a:t>
          </a:r>
        </a:p>
      </dsp:txBody>
      <dsp:txXfrm>
        <a:off x="11606" y="2119860"/>
        <a:ext cx="1856250" cy="720000"/>
      </dsp:txXfrm>
    </dsp:sp>
    <dsp:sp modelId="{CDEA4107-FC1A-4DDD-904D-2BC583CDA4C7}">
      <dsp:nvSpPr>
        <dsp:cNvPr id="0" name=""/>
        <dsp:cNvSpPr/>
      </dsp:nvSpPr>
      <dsp:spPr>
        <a:xfrm>
          <a:off x="2554668" y="634859"/>
          <a:ext cx="1132312" cy="11323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6D40EC-D5DB-4A45-A974-B376C9002306}">
      <dsp:nvSpPr>
        <dsp:cNvPr id="0" name=""/>
        <dsp:cNvSpPr/>
      </dsp:nvSpPr>
      <dsp:spPr>
        <a:xfrm>
          <a:off x="2795981" y="876172"/>
          <a:ext cx="649687" cy="6496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3FEB1-24F9-4C74-AD32-9C96A9C8A08D}">
      <dsp:nvSpPr>
        <dsp:cNvPr id="0" name=""/>
        <dsp:cNvSpPr/>
      </dsp:nvSpPr>
      <dsp:spPr>
        <a:xfrm>
          <a:off x="2192700" y="2119860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3000" kern="1200"/>
            <a:t>CSP</a:t>
          </a:r>
        </a:p>
      </dsp:txBody>
      <dsp:txXfrm>
        <a:off x="2192700" y="2119860"/>
        <a:ext cx="1856250" cy="720000"/>
      </dsp:txXfrm>
    </dsp:sp>
    <dsp:sp modelId="{E1660A85-B122-4D17-9101-715191E66CD9}">
      <dsp:nvSpPr>
        <dsp:cNvPr id="0" name=""/>
        <dsp:cNvSpPr/>
      </dsp:nvSpPr>
      <dsp:spPr>
        <a:xfrm>
          <a:off x="4735762" y="634859"/>
          <a:ext cx="1132312" cy="11323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02E1EE-143A-4E8A-8ED7-53DE256698F7}">
      <dsp:nvSpPr>
        <dsp:cNvPr id="0" name=""/>
        <dsp:cNvSpPr/>
      </dsp:nvSpPr>
      <dsp:spPr>
        <a:xfrm>
          <a:off x="4977075" y="876172"/>
          <a:ext cx="649687" cy="6496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61E02-3369-4E6C-94E3-C367EE6B35E1}">
      <dsp:nvSpPr>
        <dsp:cNvPr id="0" name=""/>
        <dsp:cNvSpPr/>
      </dsp:nvSpPr>
      <dsp:spPr>
        <a:xfrm>
          <a:off x="4373793" y="2119860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3000" kern="1200"/>
            <a:t>Pre-paid</a:t>
          </a:r>
        </a:p>
      </dsp:txBody>
      <dsp:txXfrm>
        <a:off x="4373793" y="2119860"/>
        <a:ext cx="185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3A1D35-18A6-4417-A298-0C28E6CF17C4}">
      <dsp:nvSpPr>
        <dsp:cNvPr id="0" name=""/>
        <dsp:cNvSpPr/>
      </dsp:nvSpPr>
      <dsp:spPr>
        <a:xfrm>
          <a:off x="1024625" y="38514"/>
          <a:ext cx="1097489" cy="10780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A8F2AD-AC35-432B-978F-9548C4ED95FE}">
      <dsp:nvSpPr>
        <dsp:cNvPr id="0" name=""/>
        <dsp:cNvSpPr/>
      </dsp:nvSpPr>
      <dsp:spPr>
        <a:xfrm>
          <a:off x="5527" y="1300371"/>
          <a:ext cx="3135684" cy="462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MX" sz="2500" kern="1200"/>
            <a:t>Región</a:t>
          </a:r>
          <a:endParaRPr lang="en-US" sz="2500" kern="1200"/>
        </a:p>
      </dsp:txBody>
      <dsp:txXfrm>
        <a:off x="5527" y="1300371"/>
        <a:ext cx="3135684" cy="462026"/>
      </dsp:txXfrm>
    </dsp:sp>
    <dsp:sp modelId="{316AD4D2-6717-4A58-9735-7885A116170B}">
      <dsp:nvSpPr>
        <dsp:cNvPr id="0" name=""/>
        <dsp:cNvSpPr/>
      </dsp:nvSpPr>
      <dsp:spPr>
        <a:xfrm>
          <a:off x="5527" y="1847883"/>
          <a:ext cx="3135684" cy="2464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Ubicación geográfica de su oferta</a:t>
          </a:r>
          <a:endParaRPr lang="en-US" sz="1700" kern="1200"/>
        </a:p>
      </dsp:txBody>
      <dsp:txXfrm>
        <a:off x="5527" y="1847883"/>
        <a:ext cx="3135684" cy="2464939"/>
      </dsp:txXfrm>
    </dsp:sp>
    <dsp:sp modelId="{545A9AF9-F0D0-497B-A50D-DEE299004979}">
      <dsp:nvSpPr>
        <dsp:cNvPr id="0" name=""/>
        <dsp:cNvSpPr/>
      </dsp:nvSpPr>
      <dsp:spPr>
        <a:xfrm>
          <a:off x="4709055" y="38514"/>
          <a:ext cx="1097489" cy="10780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BEBA1-D2FA-4880-8E94-EEA28FB2C678}">
      <dsp:nvSpPr>
        <dsp:cNvPr id="0" name=""/>
        <dsp:cNvSpPr/>
      </dsp:nvSpPr>
      <dsp:spPr>
        <a:xfrm>
          <a:off x="3689957" y="1300371"/>
          <a:ext cx="3135684" cy="462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MX" sz="2500" kern="1200" dirty="0"/>
            <a:t>Zona de disponibilidad</a:t>
          </a:r>
          <a:endParaRPr lang="en-US" sz="2500" kern="1200" dirty="0"/>
        </a:p>
      </dsp:txBody>
      <dsp:txXfrm>
        <a:off x="3689957" y="1300371"/>
        <a:ext cx="3135684" cy="462026"/>
      </dsp:txXfrm>
    </dsp:sp>
    <dsp:sp modelId="{8E4D4FC7-44CF-4612-BCA1-1AE92F2D94CE}">
      <dsp:nvSpPr>
        <dsp:cNvPr id="0" name=""/>
        <dsp:cNvSpPr/>
      </dsp:nvSpPr>
      <dsp:spPr>
        <a:xfrm>
          <a:off x="3689957" y="1847883"/>
          <a:ext cx="3135684" cy="2464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Centros de datos dentro de la región se conocen como zonas.</a:t>
          </a:r>
          <a:endParaRPr lang="en-US" sz="1700" kern="1200"/>
        </a:p>
      </dsp:txBody>
      <dsp:txXfrm>
        <a:off x="3689957" y="1847883"/>
        <a:ext cx="3135684" cy="2464939"/>
      </dsp:txXfrm>
    </dsp:sp>
    <dsp:sp modelId="{90818800-CC5A-4549-8711-ED142E5A519A}">
      <dsp:nvSpPr>
        <dsp:cNvPr id="0" name=""/>
        <dsp:cNvSpPr/>
      </dsp:nvSpPr>
      <dsp:spPr>
        <a:xfrm>
          <a:off x="8393484" y="38514"/>
          <a:ext cx="1097489" cy="10780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35CF5D-3D3A-46A2-917F-332443BE66E7}">
      <dsp:nvSpPr>
        <dsp:cNvPr id="0" name=""/>
        <dsp:cNvSpPr/>
      </dsp:nvSpPr>
      <dsp:spPr>
        <a:xfrm>
          <a:off x="7374387" y="1300371"/>
          <a:ext cx="3135684" cy="462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MX" sz="2500" kern="1200"/>
            <a:t>Grupos de recursos</a:t>
          </a:r>
          <a:endParaRPr lang="en-US" sz="2500" kern="1200"/>
        </a:p>
      </dsp:txBody>
      <dsp:txXfrm>
        <a:off x="7374387" y="1300371"/>
        <a:ext cx="3135684" cy="462026"/>
      </dsp:txXfrm>
    </dsp:sp>
    <dsp:sp modelId="{D087F0E3-0724-4642-972E-204B67A143E1}">
      <dsp:nvSpPr>
        <dsp:cNvPr id="0" name=""/>
        <dsp:cNvSpPr/>
      </dsp:nvSpPr>
      <dsp:spPr>
        <a:xfrm>
          <a:off x="7374387" y="1847883"/>
          <a:ext cx="3135684" cy="2464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Un grupo de recursos es simplemente un identificador que Azure Resource Manager aplica a los recursos para agruparlos y permite realizar operaciones en un grupo de recursos que comparten este identificador, </a:t>
          </a:r>
          <a:r>
            <a:rPr lang="es-ES" sz="1700" kern="1200"/>
            <a:t>agrupan varias instancias de recursos en una zona de seguridad y administración demarcada</a:t>
          </a:r>
          <a:r>
            <a:rPr lang="es-MX" sz="1700" kern="1200"/>
            <a:t> , ejemplo: eliminarlos</a:t>
          </a:r>
          <a:endParaRPr lang="en-US" sz="1700" kern="1200"/>
        </a:p>
      </dsp:txBody>
      <dsp:txXfrm>
        <a:off x="7374387" y="1847883"/>
        <a:ext cx="3135684" cy="24649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38161-46DD-4B60-936C-A671E90D9AD5}">
      <dsp:nvSpPr>
        <dsp:cNvPr id="0" name=""/>
        <dsp:cNvSpPr/>
      </dsp:nvSpPr>
      <dsp:spPr>
        <a:xfrm>
          <a:off x="0" y="87790"/>
          <a:ext cx="10890928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Una universidad pública con 25,000 estudiantes quiere implementar una plataforma digital para gestión académica, que permita:</a:t>
          </a:r>
          <a:endParaRPr lang="en-US" sz="1700" kern="1200"/>
        </a:p>
      </dsp:txBody>
      <dsp:txXfrm>
        <a:off x="33012" y="120802"/>
        <a:ext cx="10824904" cy="610236"/>
      </dsp:txXfrm>
    </dsp:sp>
    <dsp:sp modelId="{9EFC4352-11EE-4DCC-9A83-DFFE803B0F54}">
      <dsp:nvSpPr>
        <dsp:cNvPr id="0" name=""/>
        <dsp:cNvSpPr/>
      </dsp:nvSpPr>
      <dsp:spPr>
        <a:xfrm>
          <a:off x="0" y="764050"/>
          <a:ext cx="10890928" cy="1337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787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1300" kern="1200" dirty="0"/>
            <a:t>inscripción a materias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1300" kern="1200"/>
            <a:t>consulta de calificaciones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1300" kern="1200"/>
            <a:t>gestión de horarios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1300" kern="1200"/>
            <a:t>pagos escolares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1300" kern="1200"/>
            <a:t>comunicación con profesores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1300" kern="1200"/>
            <a:t>acceso desde web y móvil</a:t>
          </a:r>
          <a:endParaRPr lang="en-US" sz="1300" kern="1200"/>
        </a:p>
      </dsp:txBody>
      <dsp:txXfrm>
        <a:off x="0" y="764050"/>
        <a:ext cx="10890928" cy="1337219"/>
      </dsp:txXfrm>
    </dsp:sp>
    <dsp:sp modelId="{83524339-3E8B-4508-8CCF-FB443834281D}">
      <dsp:nvSpPr>
        <dsp:cNvPr id="0" name=""/>
        <dsp:cNvSpPr/>
      </dsp:nvSpPr>
      <dsp:spPr>
        <a:xfrm>
          <a:off x="0" y="2101270"/>
          <a:ext cx="10890928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Actualmente el sistema está alojado en servidores locales del campus, pero presenta problemas:</a:t>
          </a:r>
          <a:endParaRPr lang="en-US" sz="1700" kern="1200"/>
        </a:p>
      </dsp:txBody>
      <dsp:txXfrm>
        <a:off x="33012" y="2134282"/>
        <a:ext cx="10824904" cy="610236"/>
      </dsp:txXfrm>
    </dsp:sp>
    <dsp:sp modelId="{8E282BA1-23D3-4F45-B8B5-74C49863E2B7}">
      <dsp:nvSpPr>
        <dsp:cNvPr id="0" name=""/>
        <dsp:cNvSpPr/>
      </dsp:nvSpPr>
      <dsp:spPr>
        <a:xfrm>
          <a:off x="0" y="2777530"/>
          <a:ext cx="10890928" cy="1108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787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1300" kern="1200"/>
            <a:t>saturación en periodos de inscripción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1300" kern="1200"/>
            <a:t>costos crecientes de mantenimiento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1300" kern="1200"/>
            <a:t>tiempos de caída del sistema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1300" kern="1200"/>
            <a:t>dificultad para escalar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1300" kern="1200"/>
            <a:t>infraestructura obsoleta</a:t>
          </a:r>
          <a:endParaRPr lang="en-US" sz="1300" kern="1200"/>
        </a:p>
      </dsp:txBody>
      <dsp:txXfrm>
        <a:off x="0" y="2777530"/>
        <a:ext cx="10890928" cy="1108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B5004A-7E5D-4655-A7D7-4E912EBE844C}" type="datetimeFigureOut">
              <a:rPr lang="es-419" smtClean="0"/>
              <a:t>13/4/2026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F6BAC9-CAB5-48E0-BEC1-A271ADF5E79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53802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F7AFC-A01E-4ACD-87D6-B24D441ED1CD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69693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23187-E0CD-BE58-6215-43CFC203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4CAB37-F0CC-366C-259B-5A450C091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09C270-CAD5-3402-039C-173C708FD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7B51CF-C7B7-9479-B7BE-735C7DF4B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F7AFC-A01E-4ACD-87D6-B24D441ED1CD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1044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>
              <a:lnSpc>
                <a:spcPct val="107000"/>
              </a:lnSpc>
              <a:spcAft>
                <a:spcPts val="800"/>
              </a:spcAft>
            </a:pPr>
            <a:r>
              <a:rPr lang="es-e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https://learn.microsoft.com/training/modules/describe-cloud-compute/6-describe-consumption-based-model</a:t>
            </a:r>
            <a:endParaRPr lang="en-GB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1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Gastos de capital (</a:t>
            </a:r>
            <a:r>
              <a:rPr lang="es-es" sz="11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CapEx</a:t>
            </a:r>
            <a:r>
              <a:rPr lang="es-e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e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Gaste en infraestructura física por adelantado.</a:t>
            </a:r>
          </a:p>
          <a:p>
            <a:pPr marL="742950" marR="0" lvl="1" indent="-285750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e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Deduzca el gasto de su factura de impuestos.</a:t>
            </a:r>
          </a:p>
          <a:p>
            <a:pPr marL="742950" marR="0" lvl="1" indent="-285750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e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Alto costo inicial, pero el valor de la inversión se reduce con el tiempo.</a:t>
            </a:r>
          </a:p>
          <a:p>
            <a:pPr marL="0" marR="0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Gastos operativos (</a:t>
            </a:r>
            <a:r>
              <a:rPr lang="es-es" sz="11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OpEx</a:t>
            </a:r>
            <a:r>
              <a:rPr lang="es-e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r>
              <a:rPr lang="es-e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742950" marR="0" lvl="1" indent="-285750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e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Gaste en servicios o productos según sea necesario.</a:t>
            </a:r>
          </a:p>
          <a:p>
            <a:pPr marL="742950" marR="0" lvl="1" indent="-285750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e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Obtenga una factura de inmediato.</a:t>
            </a:r>
          </a:p>
          <a:p>
            <a:pPr marL="742950" marR="0" lvl="1" indent="-285750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e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Deduzca el gasto de su factura de impuestos en el mismo año.</a:t>
            </a:r>
          </a:p>
          <a:p>
            <a:pPr marL="742950" marR="0" lvl="1" indent="-285750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s-e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 coste inicial, pago por uso.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defTabSz="914099" rtl="0" eaLnBrk="0" hangingPunct="0"/>
            <a:r>
              <a:rPr lang="es-e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 rtlCol="0"/>
          <a:lstStyle/>
          <a:p>
            <a:pPr rtl="0"/>
            <a:r>
              <a:rPr lang="en-US"/>
              <a:t>3/10/2023 11:02 A. M.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B4008EB6-D09E-4580-8CD6-DDB14511944F}" type="slidenum">
              <a:rPr lang="en-US" smtClean="0"/>
              <a:pPr rtl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397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https://aws.amazon.com/es/about-aws/global-infrastructure/?hp=tile&amp;tile=map</a:t>
            </a:r>
          </a:p>
          <a:p>
            <a:endParaRPr lang="es-419" dirty="0"/>
          </a:p>
          <a:p>
            <a:endParaRPr lang="es-419" dirty="0"/>
          </a:p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F7AFC-A01E-4ACD-87D6-B24D441ED1CD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81680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dirty="0"/>
              <a:t>https://cloud.google.com/about/locations?hl=es#lightbox-regions-map</a:t>
            </a:r>
          </a:p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F7AFC-A01E-4ACD-87D6-B24D441ED1CD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14039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dirty="0"/>
              <a:t>https://datacenters.microsoft.com/</a:t>
            </a:r>
          </a:p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F7AFC-A01E-4ACD-87D6-B24D441ED1CD}" type="slidenum">
              <a:rPr lang="es-MX" smtClean="0"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12493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5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5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62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1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2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30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89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60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74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61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678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os conteni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rtlCol="0" anchor="ctr" anchorCtr="0">
            <a:noAutofit/>
          </a:bodyPr>
          <a:lstStyle>
            <a:lvl1pPr algn="ctr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es-ES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es-ES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fld id="{48A87A34-81AB-432B-8DAE-1953F412C126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103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rtlCol="0" anchor="ctr" anchorCtr="0">
            <a:no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3551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rtlCol="0" anchor="ctr" anchorCtr="0">
            <a:noAutofit/>
          </a:bodyPr>
          <a:lstStyle>
            <a:lvl1pPr algn="ctr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contenido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es-ES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es-ES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s-ES" sz="18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fld id="{48A87A34-81AB-432B-8DAE-1953F412C126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599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rtlCol="0" anchor="b">
            <a:noAutofit/>
          </a:bodyPr>
          <a:lstStyle>
            <a:lvl1pPr algn="ctr">
              <a:spcBef>
                <a:spcPts val="1000"/>
              </a:spcBef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 rtlCol="0">
            <a:normAutofit/>
          </a:bodyPr>
          <a:lstStyle>
            <a:lvl1pPr marL="0" indent="0" algn="ctr"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3004318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rtlCol="0" anchor="b">
            <a:no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es-ES"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lang="es-ES"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lang="es-ES"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lang="es-ES"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lang="es-ES" sz="1800" cap="all" spc="300" baseline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8041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27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hyperlink" Target="https://www.mentimeter.com/app/presentation/alt2xf9k9ba23jd8q7bogqw4z326v2mp/edit?question=tcj9x2612o1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www.openaccessgovernment.org/top-5-challenges-when-migrating-to-the-cloud/162580/" TargetMode="External"/><Relationship Id="rId7" Type="http://schemas.openxmlformats.org/officeDocument/2006/relationships/diagramColors" Target="../diagrams/colors2.xml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8.xml"/><Relationship Id="rId5" Type="http://schemas.openxmlformats.org/officeDocument/2006/relationships/hyperlink" Target="https://www.microsoftazuresponsorships.com/" TargetMode="External"/><Relationship Id="rId4" Type="http://schemas.openxmlformats.org/officeDocument/2006/relationships/hyperlink" Target="https://azure.microsoft.com/es-es/pricing/calculator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B507B-8437-A7D9-87D1-EF33E298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E6DA5A-F94F-67BA-8A5D-102D70289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es-419"/>
              <a:t>COMPUTO EN LA NUBE</a:t>
            </a:r>
            <a:endParaRPr lang="es-419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FB2F6E-3F45-8858-4F77-833DFC66D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419" sz="1500"/>
              <a:t>INGENIERIA DE CIBERSEGURIDAD E INFRAESTRUCTURA DE COMPUTO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74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C9C76A-E0B9-D078-6C3B-56D8BECF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s-MX" dirty="0"/>
              <a:t>Introducción</a:t>
            </a:r>
            <a:endParaRPr lang="es-419" dirty="0"/>
          </a:p>
        </p:txBody>
      </p:sp>
      <p:pic>
        <p:nvPicPr>
          <p:cNvPr id="13" name="Picture 12" descr="Un péndulo azul con un fondo naranja">
            <a:extLst>
              <a:ext uri="{FF2B5EF4-FFF2-40B4-BE49-F238E27FC236}">
                <a16:creationId xmlns:a16="http://schemas.microsoft.com/office/drawing/2014/main" id="{E179B55C-BB90-7895-1F34-3D621062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86" r="19361" b="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45643B-8C48-789B-8D04-A25810081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es-MX" dirty="0"/>
              <a:t>Orígenes e influencia</a:t>
            </a:r>
          </a:p>
          <a:p>
            <a:r>
              <a:rPr lang="es-MX" dirty="0"/>
              <a:t>Conceptos básicos y terminología</a:t>
            </a:r>
          </a:p>
          <a:p>
            <a:r>
              <a:rPr lang="es-MX" dirty="0"/>
              <a:t>Metas y beneficios</a:t>
            </a:r>
          </a:p>
          <a:p>
            <a:r>
              <a:rPr lang="es-MX" dirty="0"/>
              <a:t>Riesgos, retos y amenazas</a:t>
            </a:r>
          </a:p>
          <a:p>
            <a:r>
              <a:rPr lang="es-MX" dirty="0"/>
              <a:t>Tipos</a:t>
            </a:r>
          </a:p>
          <a:p>
            <a:r>
              <a:rPr lang="es-MX" dirty="0"/>
              <a:t>Modelos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909453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F67899-ADD6-FC45-7820-A022D928D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s-MX" dirty="0"/>
              <a:t>Ejercicio inicial</a:t>
            </a:r>
            <a:endParaRPr lang="es-419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92756E-C688-3FA2-B65F-BB5DFC955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r>
              <a:rPr lang="es-419" dirty="0">
                <a:hlinkClick r:id="rId2"/>
              </a:rPr>
              <a:t>https://www.mentimeter.com/app/presentation/alt2xf9k9ba23jd8q7bogqw4z326v2mp/edit?question=tcj9x2612o12</a:t>
            </a:r>
            <a:r>
              <a:rPr lang="es-419" dirty="0"/>
              <a:t> </a:t>
            </a:r>
          </a:p>
        </p:txBody>
      </p:sp>
      <p:pic>
        <p:nvPicPr>
          <p:cNvPr id="7" name="Graphic 6" descr="Marcador">
            <a:extLst>
              <a:ext uri="{FF2B5EF4-FFF2-40B4-BE49-F238E27FC236}">
                <a16:creationId xmlns:a16="http://schemas.microsoft.com/office/drawing/2014/main" id="{B6E138E6-5D62-5DAA-E45D-6A2CEF305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7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0" name="Straight Connector 103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61" name="Rectangle 1032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62" name="Rectangle 1034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uede ser una imagen de 2 personas y texto que dice &quot;NO EXISTE LA NUBE SOLO ES LA COMPUTADORA DE ALGUIEN MAS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1483"/>
          <a:stretch>
            <a:fillRect/>
          </a:stretch>
        </p:blipFill>
        <p:spPr bwMode="auto">
          <a:xfrm>
            <a:off x="1" y="1"/>
            <a:ext cx="12192000" cy="685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3" name="Straight Connector 1036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887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Marcador de contenido 3" descr="Fiestas y eventos sociales Tipos de fiestas Reglas de...">
            <a:extLst>
              <a:ext uri="{FF2B5EF4-FFF2-40B4-BE49-F238E27FC236}">
                <a16:creationId xmlns:a16="http://schemas.microsoft.com/office/drawing/2014/main" id="{F734E5B6-C390-0B95-C619-D3A87CFF9A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72" b="14907"/>
          <a:stretch>
            <a:fillRect/>
          </a:stretch>
        </p:blipFill>
        <p:spPr>
          <a:xfrm>
            <a:off x="-3" y="10"/>
            <a:ext cx="12192000" cy="3457995"/>
          </a:xfrm>
          <a:prstGeom prst="rect">
            <a:avLst/>
          </a:prstGeom>
        </p:spPr>
      </p:pic>
      <p:pic>
        <p:nvPicPr>
          <p:cNvPr id="5" name="Imagen 4" descr="Fotos gratis : restaurante, comida, decoración, diseño de interiores ...">
            <a:extLst>
              <a:ext uri="{FF2B5EF4-FFF2-40B4-BE49-F238E27FC236}">
                <a16:creationId xmlns:a16="http://schemas.microsoft.com/office/drawing/2014/main" id="{E4B6FF37-F8A2-8BF7-7BC1-2D0BE3A0BC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80" b="13141"/>
          <a:stretch>
            <a:fillRect/>
          </a:stretch>
        </p:blipFill>
        <p:spPr>
          <a:xfrm>
            <a:off x="4" y="3458005"/>
            <a:ext cx="12191999" cy="3399995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7585" y="1066800"/>
            <a:ext cx="4708175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20C9F6-78DA-CF39-20EE-BFA160D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089" y="1562101"/>
            <a:ext cx="3551402" cy="2738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/>
              <a:t>Perspectiva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439035" y="3418676"/>
            <a:ext cx="0" cy="47244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29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B93277-2482-DF5B-A88D-67715E164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0598" y="993391"/>
            <a:ext cx="10221542" cy="4870429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DE84C527-EC35-E6CB-F982-4B75A91B7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236" r="1" b="1"/>
          <a:stretch>
            <a:fillRect/>
          </a:stretch>
        </p:blipFill>
        <p:spPr>
          <a:xfrm>
            <a:off x="990599" y="994180"/>
            <a:ext cx="10221541" cy="487121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E2764D-E1C7-4C0E-A5A4-12411550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212140" y="993391"/>
            <a:ext cx="0" cy="487121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095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5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19F396-F81E-61CB-EB89-77359E839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s-MX"/>
              <a:t>Orígenes e influencia</a:t>
            </a:r>
            <a:endParaRPr lang="es-419" dirty="0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DC29A796-28E2-F9FE-D61E-486A03876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529434"/>
            <a:ext cx="10890929" cy="3959853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s-ES" sz="1300" dirty="0"/>
              <a:t>Desde los años </a:t>
            </a:r>
            <a:r>
              <a:rPr lang="es-ES" sz="1300" b="1" dirty="0"/>
              <a:t>60’s</a:t>
            </a:r>
            <a:r>
              <a:rPr lang="es-ES" sz="1300" dirty="0"/>
              <a:t> iniciaron los trabajos para la división de recursos para la ejecución de aplicaciones en </a:t>
            </a:r>
            <a:r>
              <a:rPr lang="es-ES" sz="1300" dirty="0" err="1"/>
              <a:t>MainFrames</a:t>
            </a:r>
            <a:r>
              <a:rPr lang="es-ES" sz="1300" dirty="0"/>
              <a:t> (IBM), (compartición de tiempo y particiones lógicas)</a:t>
            </a:r>
          </a:p>
          <a:p>
            <a:pPr>
              <a:lnSpc>
                <a:spcPct val="110000"/>
              </a:lnSpc>
            </a:pPr>
            <a:r>
              <a:rPr lang="es-ES" sz="1300" dirty="0"/>
              <a:t>El 29 de octubre </a:t>
            </a:r>
            <a:r>
              <a:rPr lang="es-ES" sz="1300" b="1" dirty="0"/>
              <a:t>1969</a:t>
            </a:r>
            <a:r>
              <a:rPr lang="es-ES" sz="1300" dirty="0"/>
              <a:t> , se realizó la primera conexión entre UCLA y Stanford, financiado por el Departamento de Defensa estadounidense (ARPANET).</a:t>
            </a:r>
          </a:p>
          <a:p>
            <a:pPr>
              <a:lnSpc>
                <a:spcPct val="110000"/>
              </a:lnSpc>
            </a:pPr>
            <a:r>
              <a:rPr lang="es-MX" sz="1300" b="1" dirty="0"/>
              <a:t>x86</a:t>
            </a:r>
            <a:r>
              <a:rPr lang="es-MX" sz="1300" dirty="0"/>
              <a:t> surgió en </a:t>
            </a:r>
            <a:r>
              <a:rPr lang="es-MX" sz="1300" b="1" dirty="0"/>
              <a:t>1978</a:t>
            </a:r>
            <a:r>
              <a:rPr lang="es-MX" sz="1300" dirty="0"/>
              <a:t> con el lanzamiento del microprocesador</a:t>
            </a:r>
            <a:endParaRPr lang="es-ES" sz="1300" dirty="0"/>
          </a:p>
          <a:p>
            <a:pPr>
              <a:lnSpc>
                <a:spcPct val="110000"/>
              </a:lnSpc>
            </a:pPr>
            <a:r>
              <a:rPr lang="es-ES" sz="1300" b="1" dirty="0"/>
              <a:t>1983</a:t>
            </a:r>
            <a:r>
              <a:rPr lang="es-ES" sz="1300" dirty="0"/>
              <a:t> (Internet Moderna): ARPANET adoptó el protocolo TCP/IP, permitiendo la interconexión de diferentes redes, marcando el inicio de la "red de redes".</a:t>
            </a:r>
          </a:p>
          <a:p>
            <a:pPr>
              <a:lnSpc>
                <a:spcPct val="110000"/>
              </a:lnSpc>
            </a:pPr>
            <a:r>
              <a:rPr lang="es-419" sz="1300" b="1" dirty="0"/>
              <a:t>1987</a:t>
            </a:r>
            <a:r>
              <a:rPr lang="es-419" sz="1300" dirty="0"/>
              <a:t> Locus Computing </a:t>
            </a:r>
            <a:r>
              <a:rPr lang="es-419" sz="1300" dirty="0" err="1"/>
              <a:t>Corporation</a:t>
            </a:r>
            <a:r>
              <a:rPr lang="es-419" sz="1300" dirty="0"/>
              <a:t> creó un programa para ejecutar MS-DOS para UNIX</a:t>
            </a:r>
          </a:p>
          <a:p>
            <a:pPr>
              <a:lnSpc>
                <a:spcPct val="110000"/>
              </a:lnSpc>
            </a:pPr>
            <a:r>
              <a:rPr lang="es-419" sz="1300" b="1" dirty="0"/>
              <a:t>1999</a:t>
            </a:r>
            <a:r>
              <a:rPr lang="es-419" sz="1300" dirty="0"/>
              <a:t> Nace </a:t>
            </a:r>
            <a:r>
              <a:rPr lang="es-419" sz="1300" dirty="0" err="1"/>
              <a:t>Vmware</a:t>
            </a:r>
            <a:endParaRPr lang="es-419" sz="1300" dirty="0"/>
          </a:p>
          <a:p>
            <a:pPr>
              <a:lnSpc>
                <a:spcPct val="110000"/>
              </a:lnSpc>
            </a:pPr>
            <a:r>
              <a:rPr lang="es-419" sz="1300" b="1" dirty="0"/>
              <a:t>2005</a:t>
            </a:r>
            <a:r>
              <a:rPr lang="es-419" sz="1300" dirty="0"/>
              <a:t> surgen las tecnologías de </a:t>
            </a:r>
            <a:r>
              <a:rPr lang="es-419" sz="1300" b="1" dirty="0"/>
              <a:t>multitasking y </a:t>
            </a:r>
            <a:r>
              <a:rPr lang="es-419" sz="1300" b="1" dirty="0" err="1"/>
              <a:t>multicore</a:t>
            </a:r>
            <a:endParaRPr lang="es-419" sz="1300" b="1" dirty="0"/>
          </a:p>
          <a:p>
            <a:pPr>
              <a:lnSpc>
                <a:spcPct val="110000"/>
              </a:lnSpc>
            </a:pPr>
            <a:r>
              <a:rPr lang="es-ES" sz="1300" dirty="0"/>
              <a:t>Noviembre </a:t>
            </a:r>
            <a:r>
              <a:rPr lang="es-ES" sz="1300" b="1" dirty="0"/>
              <a:t>2009</a:t>
            </a:r>
            <a:r>
              <a:rPr lang="es-ES" sz="1300" dirty="0"/>
              <a:t>: El NIST creó el primer borrador de la definición de computación en la nube.</a:t>
            </a:r>
          </a:p>
          <a:p>
            <a:pPr>
              <a:lnSpc>
                <a:spcPct val="110000"/>
              </a:lnSpc>
            </a:pPr>
            <a:r>
              <a:rPr lang="es-ES" sz="1300" dirty="0"/>
              <a:t>Amazon Web Services (AWS) nació oficialmente en </a:t>
            </a:r>
            <a:r>
              <a:rPr lang="es-ES" sz="1300" b="1" dirty="0"/>
              <a:t>2006</a:t>
            </a:r>
            <a:endParaRPr lang="es-419" sz="1300" b="1" dirty="0"/>
          </a:p>
          <a:p>
            <a:pPr>
              <a:lnSpc>
                <a:spcPct val="110000"/>
              </a:lnSpc>
            </a:pPr>
            <a:r>
              <a:rPr lang="es-419" sz="1300" b="1" dirty="0"/>
              <a:t>2013</a:t>
            </a:r>
            <a:r>
              <a:rPr lang="es-419" sz="1300" dirty="0"/>
              <a:t> Docker (código abierto)</a:t>
            </a:r>
          </a:p>
          <a:p>
            <a:pPr>
              <a:lnSpc>
                <a:spcPct val="110000"/>
              </a:lnSpc>
            </a:pPr>
            <a:endParaRPr lang="es-419" sz="1300" dirty="0"/>
          </a:p>
        </p:txBody>
      </p:sp>
      <p:cxnSp>
        <p:nvCxnSpPr>
          <p:cNvPr id="41" name="Straight Connector 37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113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C6BA1F-FCB2-7275-6B6C-0D259BCE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s-MX" dirty="0"/>
              <a:t>Evolución del cómputo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E2DFE71-FAA4-D47B-CBB2-90FAD5F25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3250957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161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MX" dirty="0"/>
              <a:t>Nube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s-MX" sz="1500" dirty="0"/>
              <a:t>Es un </a:t>
            </a:r>
            <a:r>
              <a:rPr lang="es-MX" sz="1500" b="1" dirty="0"/>
              <a:t>modelo</a:t>
            </a:r>
            <a:r>
              <a:rPr lang="es-MX" sz="1500" dirty="0"/>
              <a:t> para habilitar </a:t>
            </a:r>
            <a:r>
              <a:rPr lang="es-MX" sz="1500" b="1" dirty="0"/>
              <a:t>acceso</a:t>
            </a:r>
            <a:r>
              <a:rPr lang="es-MX" sz="1500" dirty="0"/>
              <a:t> conveniente </a:t>
            </a:r>
            <a:r>
              <a:rPr lang="es-MX" sz="1500" b="1" dirty="0"/>
              <a:t>por demanda </a:t>
            </a:r>
            <a:r>
              <a:rPr lang="es-MX" sz="1500" dirty="0"/>
              <a:t>a un conjunto compartido de </a:t>
            </a:r>
            <a:r>
              <a:rPr lang="es-MX" sz="1500" b="1" dirty="0"/>
              <a:t>recursos computacionales </a:t>
            </a:r>
            <a:r>
              <a:rPr lang="es-MX" sz="1500" dirty="0"/>
              <a:t>configurables, por ejemplo, redes, servidores, almacenamiento, aplicaciones y servicios, que pueden ser rápidamente </a:t>
            </a:r>
            <a:r>
              <a:rPr lang="es-MX" sz="1500" b="1" dirty="0"/>
              <a:t>aprovisionados y liberados </a:t>
            </a:r>
            <a:r>
              <a:rPr lang="es-MX" sz="1500" dirty="0"/>
              <a:t>con un esfuerzo </a:t>
            </a:r>
            <a:r>
              <a:rPr lang="es-MX" sz="1500" b="1" dirty="0"/>
              <a:t>mínimo de administración o de interacción </a:t>
            </a:r>
            <a:r>
              <a:rPr lang="es-MX" sz="1500" dirty="0"/>
              <a:t>con el proveedor de servicios.  </a:t>
            </a:r>
          </a:p>
          <a:p>
            <a:pPr>
              <a:lnSpc>
                <a:spcPct val="140000"/>
              </a:lnSpc>
            </a:pPr>
            <a:r>
              <a:rPr lang="es-MX" sz="1500" dirty="0"/>
              <a:t>Este modelo de nube promueve la disponibilidad y está compuesto por cinco </a:t>
            </a:r>
            <a:r>
              <a:rPr lang="es-MX" sz="1500" b="1" dirty="0"/>
              <a:t>características</a:t>
            </a:r>
            <a:r>
              <a:rPr lang="es-MX" sz="1500" dirty="0"/>
              <a:t> esenciales, tres </a:t>
            </a:r>
            <a:r>
              <a:rPr lang="es-MX" sz="1500" b="1" dirty="0"/>
              <a:t>modelos de servicio</a:t>
            </a:r>
            <a:r>
              <a:rPr lang="es-MX" sz="1500" dirty="0"/>
              <a:t> y cuatro </a:t>
            </a:r>
            <a:r>
              <a:rPr lang="es-MX" sz="1500" b="1" dirty="0"/>
              <a:t>modelos de despliegue</a:t>
            </a:r>
            <a:r>
              <a:rPr lang="es-MX" sz="1500" dirty="0"/>
              <a:t>.</a:t>
            </a:r>
            <a:endParaRPr lang="en-US" sz="1500" dirty="0"/>
          </a:p>
          <a:p>
            <a:pPr>
              <a:lnSpc>
                <a:spcPct val="140000"/>
              </a:lnSpc>
            </a:pPr>
            <a:endParaRPr lang="es-MX" sz="1500" dirty="0"/>
          </a:p>
        </p:txBody>
      </p:sp>
      <p:pic>
        <p:nvPicPr>
          <p:cNvPr id="1026" name="Picture 2" descr="Ventajas del cloud computing – servicio en la nube - Daemon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400" b="894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7" t="4210" r="11742" b="27421"/>
          <a:stretch/>
        </p:blipFill>
        <p:spPr bwMode="auto">
          <a:xfrm>
            <a:off x="6219464" y="2395861"/>
            <a:ext cx="5134335" cy="290199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F98BA9C-F86E-A03F-CE11-DCB97A9968A7}"/>
              </a:ext>
            </a:extLst>
          </p:cNvPr>
          <p:cNvSpPr txBox="1"/>
          <p:nvPr/>
        </p:nvSpPr>
        <p:spPr>
          <a:xfrm>
            <a:off x="2814203" y="1371494"/>
            <a:ext cx="6563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B1B1B"/>
                </a:solidFill>
                <a:effectLst/>
                <a:latin typeface="Source Sans Pro Web"/>
              </a:rPr>
              <a:t>The National Institute of Standards and Technology (NIST) </a:t>
            </a:r>
            <a:endParaRPr lang="es-MX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961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MX" dirty="0"/>
              <a:t>Características de nube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Autoservicio en demanda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Acceso universal desde la 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Almacenes de recursos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Elasticidad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Tarificación</a:t>
            </a:r>
          </a:p>
        </p:txBody>
      </p:sp>
      <p:pic>
        <p:nvPicPr>
          <p:cNvPr id="3074" name="Picture 2" descr="Resultado de imagen para characteristics of cloud comput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09740" y="2135055"/>
            <a:ext cx="7323215" cy="3423602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634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</p:spPr>
        <p:txBody>
          <a:bodyPr anchor="ctr">
            <a:normAutofit/>
          </a:bodyPr>
          <a:lstStyle/>
          <a:p>
            <a:r>
              <a:rPr lang="es-MX" dirty="0"/>
              <a:t>Modelos de servicio</a:t>
            </a:r>
          </a:p>
        </p:txBody>
      </p:sp>
      <p:pic>
        <p:nvPicPr>
          <p:cNvPr id="5" name="Picture 4" descr="Fondo de tecnología de bloques y redes azules">
            <a:extLst>
              <a:ext uri="{FF2B5EF4-FFF2-40B4-BE49-F238E27FC236}">
                <a16:creationId xmlns:a16="http://schemas.microsoft.com/office/drawing/2014/main" id="{99916E20-E7F2-D8F5-C452-3E69FAA3BE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60" r="47871" b="-446"/>
          <a:stretch/>
        </p:blipFill>
        <p:spPr>
          <a:xfrm>
            <a:off x="20" y="10"/>
            <a:ext cx="4287818" cy="6857990"/>
          </a:xfrm>
          <a:prstGeom prst="rect">
            <a:avLst/>
          </a:prstGeom>
          <a:noFill/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/>
          <a:p>
            <a:r>
              <a:rPr lang="es-MX" dirty="0"/>
              <a:t>IaaS.- Infraestructura como servicio</a:t>
            </a:r>
          </a:p>
          <a:p>
            <a:pPr lvl="5"/>
            <a:r>
              <a:rPr lang="es-MX" dirty="0"/>
              <a:t>Máquinas virtuales</a:t>
            </a:r>
          </a:p>
          <a:p>
            <a:r>
              <a:rPr lang="es-MX" dirty="0"/>
              <a:t>PaaS.- Plataforma como servicio</a:t>
            </a:r>
          </a:p>
          <a:p>
            <a:pPr lvl="5"/>
            <a:r>
              <a:rPr lang="es-MX" dirty="0"/>
              <a:t>Ambiente de desarrollo</a:t>
            </a:r>
          </a:p>
          <a:p>
            <a:r>
              <a:rPr lang="es-MX" dirty="0"/>
              <a:t>SaaS.- Software como servicio</a:t>
            </a:r>
          </a:p>
          <a:p>
            <a:pPr lvl="5"/>
            <a:r>
              <a:rPr lang="es-MX" dirty="0"/>
              <a:t>Correo electrónico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398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iaas vs paas vs sa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35" b="-2635"/>
          <a:stretch/>
        </p:blipFill>
        <p:spPr bwMode="auto">
          <a:xfrm>
            <a:off x="106548" y="274520"/>
            <a:ext cx="11978901" cy="6015102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62144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80903-EFEA-6AC4-80C4-D6385BA1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023C06F-E638-F6AD-E375-9CB91C1259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382" b="-2382"/>
          <a:stretch/>
        </p:blipFill>
        <p:spPr>
          <a:xfrm>
            <a:off x="978309" y="225477"/>
            <a:ext cx="10235381" cy="60151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251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As a Service</a:t>
            </a:r>
          </a:p>
        </p:txBody>
      </p:sp>
      <p:pic>
        <p:nvPicPr>
          <p:cNvPr id="1026" name="Picture 2" descr="Ver las imágenes de orig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656" y="2338701"/>
            <a:ext cx="6044624" cy="4407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tflix - Aplicaciones en Google Play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08" b="36426"/>
          <a:stretch/>
        </p:blipFill>
        <p:spPr bwMode="auto">
          <a:xfrm>
            <a:off x="9269839" y="1948876"/>
            <a:ext cx="2682030" cy="71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scuchar lo es todo - Spotify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9" t="23105" r="10592" b="27697"/>
          <a:stretch/>
        </p:blipFill>
        <p:spPr bwMode="auto">
          <a:xfrm>
            <a:off x="9285499" y="2791943"/>
            <a:ext cx="2697690" cy="885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ber: Viajes económicos - Apps en Google Play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0" t="36074" r="11582" b="36009"/>
          <a:stretch/>
        </p:blipFill>
        <p:spPr bwMode="auto">
          <a:xfrm>
            <a:off x="9285500" y="3776613"/>
            <a:ext cx="2682030" cy="995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o 7"/>
          <p:cNvGrpSpPr/>
          <p:nvPr/>
        </p:nvGrpSpPr>
        <p:grpSpPr>
          <a:xfrm>
            <a:off x="9269839" y="5620476"/>
            <a:ext cx="2682030" cy="1066706"/>
            <a:chOff x="9210250" y="5158610"/>
            <a:chExt cx="2682030" cy="1066706"/>
          </a:xfrm>
        </p:grpSpPr>
        <p:sp>
          <p:nvSpPr>
            <p:cNvPr id="7" name="Rectángulo 6"/>
            <p:cNvSpPr/>
            <p:nvPr/>
          </p:nvSpPr>
          <p:spPr>
            <a:xfrm>
              <a:off x="9210250" y="5158610"/>
              <a:ext cx="2682030" cy="98818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40" name="Picture 16" descr="Bebbia Institucional | La nueva forma de hidratars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82970" y="5158611"/>
              <a:ext cx="2243380" cy="10667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4" descr="Econduce">
            <a:extLst>
              <a:ext uri="{FF2B5EF4-FFF2-40B4-BE49-F238E27FC236}">
                <a16:creationId xmlns:a16="http://schemas.microsoft.com/office/drawing/2014/main" id="{259C6ABA-613C-EBF5-0204-EFA49716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009" y="4926189"/>
            <a:ext cx="2697690" cy="51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817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MX" dirty="0"/>
              <a:t>Tipos de nube (Modelos despliegue)</a:t>
            </a:r>
          </a:p>
        </p:txBody>
      </p:sp>
      <p:pic>
        <p:nvPicPr>
          <p:cNvPr id="2050" name="Picture 2" descr="Resultado de imagen para computing cloud types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21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469143"/>
            <a:ext cx="5134335" cy="2755426"/>
          </a:xfrm>
          <a:prstGeom prst="rect">
            <a:avLst/>
          </a:prstGeom>
          <a:solidFill>
            <a:srgbClr val="FFFFFF"/>
          </a:solidFill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Marcador de contenido 2"/>
          <p:cNvSpPr>
            <a:spLocks noGrp="1"/>
          </p:cNvSpPr>
          <p:nvPr>
            <p:ph sz="quarter" idx="16"/>
          </p:nvPr>
        </p:nvSpPr>
        <p:spPr>
          <a:xfrm>
            <a:off x="6219464" y="1790329"/>
            <a:ext cx="5134335" cy="4113054"/>
          </a:xfrm>
        </p:spPr>
        <p:txBody>
          <a:bodyPr>
            <a:normAutofit fontScale="92500" lnSpcReduction="10000"/>
          </a:bodyPr>
          <a:lstStyle/>
          <a:p>
            <a:r>
              <a:rPr lang="es-MX" sz="1700"/>
              <a:t>Nube pública</a:t>
            </a:r>
          </a:p>
          <a:p>
            <a:pPr lvl="1"/>
            <a:r>
              <a:rPr lang="es-MX" sz="1700"/>
              <a:t>Servicio puede ser utilizado por diversos clientes</a:t>
            </a:r>
          </a:p>
          <a:p>
            <a:r>
              <a:rPr lang="es-MX" sz="1700"/>
              <a:t>Nube privada</a:t>
            </a:r>
          </a:p>
          <a:p>
            <a:pPr lvl="1"/>
            <a:r>
              <a:rPr lang="es-MX" sz="1700"/>
              <a:t>Servicio operado únicamente por un cliente (</a:t>
            </a:r>
            <a:r>
              <a:rPr lang="es-MX" sz="1700" err="1"/>
              <a:t>on-premise</a:t>
            </a:r>
            <a:r>
              <a:rPr lang="es-MX" sz="1700"/>
              <a:t>/off-</a:t>
            </a:r>
            <a:r>
              <a:rPr lang="es-MX" sz="1700" err="1"/>
              <a:t>premise</a:t>
            </a:r>
            <a:r>
              <a:rPr lang="es-MX" sz="1700"/>
              <a:t>)</a:t>
            </a:r>
          </a:p>
          <a:p>
            <a:r>
              <a:rPr lang="es-MX" sz="1700"/>
              <a:t>Nube híbrida</a:t>
            </a:r>
          </a:p>
          <a:p>
            <a:pPr lvl="1"/>
            <a:r>
              <a:rPr lang="es-MX" sz="1700"/>
              <a:t>Integración de nube privada y pública</a:t>
            </a:r>
          </a:p>
          <a:p>
            <a:r>
              <a:rPr lang="es-MX" sz="1700"/>
              <a:t>Nube comunitaria</a:t>
            </a:r>
          </a:p>
          <a:p>
            <a:pPr lvl="1"/>
            <a:r>
              <a:rPr lang="es-MX" sz="1700"/>
              <a:t>Nube cerrada a un grupo común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660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24E909-BB9C-73C6-6C1A-2095E50C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dirty="0" err="1"/>
              <a:t>ComparATIVA</a:t>
            </a:r>
            <a:r>
              <a:rPr lang="es-es" dirty="0"/>
              <a:t> </a:t>
            </a:r>
            <a:r>
              <a:rPr lang="es-es" dirty="0" err="1"/>
              <a:t>CapEx</a:t>
            </a:r>
            <a:r>
              <a:rPr lang="es-es" dirty="0"/>
              <a:t> y </a:t>
            </a:r>
            <a:r>
              <a:rPr lang="es-es" dirty="0" err="1"/>
              <a:t>OpEx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595DF6-683E-AAAA-1723-9BFE35123F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2"/>
            <a:ext cx="5212079" cy="1359134"/>
          </a:xfrm>
        </p:spPr>
        <p:txBody>
          <a:bodyPr rtlCol="0">
            <a:normAutofit fontScale="92500"/>
          </a:bodyPr>
          <a:lstStyle/>
          <a:p>
            <a:pPr marL="285750" indent="-28575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dirty="0"/>
              <a:t>El gasto inicial de dinero en infraestructura física.</a:t>
            </a:r>
          </a:p>
          <a:p>
            <a:pPr marL="285750" indent="-28575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dirty="0"/>
              <a:t>Los costes derivados de </a:t>
            </a:r>
            <a:r>
              <a:rPr lang="es-es" sz="1800" dirty="0" err="1"/>
              <a:t>CapEx</a:t>
            </a:r>
            <a:r>
              <a:rPr lang="es-es" sz="1800" dirty="0"/>
              <a:t> tienen </a:t>
            </a:r>
            <a:br>
              <a:rPr lang="es-es" sz="1800" dirty="0"/>
            </a:br>
            <a:r>
              <a:rPr lang="es-es" sz="1800" dirty="0"/>
              <a:t>un valor que se reduce con el tiempo.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53F720-CF0F-546E-BBC8-8BA717CC93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199" y="1461734"/>
            <a:ext cx="4894006" cy="452949"/>
          </a:xfrm>
        </p:spPr>
        <p:txBody>
          <a:bodyPr rtlCol="0">
            <a:normAutofit/>
          </a:bodyPr>
          <a:lstStyle/>
          <a:p>
            <a:pPr rtl="0"/>
            <a:r>
              <a:rPr lang="es-es" sz="2200" dirty="0"/>
              <a:t>Gastos de capital (</a:t>
            </a:r>
            <a:r>
              <a:rPr lang="es-es" sz="2200" dirty="0" err="1"/>
              <a:t>CapEx</a:t>
            </a:r>
            <a:r>
              <a:rPr lang="es-es" sz="2200" dirty="0"/>
              <a:t>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EA4416E-02E9-1C52-3091-510548D0487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972300" y="1593850"/>
            <a:ext cx="5219700" cy="338138"/>
          </a:xfrm>
        </p:spPr>
        <p:txBody>
          <a:bodyPr rtlCol="0">
            <a:normAutofit fontScale="70000" lnSpcReduction="20000"/>
          </a:bodyPr>
          <a:lstStyle/>
          <a:p>
            <a:pPr marL="0" indent="0" rtl="0">
              <a:buNone/>
            </a:pPr>
            <a:r>
              <a:rPr lang="es-es" sz="2200" dirty="0"/>
              <a:t>Gastos operativos (</a:t>
            </a:r>
            <a:r>
              <a:rPr lang="es-es" sz="2200" dirty="0" err="1"/>
              <a:t>OpEx</a:t>
            </a:r>
            <a:r>
              <a:rPr lang="es-es" sz="2200" dirty="0"/>
              <a:t>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624673-7BFE-0FCC-9002-3B4B5DFD1C9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972300" y="2024781"/>
            <a:ext cx="5187950" cy="1404219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</a:pPr>
            <a:r>
              <a:rPr lang="es-es" sz="1800" dirty="0"/>
              <a:t>Gasto en productos y servicios necesarios, </a:t>
            </a:r>
            <a:br>
              <a:rPr lang="en-US" sz="1800" dirty="0"/>
            </a:br>
            <a:r>
              <a:rPr lang="es-es" sz="1800" dirty="0"/>
              <a:t>pago por uso. 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</a:pPr>
            <a:r>
              <a:rPr lang="es-es" sz="1800" dirty="0"/>
              <a:t>Obtenga una factura de inmediato.</a:t>
            </a:r>
          </a:p>
        </p:txBody>
      </p:sp>
      <p:pic>
        <p:nvPicPr>
          <p:cNvPr id="11" name="Picture 10" descr="Two sided graphic to show a larger dollar bill on the left, and several smaller dollar bills on the right.  This represents that CapEx (left) usually results in large bulk expenses; while OpEx (right) results in savings and many smaller expenses.">
            <a:extLst>
              <a:ext uri="{FF2B5EF4-FFF2-40B4-BE49-F238E27FC236}">
                <a16:creationId xmlns:a16="http://schemas.microsoft.com/office/drawing/2014/main" id="{0EA2DEDF-0035-4D5D-A0AD-40E5D03FD255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-11703" t="-11962" r="-11703" b="-11962"/>
          <a:stretch/>
        </p:blipFill>
        <p:spPr>
          <a:xfrm>
            <a:off x="586389" y="3624263"/>
            <a:ext cx="11013473" cy="2286000"/>
          </a:xfrm>
          <a:prstGeom prst="rect">
            <a:avLst/>
          </a:prstGeom>
          <a:ln w="19050">
            <a:solidFill>
              <a:schemeClr val="accent4"/>
            </a:solidFill>
          </a:ln>
        </p:spPr>
      </p:pic>
    </p:spTree>
    <p:extLst>
      <p:ext uri="{BB962C8B-B14F-4D97-AF65-F5344CB8AC3E}">
        <p14:creationId xmlns:p14="http://schemas.microsoft.com/office/powerpoint/2010/main" val="325476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8643C-1402-3F9D-E42B-70D9140CA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</p:spPr>
        <p:txBody>
          <a:bodyPr anchor="ctr">
            <a:normAutofit fontScale="90000"/>
          </a:bodyPr>
          <a:lstStyle/>
          <a:p>
            <a:r>
              <a:rPr lang="es-MX" sz="4400"/>
              <a:t>Inversión</a:t>
            </a:r>
            <a:endParaRPr lang="es-419" sz="4400"/>
          </a:p>
        </p:txBody>
      </p:sp>
      <p:pic>
        <p:nvPicPr>
          <p:cNvPr id="4098" name="Picture 2" descr="Cloud Computing: The Digital Infrastructure Powering Today's Businesses">
            <a:extLst>
              <a:ext uri="{FF2B5EF4-FFF2-40B4-BE49-F238E27FC236}">
                <a16:creationId xmlns:a16="http://schemas.microsoft.com/office/drawing/2014/main" id="{50852294-91D4-CD7B-FB16-E3EE8D89D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56" r="4" b="19029"/>
          <a:stretch/>
        </p:blipFill>
        <p:spPr bwMode="auto">
          <a:xfrm>
            <a:off x="838200" y="1825625"/>
            <a:ext cx="10515600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694935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Proveedores</a:t>
            </a:r>
          </a:p>
        </p:txBody>
      </p:sp>
      <p:pic>
        <p:nvPicPr>
          <p:cNvPr id="1026" name="Picture 2" descr="Resultado de imagen para azu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79" b="25794"/>
          <a:stretch/>
        </p:blipFill>
        <p:spPr bwMode="auto">
          <a:xfrm>
            <a:off x="609600" y="2159875"/>
            <a:ext cx="3073509" cy="115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aw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807" y="2159876"/>
            <a:ext cx="3701517" cy="205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028" y="2159875"/>
            <a:ext cx="3232478" cy="194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oracle clou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3" y="3453655"/>
            <a:ext cx="2617074" cy="1528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telefonica clou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199" y="4740005"/>
            <a:ext cx="3971844" cy="2054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ibm clou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56" y="4646725"/>
            <a:ext cx="3222050" cy="214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sultado de imagen para alibaba clou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71" y="5125255"/>
            <a:ext cx="2183196" cy="166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17506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</p:spPr>
        <p:txBody>
          <a:bodyPr anchor="ctr">
            <a:normAutofit fontScale="90000"/>
          </a:bodyPr>
          <a:lstStyle/>
          <a:p>
            <a:r>
              <a:rPr lang="es-MX" sz="4400"/>
              <a:t>Que dice Gartner</a:t>
            </a:r>
          </a:p>
        </p:txBody>
      </p:sp>
      <p:pic>
        <p:nvPicPr>
          <p:cNvPr id="1028" name="Picture 4" descr="Imagen">
            <a:extLst>
              <a:ext uri="{FF2B5EF4-FFF2-40B4-BE49-F238E27FC236}">
                <a16:creationId xmlns:a16="http://schemas.microsoft.com/office/drawing/2014/main" id="{00E338B6-3022-8568-7D52-6EB4F3E65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96"/>
          <a:stretch/>
        </p:blipFill>
        <p:spPr bwMode="auto">
          <a:xfrm>
            <a:off x="123556" y="2514600"/>
            <a:ext cx="8982932" cy="3271491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58224D3-95AA-F893-5C9B-5C113FB7B6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09" r="5700" b="8562"/>
          <a:stretch/>
        </p:blipFill>
        <p:spPr>
          <a:xfrm>
            <a:off x="9106487" y="2786743"/>
            <a:ext cx="3085513" cy="299934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0EC5A9E-102F-A340-75AE-C46897647D52}"/>
              </a:ext>
            </a:extLst>
          </p:cNvPr>
          <p:cNvSpPr txBox="1"/>
          <p:nvPr/>
        </p:nvSpPr>
        <p:spPr>
          <a:xfrm>
            <a:off x="10374167" y="2514600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/>
              <a:t>2024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F2D7103-6557-F912-CF7A-386EB451C359}"/>
              </a:ext>
            </a:extLst>
          </p:cNvPr>
          <p:cNvGrpSpPr/>
          <p:nvPr/>
        </p:nvGrpSpPr>
        <p:grpSpPr>
          <a:xfrm>
            <a:off x="3469175" y="1590654"/>
            <a:ext cx="5253650" cy="5267346"/>
            <a:chOff x="3469175" y="1590654"/>
            <a:chExt cx="5253650" cy="5267346"/>
          </a:xfrm>
        </p:grpSpPr>
        <p:pic>
          <p:nvPicPr>
            <p:cNvPr id="1026" name="Picture 2" descr="Missing alt text value">
              <a:extLst>
                <a:ext uri="{FF2B5EF4-FFF2-40B4-BE49-F238E27FC236}">
                  <a16:creationId xmlns:a16="http://schemas.microsoft.com/office/drawing/2014/main" id="{EC9D1521-5D0F-5741-A128-22D8BB270D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60" b="7801"/>
            <a:stretch>
              <a:fillRect/>
            </a:stretch>
          </p:blipFill>
          <p:spPr bwMode="auto">
            <a:xfrm>
              <a:off x="3469175" y="1823865"/>
              <a:ext cx="5253650" cy="50341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6A5EEB19-22C7-E2B3-BC05-B9DDA7EB9E04}"/>
                </a:ext>
              </a:extLst>
            </p:cNvPr>
            <p:cNvSpPr txBox="1"/>
            <p:nvPr/>
          </p:nvSpPr>
          <p:spPr>
            <a:xfrm>
              <a:off x="5756804" y="1590654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b="1" dirty="0"/>
                <a:t>2025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595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</p:spPr>
        <p:txBody>
          <a:bodyPr anchor="ctr">
            <a:normAutofit/>
          </a:bodyPr>
          <a:lstStyle/>
          <a:p>
            <a:r>
              <a:rPr lang="es-MX"/>
              <a:t>Tipos de contrato</a:t>
            </a:r>
          </a:p>
        </p:txBody>
      </p:sp>
      <p:pic>
        <p:nvPicPr>
          <p:cNvPr id="5" name="Marcador de posición de imagen 4" descr="Una estrella en el centro&#10;&#10;El contenido generado por IA puede ser incorrecto.">
            <a:extLst>
              <a:ext uri="{FF2B5EF4-FFF2-40B4-BE49-F238E27FC236}">
                <a16:creationId xmlns:a16="http://schemas.microsoft.com/office/drawing/2014/main" id="{094C4205-9298-4B28-59DB-40E532B0D00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3832" r="10998"/>
          <a:stretch/>
        </p:blipFill>
        <p:spPr>
          <a:xfrm>
            <a:off x="0" y="0"/>
            <a:ext cx="4287838" cy="6858000"/>
          </a:xfrm>
        </p:spPr>
      </p:pic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</p:nvPr>
        </p:nvGraphicFramePr>
        <p:xfrm>
          <a:off x="5242426" y="2286000"/>
          <a:ext cx="6241650" cy="3474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59041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issing alt text value">
            <a:extLst>
              <a:ext uri="{FF2B5EF4-FFF2-40B4-BE49-F238E27FC236}">
                <a16:creationId xmlns:a16="http://schemas.microsoft.com/office/drawing/2014/main" id="{DE6DACA7-C9D8-4B5A-84A9-599242451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6" y="151144"/>
            <a:ext cx="121031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62437" y="400486"/>
            <a:ext cx="9467127" cy="1199232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s-ES" kern="1200" cap="all" spc="3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AWS</a:t>
            </a:r>
          </a:p>
        </p:txBody>
      </p:sp>
      <p:sp>
        <p:nvSpPr>
          <p:cNvPr id="5" name="Rectángulo 4"/>
          <p:cNvSpPr/>
          <p:nvPr/>
        </p:nvSpPr>
        <p:spPr>
          <a:xfrm>
            <a:off x="1362075" y="5067300"/>
            <a:ext cx="9467850" cy="1199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s-ES" kern="1200" dirty="0">
                <a:latin typeface="+mn-lt"/>
                <a:ea typeface="+mn-ea"/>
                <a:cs typeface="+mn-cs"/>
              </a:rPr>
              <a:t>AWS cuenta con 123 zonas de disponibilidad 39 regiones geográficas. Existen planes para lanzar otras </a:t>
            </a:r>
            <a:r>
              <a:rPr lang="es-ES" dirty="0"/>
              <a:t>7</a:t>
            </a:r>
            <a:r>
              <a:rPr lang="es-ES" kern="1200" dirty="0">
                <a:latin typeface="+mn-lt"/>
                <a:ea typeface="+mn-ea"/>
                <a:cs typeface="+mn-cs"/>
              </a:rPr>
              <a:t> zonas de disponibilidad y 2 regiones de AWS adicionales en el Reino de Arabia Saudí</a:t>
            </a:r>
            <a:r>
              <a:rPr lang="es-ES" dirty="0"/>
              <a:t> y</a:t>
            </a:r>
            <a:r>
              <a:rPr lang="es-ES" kern="1200" dirty="0">
                <a:latin typeface="+mn-lt"/>
                <a:ea typeface="+mn-ea"/>
                <a:cs typeface="+mn-cs"/>
              </a:rPr>
              <a:t> Chile y la nube soberana europea de AWS.</a:t>
            </a:r>
          </a:p>
        </p:txBody>
      </p:sp>
    </p:spTree>
    <p:extLst>
      <p:ext uri="{BB962C8B-B14F-4D97-AF65-F5344CB8AC3E}">
        <p14:creationId xmlns:p14="http://schemas.microsoft.com/office/powerpoint/2010/main" val="1356967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Mapa&#10;&#10;El contenido generado por IA puede ser incorrecto.">
            <a:extLst>
              <a:ext uri="{FF2B5EF4-FFF2-40B4-BE49-F238E27FC236}">
                <a16:creationId xmlns:a16="http://schemas.microsoft.com/office/drawing/2014/main" id="{4C6242C2-7622-7929-1660-0E1831BFD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180"/>
            <a:ext cx="12192000" cy="666564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121A8E2-BAA1-DB3C-1229-B0AA292C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1093035"/>
          </a:xfrm>
        </p:spPr>
        <p:txBody>
          <a:bodyPr anchor="b"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Google Cloud</a:t>
            </a:r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BA3EAD-2038-63CB-1571-1C38F92713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015" y="3429000"/>
            <a:ext cx="4203456" cy="1417131"/>
          </a:xfrm>
        </p:spPr>
        <p:txBody>
          <a:bodyPr>
            <a:normAutofit fontScale="85000" lnSpcReduction="20000"/>
          </a:bodyPr>
          <a:lstStyle/>
          <a:p>
            <a:r>
              <a:rPr lang="es-MX" dirty="0">
                <a:solidFill>
                  <a:schemeClr val="tx1"/>
                </a:solidFill>
              </a:rPr>
              <a:t>43 regiones</a:t>
            </a:r>
          </a:p>
          <a:p>
            <a:r>
              <a:rPr lang="es-MX" dirty="0">
                <a:solidFill>
                  <a:schemeClr val="tx1"/>
                </a:solidFill>
              </a:rPr>
              <a:t>130 zonas</a:t>
            </a:r>
          </a:p>
          <a:p>
            <a:r>
              <a:rPr lang="es-MX" dirty="0">
                <a:solidFill>
                  <a:schemeClr val="tx1"/>
                </a:solidFill>
              </a:rPr>
              <a:t>7.75 M kilómetros de fibra</a:t>
            </a:r>
          </a:p>
          <a:p>
            <a:r>
              <a:rPr lang="es-MX">
                <a:solidFill>
                  <a:schemeClr val="tx1"/>
                </a:solidFill>
              </a:rPr>
              <a:t>+200 </a:t>
            </a:r>
            <a:r>
              <a:rPr lang="es-MX" dirty="0">
                <a:solidFill>
                  <a:schemeClr val="tx1"/>
                </a:solidFill>
              </a:rPr>
              <a:t>países</a:t>
            </a:r>
            <a:endParaRPr lang="es-419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269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166A87A5-B4AA-7A23-0929-5C9B31822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637F56D-4428-492A-489F-46937D727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6"/>
            <a:ext cx="9467127" cy="15002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kern="1200" cap="all" spc="300" baseline="0" dirty="0">
                <a:latin typeface="+mj-lt"/>
                <a:ea typeface="+mj-ea"/>
                <a:cs typeface="+mj-cs"/>
              </a:rPr>
              <a:t>Azure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362075" y="5106256"/>
            <a:ext cx="9467850" cy="116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Más de 400 centros de datos físicos, organizados en 70+ regiones y vinculados por más de </a:t>
            </a:r>
            <a:r>
              <a:rPr lang="es-ES" dirty="0">
                <a:solidFill>
                  <a:schemeClr val="bg1"/>
                </a:solidFill>
              </a:rPr>
              <a:t>600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mil  kilómetros de fibra óptica.</a:t>
            </a:r>
          </a:p>
        </p:txBody>
      </p:sp>
    </p:spTree>
    <p:extLst>
      <p:ext uri="{BB962C8B-B14F-4D97-AF65-F5344CB8AC3E}">
        <p14:creationId xmlns:p14="http://schemas.microsoft.com/office/powerpoint/2010/main" val="2692552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</p:spPr>
        <p:txBody>
          <a:bodyPr anchor="ctr">
            <a:normAutofit/>
          </a:bodyPr>
          <a:lstStyle/>
          <a:p>
            <a:r>
              <a:rPr lang="es-MX" sz="4100"/>
              <a:t>Conceptos importantes Azure</a:t>
            </a:r>
          </a:p>
        </p:txBody>
      </p:sp>
      <p:graphicFrame>
        <p:nvGraphicFramePr>
          <p:cNvPr id="9" name="Marcador de contenido 2">
            <a:extLst>
              <a:ext uri="{FF2B5EF4-FFF2-40B4-BE49-F238E27FC236}">
                <a16:creationId xmlns:a16="http://schemas.microsoft.com/office/drawing/2014/main" id="{2D2BB014-49C5-6876-2E1C-DBD382B3CB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0151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MX" dirty="0"/>
              <a:t>Disponibilidad en Azure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</p:spPr>
        <p:txBody>
          <a:bodyPr>
            <a:normAutofit lnSpcReduction="10000"/>
          </a:bodyPr>
          <a:lstStyle/>
          <a:p>
            <a:r>
              <a:rPr lang="es-MX" sz="1500"/>
              <a:t>Conjunto de disponibilidad</a:t>
            </a:r>
          </a:p>
          <a:p>
            <a:pPr lvl="1"/>
            <a:r>
              <a:rPr lang="es-ES" sz="1500"/>
              <a:t>Ofrecen alta disponibilidad dentro de un centro de datos</a:t>
            </a:r>
            <a:endParaRPr lang="es-MX" sz="1500"/>
          </a:p>
          <a:p>
            <a:pPr lvl="1"/>
            <a:r>
              <a:rPr lang="fr-FR" sz="1500"/>
              <a:t>5 Update </a:t>
            </a:r>
            <a:r>
              <a:rPr lang="fr-FR" sz="1500" err="1"/>
              <a:t>Domains</a:t>
            </a:r>
            <a:r>
              <a:rPr lang="fr-FR" sz="1500"/>
              <a:t> (UD) </a:t>
            </a:r>
            <a:r>
              <a:rPr lang="es-ES" sz="1500"/>
              <a:t>todas las VM dentro de un dominio de actualización se reiniciarán juntas.</a:t>
            </a:r>
            <a:endParaRPr lang="fr-FR" sz="1500"/>
          </a:p>
          <a:p>
            <a:pPr lvl="1"/>
            <a:r>
              <a:rPr lang="fr-FR" sz="1500"/>
              <a:t>2 Failure </a:t>
            </a:r>
            <a:r>
              <a:rPr lang="fr-FR" sz="1500" err="1"/>
              <a:t>Domains</a:t>
            </a:r>
            <a:r>
              <a:rPr lang="fr-FR" sz="1500"/>
              <a:t> (FD) </a:t>
            </a:r>
            <a:r>
              <a:rPr lang="fr-FR" sz="1500" err="1"/>
              <a:t>comparte</a:t>
            </a:r>
            <a:r>
              <a:rPr lang="fr-FR" sz="1500"/>
              <a:t> switch y </a:t>
            </a:r>
            <a:r>
              <a:rPr lang="fr-FR" sz="1500" err="1"/>
              <a:t>alimentación</a:t>
            </a:r>
            <a:r>
              <a:rPr lang="fr-FR" sz="1500"/>
              <a:t>.</a:t>
            </a:r>
          </a:p>
          <a:p>
            <a:r>
              <a:rPr lang="fr-FR" sz="1500"/>
              <a:t>Zonas de </a:t>
            </a:r>
            <a:r>
              <a:rPr lang="fr-FR" sz="1500" err="1"/>
              <a:t>disponibilidad</a:t>
            </a:r>
            <a:endParaRPr lang="fr-FR" sz="1500"/>
          </a:p>
          <a:p>
            <a:pPr lvl="1"/>
            <a:r>
              <a:rPr lang="es-ES" sz="1500"/>
              <a:t>Las zonas de disponibilidad proporcionan alta disponibilidad dentro de una región mediante la colocación de instancias de VM en centros de datos independientes dentro de la región.</a:t>
            </a:r>
            <a:endParaRPr lang="fr-FR" sz="1500"/>
          </a:p>
          <a:p>
            <a:endParaRPr lang="es-MX" sz="1500"/>
          </a:p>
        </p:txBody>
      </p:sp>
      <p:pic>
        <p:nvPicPr>
          <p:cNvPr id="4" name="Picture 2" descr="Update Domain Vs Fault Domain in Azure">
            <a:extLst>
              <a:ext uri="{FF2B5EF4-FFF2-40B4-BE49-F238E27FC236}">
                <a16:creationId xmlns:a16="http://schemas.microsoft.com/office/drawing/2014/main" id="{F4F5179B-36DC-FD37-1CEE-746898A8A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9464" y="1844465"/>
            <a:ext cx="5134335" cy="4004781"/>
          </a:xfrm>
          <a:prstGeom prst="rect">
            <a:avLst/>
          </a:prstGeom>
          <a:solidFill>
            <a:srgbClr val="FFFFFF"/>
          </a:solidFill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4803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</p:spPr>
        <p:txBody>
          <a:bodyPr anchor="b">
            <a:normAutofit/>
          </a:bodyPr>
          <a:lstStyle/>
          <a:p>
            <a:r>
              <a:rPr lang="es-MX" dirty="0"/>
              <a:t>Costos</a:t>
            </a:r>
          </a:p>
        </p:txBody>
      </p:sp>
      <p:pic>
        <p:nvPicPr>
          <p:cNvPr id="24" name="Graphic 6" descr="Calculadora">
            <a:extLst>
              <a:ext uri="{FF2B5EF4-FFF2-40B4-BE49-F238E27FC236}">
                <a16:creationId xmlns:a16="http://schemas.microsoft.com/office/drawing/2014/main" id="{1EA63790-BFE8-D2E9-427E-8508D8F787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8882" y="371475"/>
            <a:ext cx="6115050" cy="6115050"/>
          </a:xfrm>
          <a:prstGeom prst="parallelogram">
            <a:avLst/>
          </a:prstGeom>
          <a:ln>
            <a:noFill/>
          </a:ln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</p:spPr>
        <p:txBody>
          <a:bodyPr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s-MX" sz="1500" dirty="0"/>
              <a:t>Calculadora </a:t>
            </a:r>
            <a:r>
              <a:rPr lang="es-MX" sz="1500" dirty="0">
                <a:hlinkClick r:id="rId4"/>
              </a:rPr>
              <a:t>https://azure.microsoft.com/es-es/pricing/calculator/</a:t>
            </a:r>
            <a:r>
              <a:rPr lang="es-MX" sz="1500" dirty="0"/>
              <a:t> </a:t>
            </a:r>
          </a:p>
          <a:p>
            <a:pPr>
              <a:lnSpc>
                <a:spcPct val="140000"/>
              </a:lnSpc>
            </a:pPr>
            <a:r>
              <a:rPr lang="es-MX" sz="1500" dirty="0"/>
              <a:t>Sección en el portal de administración</a:t>
            </a:r>
          </a:p>
          <a:p>
            <a:pPr>
              <a:lnSpc>
                <a:spcPct val="140000"/>
              </a:lnSpc>
            </a:pPr>
            <a:r>
              <a:rPr lang="es-MX" sz="1500" dirty="0"/>
              <a:t>En la suscripción académica </a:t>
            </a:r>
            <a:r>
              <a:rPr lang="es-MX" sz="1500" dirty="0">
                <a:hlinkClick r:id="rId5"/>
              </a:rPr>
              <a:t>https://www.microsoftazuresponsorships.com/</a:t>
            </a:r>
            <a:endParaRPr lang="es-MX" sz="1500" dirty="0"/>
          </a:p>
          <a:p>
            <a:pPr>
              <a:lnSpc>
                <a:spcPct val="140000"/>
              </a:lnSpc>
            </a:pPr>
            <a:endParaRPr lang="es-MX" sz="15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0133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FC494-C1FD-092A-E7E0-48FB2D14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341671"/>
            <a:ext cx="10890929" cy="644012"/>
          </a:xfrm>
        </p:spPr>
        <p:txBody>
          <a:bodyPr>
            <a:normAutofit fontScale="90000"/>
          </a:bodyPr>
          <a:lstStyle/>
          <a:p>
            <a:r>
              <a:rPr lang="es-MX" dirty="0"/>
              <a:t>Ejercicio</a:t>
            </a:r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50BDAE5C-B740-24CF-DDE0-5CA2C77FCA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531891"/>
              </p:ext>
            </p:extLst>
          </p:nvPr>
        </p:nvGraphicFramePr>
        <p:xfrm>
          <a:off x="640078" y="1138969"/>
          <a:ext cx="10890928" cy="3973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F9CE0CC7-CF20-C023-0691-35BCF16D59D6}"/>
              </a:ext>
            </a:extLst>
          </p:cNvPr>
          <p:cNvSpPr txBox="1"/>
          <p:nvPr/>
        </p:nvSpPr>
        <p:spPr>
          <a:xfrm>
            <a:off x="1685978" y="5279919"/>
            <a:ext cx="8820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La universidad decide </a:t>
            </a:r>
            <a:r>
              <a:rPr lang="es-MX" b="1" dirty="0"/>
              <a:t>migrar el sistema a la nube</a:t>
            </a:r>
            <a:r>
              <a:rPr lang="es-MX" dirty="0"/>
              <a:t>. ¿Qué propones IaaS, PaaS o SaaS?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DB8B596-5E04-0BDB-9CC8-8D2D584DE2AC}"/>
              </a:ext>
            </a:extLst>
          </p:cNvPr>
          <p:cNvSpPr txBox="1"/>
          <p:nvPr/>
        </p:nvSpPr>
        <p:spPr>
          <a:xfrm>
            <a:off x="3631184" y="5938683"/>
            <a:ext cx="4908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Plantea un análisis </a:t>
            </a:r>
            <a:r>
              <a:rPr lang="es-MX" b="1" dirty="0"/>
              <a:t>FODA</a:t>
            </a:r>
            <a:r>
              <a:rPr lang="es-MX" dirty="0"/>
              <a:t> y justifica tu decisión</a:t>
            </a:r>
          </a:p>
        </p:txBody>
      </p:sp>
    </p:spTree>
    <p:extLst>
      <p:ext uri="{BB962C8B-B14F-4D97-AF65-F5344CB8AC3E}">
        <p14:creationId xmlns:p14="http://schemas.microsoft.com/office/powerpoint/2010/main" val="14690394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eeffdf92-f045-4a2e-a4a0-32ab77cb29a6&quot;,&quot;TimeStamp&quot;:&quot;2018-05-21T18:40:48.5253689-05:00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6cc63271-22b7-4213-8650-67d750fa6ac0&quot;,&quot;TimeStamp&quot;:&quot;2018-05-21T18:40:48.5253689-05:00&quot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ccc03936-6e0f-4911-ac29-d6ebf6d27a55&quot;,&quot;TimeStamp&quot;:&quot;2018-05-21T18:40:48.5253689-05:00&quot;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b3f7f7b8-fbc9-4714-a928-8e2e01ad3ea5&quot;,&quot;TimeStamp&quot;:&quot;2018-05-21T18:40:48.5253689-05:00&quot;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30a5d3aa-0cdb-42e4-b9dd-a5472089cbdd&quot;,&quot;TimeStamp&quot;:&quot;2018-05-21T18:40:48.5253689-05:00&quot;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4b2158ba-53ab-4450-bae3-2b31359c205f&quot;,&quot;TimeStamp&quot;:&quot;2018-05-21T18:40:48.5253689-05:00&quot;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4b2158ba-53ab-4450-bae3-2b31359c205f&quot;,&quot;TimeStamp&quot;:&quot;2018-05-21T18:40:48.5253689-05:00&quot;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fde9c6f8-3aca-481e-9dc9-3f83e819ac81&quot;,&quot;TimeStamp&quot;:&quot;2018-05-21T18:40:48.5253689-05:00&quot;}"/>
</p:tagLst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1122</Words>
  <Application>Microsoft Office PowerPoint</Application>
  <PresentationFormat>Panorámica</PresentationFormat>
  <Paragraphs>143</Paragraphs>
  <Slides>27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5" baseType="lpstr">
      <vt:lpstr>Aptos</vt:lpstr>
      <vt:lpstr>Arial</vt:lpstr>
      <vt:lpstr>Calibri</vt:lpstr>
      <vt:lpstr>Grandview Display</vt:lpstr>
      <vt:lpstr>Segoe UI</vt:lpstr>
      <vt:lpstr>Source Sans Pro Web</vt:lpstr>
      <vt:lpstr>Wingdings</vt:lpstr>
      <vt:lpstr>DashVTI</vt:lpstr>
      <vt:lpstr>COMPUTO EN LA NUBE</vt:lpstr>
      <vt:lpstr>Introducción</vt:lpstr>
      <vt:lpstr>Ejercicio inicial</vt:lpstr>
      <vt:lpstr>Presentación de PowerPoint</vt:lpstr>
      <vt:lpstr>Perspectiva</vt:lpstr>
      <vt:lpstr>Presentación de PowerPoint</vt:lpstr>
      <vt:lpstr>Orígenes e influencia</vt:lpstr>
      <vt:lpstr>Evolución del cómputo</vt:lpstr>
      <vt:lpstr>Nube</vt:lpstr>
      <vt:lpstr>Características de nube</vt:lpstr>
      <vt:lpstr>Modelos de servicio</vt:lpstr>
      <vt:lpstr>Presentación de PowerPoint</vt:lpstr>
      <vt:lpstr>Presentación de PowerPoint</vt:lpstr>
      <vt:lpstr>As a Service</vt:lpstr>
      <vt:lpstr>Tipos de nube (Modelos despliegue)</vt:lpstr>
      <vt:lpstr>ComparATIVA CapEx y OpEx</vt:lpstr>
      <vt:lpstr>Inversión</vt:lpstr>
      <vt:lpstr>Proveedores</vt:lpstr>
      <vt:lpstr>Que dice Gartner</vt:lpstr>
      <vt:lpstr>Tipos de contrato</vt:lpstr>
      <vt:lpstr>AWS</vt:lpstr>
      <vt:lpstr>Google Cloud</vt:lpstr>
      <vt:lpstr>Azure</vt:lpstr>
      <vt:lpstr>Conceptos importantes Azure</vt:lpstr>
      <vt:lpstr>Disponibilidad en Azure</vt:lpstr>
      <vt:lpstr>Costos</vt:lpstr>
      <vt:lpstr>Ejercicio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Bonola Virues Hector</dc:creator>
  <cp:lastModifiedBy>Bonola Virues Hector</cp:lastModifiedBy>
  <cp:revision>1</cp:revision>
  <dcterms:created xsi:type="dcterms:W3CDTF">2026-02-10T00:41:14Z</dcterms:created>
  <dcterms:modified xsi:type="dcterms:W3CDTF">2026-04-13T18:15:37Z</dcterms:modified>
</cp:coreProperties>
</file>