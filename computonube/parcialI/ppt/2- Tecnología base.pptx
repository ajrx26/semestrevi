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350" r:id="rId10"/>
    <p:sldId id="266" r:id="rId11"/>
    <p:sldId id="319" r:id="rId12"/>
    <p:sldId id="349" r:id="rId13"/>
    <p:sldId id="312" r:id="rId14"/>
    <p:sldId id="351" r:id="rId15"/>
    <p:sldId id="2244" r:id="rId1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1B1EA3-B699-445D-AE65-65BCDFFF2AEF}" v="3" dt="2026-04-13T18:15:21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ola Virues Hector" userId="6b1c84c4-e4f8-42d7-8d85-645df8b21457" providerId="ADAL" clId="{D63D1B71-6852-45FF-AC8D-51BE70EC0FF6}"/>
    <pc:docChg chg="undo custSel addSld delSld modSld sldOrd">
      <pc:chgData name="Bonola Virues Hector" userId="6b1c84c4-e4f8-42d7-8d85-645df8b21457" providerId="ADAL" clId="{D63D1B71-6852-45FF-AC8D-51BE70EC0FF6}" dt="2026-04-13T18:15:21.873" v="248"/>
      <pc:docMkLst>
        <pc:docMk/>
      </pc:docMkLst>
      <pc:sldChg chg="addSp delSp modSp new mod setBg">
        <pc:chgData name="Bonola Virues Hector" userId="6b1c84c4-e4f8-42d7-8d85-645df8b21457" providerId="ADAL" clId="{D63D1B71-6852-45FF-AC8D-51BE70EC0FF6}" dt="2026-03-27T02:50:08.162" v="129" actId="20577"/>
        <pc:sldMkLst>
          <pc:docMk/>
          <pc:sldMk cId="2616401952" sldId="264"/>
        </pc:sldMkLst>
        <pc:spChg chg="mod">
          <ac:chgData name="Bonola Virues Hector" userId="6b1c84c4-e4f8-42d7-8d85-645df8b21457" providerId="ADAL" clId="{D63D1B71-6852-45FF-AC8D-51BE70EC0FF6}" dt="2026-03-27T02:48:34.155" v="85" actId="26606"/>
          <ac:spMkLst>
            <pc:docMk/>
            <pc:sldMk cId="2616401952" sldId="264"/>
            <ac:spMk id="2" creationId="{60A424A0-AB6C-3695-B65B-8A605988B1A7}"/>
          </ac:spMkLst>
        </pc:spChg>
        <pc:spChg chg="mod">
          <ac:chgData name="Bonola Virues Hector" userId="6b1c84c4-e4f8-42d7-8d85-645df8b21457" providerId="ADAL" clId="{D63D1B71-6852-45FF-AC8D-51BE70EC0FF6}" dt="2026-03-27T02:50:08.162" v="129" actId="20577"/>
          <ac:spMkLst>
            <pc:docMk/>
            <pc:sldMk cId="2616401952" sldId="264"/>
            <ac:spMk id="3" creationId="{A902C632-65E8-F719-8E79-7D56B3EAAAE7}"/>
          </ac:spMkLst>
        </pc:spChg>
        <pc:spChg chg="add">
          <ac:chgData name="Bonola Virues Hector" userId="6b1c84c4-e4f8-42d7-8d85-645df8b21457" providerId="ADAL" clId="{D63D1B71-6852-45FF-AC8D-51BE70EC0FF6}" dt="2026-03-27T02:48:34.155" v="85" actId="26606"/>
          <ac:spMkLst>
            <pc:docMk/>
            <pc:sldMk cId="2616401952" sldId="264"/>
            <ac:spMk id="1033" creationId="{DBC6133C-0615-4CE4-9132-37E609A9BDFA}"/>
          </ac:spMkLst>
        </pc:spChg>
        <pc:spChg chg="add">
          <ac:chgData name="Bonola Virues Hector" userId="6b1c84c4-e4f8-42d7-8d85-645df8b21457" providerId="ADAL" clId="{D63D1B71-6852-45FF-AC8D-51BE70EC0FF6}" dt="2026-03-27T02:48:34.155" v="85" actId="26606"/>
          <ac:spMkLst>
            <pc:docMk/>
            <pc:sldMk cId="2616401952" sldId="264"/>
            <ac:spMk id="1035" creationId="{169CC832-2974-4E8D-90ED-3E2941BA7336}"/>
          </ac:spMkLst>
        </pc:spChg>
        <pc:spChg chg="add">
          <ac:chgData name="Bonola Virues Hector" userId="6b1c84c4-e4f8-42d7-8d85-645df8b21457" providerId="ADAL" clId="{D63D1B71-6852-45FF-AC8D-51BE70EC0FF6}" dt="2026-03-27T02:48:34.155" v="85" actId="26606"/>
          <ac:spMkLst>
            <pc:docMk/>
            <pc:sldMk cId="2616401952" sldId="264"/>
            <ac:spMk id="1037" creationId="{55222F96-971A-4F90-B841-6BAB416C7AC1}"/>
          </ac:spMkLst>
        </pc:spChg>
        <pc:spChg chg="add">
          <ac:chgData name="Bonola Virues Hector" userId="6b1c84c4-e4f8-42d7-8d85-645df8b21457" providerId="ADAL" clId="{D63D1B71-6852-45FF-AC8D-51BE70EC0FF6}" dt="2026-03-27T02:48:34.155" v="85" actId="26606"/>
          <ac:spMkLst>
            <pc:docMk/>
            <pc:sldMk cId="2616401952" sldId="264"/>
            <ac:spMk id="1039" creationId="{08980754-6F4B-43C9-B9BE-127B6BED6586}"/>
          </ac:spMkLst>
        </pc:spChg>
        <pc:spChg chg="add">
          <ac:chgData name="Bonola Virues Hector" userId="6b1c84c4-e4f8-42d7-8d85-645df8b21457" providerId="ADAL" clId="{D63D1B71-6852-45FF-AC8D-51BE70EC0FF6}" dt="2026-03-27T02:48:34.155" v="85" actId="26606"/>
          <ac:spMkLst>
            <pc:docMk/>
            <pc:sldMk cId="2616401952" sldId="264"/>
            <ac:spMk id="1041" creationId="{2C1BBA94-3F40-40AA-8BB9-E69E25E537C1}"/>
          </ac:spMkLst>
        </pc:spChg>
        <pc:picChg chg="add mod">
          <ac:chgData name="Bonola Virues Hector" userId="6b1c84c4-e4f8-42d7-8d85-645df8b21457" providerId="ADAL" clId="{D63D1B71-6852-45FF-AC8D-51BE70EC0FF6}" dt="2026-03-27T02:48:34.155" v="85" actId="26606"/>
          <ac:picMkLst>
            <pc:docMk/>
            <pc:sldMk cId="2616401952" sldId="264"/>
            <ac:picMk id="1028" creationId="{0D33A137-C3BD-6F13-4ED2-FF3C35F582C2}"/>
          </ac:picMkLst>
        </pc:picChg>
      </pc:sldChg>
      <pc:sldChg chg="addSp modSp new mod setBg">
        <pc:chgData name="Bonola Virues Hector" userId="6b1c84c4-e4f8-42d7-8d85-645df8b21457" providerId="ADAL" clId="{D63D1B71-6852-45FF-AC8D-51BE70EC0FF6}" dt="2026-04-07T03:11:59.190" v="179" actId="20577"/>
        <pc:sldMkLst>
          <pc:docMk/>
          <pc:sldMk cId="306355113" sldId="265"/>
        </pc:sldMkLst>
        <pc:spChg chg="mod">
          <ac:chgData name="Bonola Virues Hector" userId="6b1c84c4-e4f8-42d7-8d85-645df8b21457" providerId="ADAL" clId="{D63D1B71-6852-45FF-AC8D-51BE70EC0FF6}" dt="2026-04-07T03:11:36.684" v="177" actId="26606"/>
          <ac:spMkLst>
            <pc:docMk/>
            <pc:sldMk cId="306355113" sldId="265"/>
            <ac:spMk id="2" creationId="{A1614CD0-C061-2952-3544-99F6BAA8B529}"/>
          </ac:spMkLst>
        </pc:spChg>
        <pc:spChg chg="mod">
          <ac:chgData name="Bonola Virues Hector" userId="6b1c84c4-e4f8-42d7-8d85-645df8b21457" providerId="ADAL" clId="{D63D1B71-6852-45FF-AC8D-51BE70EC0FF6}" dt="2026-04-07T03:11:59.190" v="179" actId="20577"/>
          <ac:spMkLst>
            <pc:docMk/>
            <pc:sldMk cId="306355113" sldId="265"/>
            <ac:spMk id="3" creationId="{A4A3D6B9-EEAE-EDD2-7948-179F3763F7B9}"/>
          </ac:spMkLst>
        </pc:spChg>
        <pc:spChg chg="add">
          <ac:chgData name="Bonola Virues Hector" userId="6b1c84c4-e4f8-42d7-8d85-645df8b21457" providerId="ADAL" clId="{D63D1B71-6852-45FF-AC8D-51BE70EC0FF6}" dt="2026-04-07T03:11:36.684" v="177" actId="26606"/>
          <ac:spMkLst>
            <pc:docMk/>
            <pc:sldMk cId="306355113" sldId="265"/>
            <ac:spMk id="9" creationId="{3ECBE1F1-D69B-4AFA-ABD5-8E41720EF6DE}"/>
          </ac:spMkLst>
        </pc:spChg>
        <pc:spChg chg="add">
          <ac:chgData name="Bonola Virues Hector" userId="6b1c84c4-e4f8-42d7-8d85-645df8b21457" providerId="ADAL" clId="{D63D1B71-6852-45FF-AC8D-51BE70EC0FF6}" dt="2026-04-07T03:11:36.684" v="177" actId="26606"/>
          <ac:spMkLst>
            <pc:docMk/>
            <pc:sldMk cId="306355113" sldId="265"/>
            <ac:spMk id="11" creationId="{603A6265-E10C-4B85-9C20-E75FCAF9CC63}"/>
          </ac:spMkLst>
        </pc:spChg>
        <pc:picChg chg="add">
          <ac:chgData name="Bonola Virues Hector" userId="6b1c84c4-e4f8-42d7-8d85-645df8b21457" providerId="ADAL" clId="{D63D1B71-6852-45FF-AC8D-51BE70EC0FF6}" dt="2026-04-07T03:11:36.684" v="177" actId="26606"/>
          <ac:picMkLst>
            <pc:docMk/>
            <pc:sldMk cId="306355113" sldId="265"/>
            <ac:picMk id="5" creationId="{E4CED645-3D58-D227-3FBC-7B5810FCF416}"/>
          </ac:picMkLst>
        </pc:picChg>
      </pc:sldChg>
      <pc:sldChg chg="addSp delSp modSp new mod ord setBg">
        <pc:chgData name="Bonola Virues Hector" userId="6b1c84c4-e4f8-42d7-8d85-645df8b21457" providerId="ADAL" clId="{D63D1B71-6852-45FF-AC8D-51BE70EC0FF6}" dt="2026-04-10T02:27:50.456" v="244"/>
        <pc:sldMkLst>
          <pc:docMk/>
          <pc:sldMk cId="3083739811" sldId="266"/>
        </pc:sldMkLst>
        <pc:spChg chg="mod">
          <ac:chgData name="Bonola Virues Hector" userId="6b1c84c4-e4f8-42d7-8d85-645df8b21457" providerId="ADAL" clId="{D63D1B71-6852-45FF-AC8D-51BE70EC0FF6}" dt="2026-04-07T03:19:33.734" v="210" actId="26606"/>
          <ac:spMkLst>
            <pc:docMk/>
            <pc:sldMk cId="3083739811" sldId="266"/>
            <ac:spMk id="2" creationId="{A4B4DC86-196F-8D1B-3BBC-4E2FA8332E90}"/>
          </ac:spMkLst>
        </pc:spChg>
        <pc:spChg chg="add">
          <ac:chgData name="Bonola Virues Hector" userId="6b1c84c4-e4f8-42d7-8d85-645df8b21457" providerId="ADAL" clId="{D63D1B71-6852-45FF-AC8D-51BE70EC0FF6}" dt="2026-04-07T03:19:33.734" v="210" actId="26606"/>
          <ac:spMkLst>
            <pc:docMk/>
            <pc:sldMk cId="3083739811" sldId="266"/>
            <ac:spMk id="9" creationId="{BACC6370-2D7E-4714-9D71-7542949D7D5D}"/>
          </ac:spMkLst>
        </pc:spChg>
        <pc:spChg chg="add">
          <ac:chgData name="Bonola Virues Hector" userId="6b1c84c4-e4f8-42d7-8d85-645df8b21457" providerId="ADAL" clId="{D63D1B71-6852-45FF-AC8D-51BE70EC0FF6}" dt="2026-04-07T03:19:33.734" v="210" actId="26606"/>
          <ac:spMkLst>
            <pc:docMk/>
            <pc:sldMk cId="3083739811" sldId="266"/>
            <ac:spMk id="11" creationId="{F68B3F68-107C-434F-AA38-110D5EA91B85}"/>
          </ac:spMkLst>
        </pc:spChg>
        <pc:spChg chg="add">
          <ac:chgData name="Bonola Virues Hector" userId="6b1c84c4-e4f8-42d7-8d85-645df8b21457" providerId="ADAL" clId="{D63D1B71-6852-45FF-AC8D-51BE70EC0FF6}" dt="2026-04-07T03:19:33.734" v="210" actId="26606"/>
          <ac:spMkLst>
            <pc:docMk/>
            <pc:sldMk cId="3083739811" sldId="266"/>
            <ac:spMk id="13" creationId="{AAD0DBB9-1A4B-4391-81D4-CB19F9AB918A}"/>
          </ac:spMkLst>
        </pc:spChg>
        <pc:spChg chg="add">
          <ac:chgData name="Bonola Virues Hector" userId="6b1c84c4-e4f8-42d7-8d85-645df8b21457" providerId="ADAL" clId="{D63D1B71-6852-45FF-AC8D-51BE70EC0FF6}" dt="2026-04-07T03:19:33.734" v="210" actId="26606"/>
          <ac:spMkLst>
            <pc:docMk/>
            <pc:sldMk cId="3083739811" sldId="266"/>
            <ac:spMk id="15" creationId="{063BBA22-50EA-4C4D-BE05-F1CE4E63AA56}"/>
          </ac:spMkLst>
        </pc:spChg>
        <pc:graphicFrameChg chg="add mod modGraphic">
          <ac:chgData name="Bonola Virues Hector" userId="6b1c84c4-e4f8-42d7-8d85-645df8b21457" providerId="ADAL" clId="{D63D1B71-6852-45FF-AC8D-51BE70EC0FF6}" dt="2026-04-07T03:20:26.959" v="216"/>
          <ac:graphicFrameMkLst>
            <pc:docMk/>
            <pc:sldMk cId="3083739811" sldId="266"/>
            <ac:graphicFrameMk id="4" creationId="{F5BB5102-45B6-338F-9F28-08D6AFCE07F2}"/>
          </ac:graphicFrameMkLst>
        </pc:graphicFrameChg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2768394682" sldId="267"/>
        </pc:sldMkLst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572791829" sldId="268"/>
        </pc:sldMkLst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1854664026" sldId="269"/>
        </pc:sldMkLst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3019611409" sldId="270"/>
        </pc:sldMkLst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3260458312" sldId="271"/>
        </pc:sldMkLst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623642345" sldId="272"/>
        </pc:sldMkLst>
      </pc:sldChg>
      <pc:sldChg chg="addSp delSp modSp add mod setBg delDesignElem">
        <pc:chgData name="Bonola Virues Hector" userId="6b1c84c4-e4f8-42d7-8d85-645df8b21457" providerId="ADAL" clId="{D63D1B71-6852-45FF-AC8D-51BE70EC0FF6}" dt="2026-04-10T02:27:26.555" v="242" actId="26606"/>
        <pc:sldMkLst>
          <pc:docMk/>
          <pc:sldMk cId="3219702172" sldId="312"/>
        </pc:sldMkLst>
        <pc:spChg chg="mod ord">
          <ac:chgData name="Bonola Virues Hector" userId="6b1c84c4-e4f8-42d7-8d85-645df8b21457" providerId="ADAL" clId="{D63D1B71-6852-45FF-AC8D-51BE70EC0FF6}" dt="2026-04-10T02:27:26.555" v="242" actId="26606"/>
          <ac:spMkLst>
            <pc:docMk/>
            <pc:sldMk cId="3219702172" sldId="312"/>
            <ac:spMk id="2" creationId="{00000000-0000-0000-0000-000000000000}"/>
          </ac:spMkLst>
        </pc:spChg>
        <pc:spChg chg="add">
          <ac:chgData name="Bonola Virues Hector" userId="6b1c84c4-e4f8-42d7-8d85-645df8b21457" providerId="ADAL" clId="{D63D1B71-6852-45FF-AC8D-51BE70EC0FF6}" dt="2026-04-10T02:27:26.555" v="242" actId="26606"/>
          <ac:spMkLst>
            <pc:docMk/>
            <pc:sldMk cId="3219702172" sldId="312"/>
            <ac:spMk id="44" creationId="{A8384FB5-9ADC-4DDC-881B-597D56F5B15D}"/>
          </ac:spMkLst>
        </pc:spChg>
        <pc:spChg chg="add">
          <ac:chgData name="Bonola Virues Hector" userId="6b1c84c4-e4f8-42d7-8d85-645df8b21457" providerId="ADAL" clId="{D63D1B71-6852-45FF-AC8D-51BE70EC0FF6}" dt="2026-04-10T02:27:26.555" v="242" actId="26606"/>
          <ac:spMkLst>
            <pc:docMk/>
            <pc:sldMk cId="3219702172" sldId="312"/>
            <ac:spMk id="45" creationId="{91E5A9A7-95C6-4F4F-B00E-C82E07FE62EF}"/>
          </ac:spMkLst>
        </pc:spChg>
        <pc:spChg chg="add">
          <ac:chgData name="Bonola Virues Hector" userId="6b1c84c4-e4f8-42d7-8d85-645df8b21457" providerId="ADAL" clId="{D63D1B71-6852-45FF-AC8D-51BE70EC0FF6}" dt="2026-04-10T02:27:26.555" v="242" actId="26606"/>
          <ac:spMkLst>
            <pc:docMk/>
            <pc:sldMk cId="3219702172" sldId="312"/>
            <ac:spMk id="46" creationId="{D07DD2DE-F619-49DD-B5E7-03A290FF4ED1}"/>
          </ac:spMkLst>
        </pc:spChg>
        <pc:spChg chg="add">
          <ac:chgData name="Bonola Virues Hector" userId="6b1c84c4-e4f8-42d7-8d85-645df8b21457" providerId="ADAL" clId="{D63D1B71-6852-45FF-AC8D-51BE70EC0FF6}" dt="2026-04-10T02:27:26.555" v="242" actId="26606"/>
          <ac:spMkLst>
            <pc:docMk/>
            <pc:sldMk cId="3219702172" sldId="312"/>
            <ac:spMk id="47" creationId="{85149191-5F60-4A28-AAFF-039F96B0F3EC}"/>
          </ac:spMkLst>
        </pc:spChg>
        <pc:spChg chg="add">
          <ac:chgData name="Bonola Virues Hector" userId="6b1c84c4-e4f8-42d7-8d85-645df8b21457" providerId="ADAL" clId="{D63D1B71-6852-45FF-AC8D-51BE70EC0FF6}" dt="2026-04-10T02:27:26.555" v="242" actId="26606"/>
          <ac:spMkLst>
            <pc:docMk/>
            <pc:sldMk cId="3219702172" sldId="312"/>
            <ac:spMk id="48" creationId="{F8260ED5-17F7-4158-B241-D51DD4CF1B7E}"/>
          </ac:spMkLst>
        </pc:spChg>
        <pc:picChg chg="mod">
          <ac:chgData name="Bonola Virues Hector" userId="6b1c84c4-e4f8-42d7-8d85-645df8b21457" providerId="ADAL" clId="{D63D1B71-6852-45FF-AC8D-51BE70EC0FF6}" dt="2026-04-10T02:27:26.555" v="242" actId="26606"/>
          <ac:picMkLst>
            <pc:docMk/>
            <pc:sldMk cId="3219702172" sldId="312"/>
            <ac:picMk id="5" creationId="{00000000-0000-0000-0000-000000000000}"/>
          </ac:picMkLst>
        </pc:picChg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2213619500" sldId="322"/>
        </pc:sldMkLst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2072652949" sldId="337"/>
        </pc:sldMkLst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2347913913" sldId="338"/>
        </pc:sldMkLst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4116667174" sldId="345"/>
        </pc:sldMkLst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3068886550" sldId="346"/>
        </pc:sldMkLst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2398286236" sldId="347"/>
        </pc:sldMkLst>
      </pc:sldChg>
      <pc:sldChg chg="add">
        <pc:chgData name="Bonola Virues Hector" userId="6b1c84c4-e4f8-42d7-8d85-645df8b21457" providerId="ADAL" clId="{D63D1B71-6852-45FF-AC8D-51BE70EC0FF6}" dt="2026-04-07T03:16:31.348" v="181"/>
        <pc:sldMkLst>
          <pc:docMk/>
          <pc:sldMk cId="1683182865" sldId="349"/>
        </pc:sldMkLst>
      </pc:sldChg>
      <pc:sldChg chg="addSp delSp modSp new mod ord setBg">
        <pc:chgData name="Bonola Virues Hector" userId="6b1c84c4-e4f8-42d7-8d85-645df8b21457" providerId="ADAL" clId="{D63D1B71-6852-45FF-AC8D-51BE70EC0FF6}" dt="2026-04-10T02:27:50.456" v="244"/>
        <pc:sldMkLst>
          <pc:docMk/>
          <pc:sldMk cId="1940967880" sldId="350"/>
        </pc:sldMkLst>
        <pc:spChg chg="add">
          <ac:chgData name="Bonola Virues Hector" userId="6b1c84c4-e4f8-42d7-8d85-645df8b21457" providerId="ADAL" clId="{D63D1B71-6852-45FF-AC8D-51BE70EC0FF6}" dt="2026-04-07T03:23:42.825" v="219" actId="26606"/>
          <ac:spMkLst>
            <pc:docMk/>
            <pc:sldMk cId="1940967880" sldId="350"/>
            <ac:spMk id="2055" creationId="{AB8C311F-7253-4AED-9701-7FC0708C41C7}"/>
          </ac:spMkLst>
        </pc:spChg>
        <pc:spChg chg="add">
          <ac:chgData name="Bonola Virues Hector" userId="6b1c84c4-e4f8-42d7-8d85-645df8b21457" providerId="ADAL" clId="{D63D1B71-6852-45FF-AC8D-51BE70EC0FF6}" dt="2026-04-07T03:23:42.825" v="219" actId="26606"/>
          <ac:spMkLst>
            <pc:docMk/>
            <pc:sldMk cId="1940967880" sldId="350"/>
            <ac:spMk id="2057" creationId="{E2384209-CB15-4CDF-9D31-C44FD9A3F20D}"/>
          </ac:spMkLst>
        </pc:spChg>
        <pc:spChg chg="add">
          <ac:chgData name="Bonola Virues Hector" userId="6b1c84c4-e4f8-42d7-8d85-645df8b21457" providerId="ADAL" clId="{D63D1B71-6852-45FF-AC8D-51BE70EC0FF6}" dt="2026-04-07T03:23:42.825" v="219" actId="26606"/>
          <ac:spMkLst>
            <pc:docMk/>
            <pc:sldMk cId="1940967880" sldId="350"/>
            <ac:spMk id="2059" creationId="{2633B3B5-CC90-43F0-8714-D31D1F3F0209}"/>
          </ac:spMkLst>
        </pc:spChg>
        <pc:spChg chg="add">
          <ac:chgData name="Bonola Virues Hector" userId="6b1c84c4-e4f8-42d7-8d85-645df8b21457" providerId="ADAL" clId="{D63D1B71-6852-45FF-AC8D-51BE70EC0FF6}" dt="2026-04-07T03:23:42.825" v="219" actId="26606"/>
          <ac:spMkLst>
            <pc:docMk/>
            <pc:sldMk cId="1940967880" sldId="350"/>
            <ac:spMk id="2061" creationId="{A8D57A06-A426-446D-B02C-A2DC6B62E45E}"/>
          </ac:spMkLst>
        </pc:spChg>
        <pc:picChg chg="add mod">
          <ac:chgData name="Bonola Virues Hector" userId="6b1c84c4-e4f8-42d7-8d85-645df8b21457" providerId="ADAL" clId="{D63D1B71-6852-45FF-AC8D-51BE70EC0FF6}" dt="2026-04-07T03:23:42.825" v="219" actId="26606"/>
          <ac:picMkLst>
            <pc:docMk/>
            <pc:sldMk cId="1940967880" sldId="350"/>
            <ac:picMk id="2050" creationId="{D8D93136-EAA2-A95F-04AA-A1632B960A13}"/>
          </ac:picMkLst>
        </pc:picChg>
      </pc:sldChg>
      <pc:sldChg chg="addSp modSp">
        <pc:chgData name="Bonola Virues Hector" userId="6b1c84c4-e4f8-42d7-8d85-645df8b21457" providerId="ADAL" clId="{D63D1B71-6852-45FF-AC8D-51BE70EC0FF6}" dt="2026-04-13T18:15:02.408" v="246"/>
        <pc:sldMkLst>
          <pc:docMk/>
          <pc:sldMk cId="3585207376" sldId="351"/>
        </pc:sldMkLst>
        <pc:graphicFrameChg chg="add mod">
          <ac:chgData name="Bonola Virues Hector" userId="6b1c84c4-e4f8-42d7-8d85-645df8b21457" providerId="ADAL" clId="{D63D1B71-6852-45FF-AC8D-51BE70EC0FF6}" dt="2026-04-13T18:15:02.408" v="246"/>
          <ac:graphicFrameMkLst>
            <pc:docMk/>
            <pc:sldMk cId="3585207376" sldId="351"/>
            <ac:graphicFrameMk id="3" creationId="{A98BB536-2440-0D93-8C2A-506902EB85C3}"/>
          </ac:graphicFrameMkLst>
        </pc:graphicFrameChg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3238626493" sldId="352"/>
        </pc:sldMkLst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2026769637" sldId="353"/>
        </pc:sldMkLst>
      </pc:sldChg>
      <pc:sldChg chg="del">
        <pc:chgData name="Bonola Virues Hector" userId="6b1c84c4-e4f8-42d7-8d85-645df8b21457" providerId="ADAL" clId="{D63D1B71-6852-45FF-AC8D-51BE70EC0FF6}" dt="2026-04-13T18:14:30.827" v="245" actId="47"/>
        <pc:sldMkLst>
          <pc:docMk/>
          <pc:sldMk cId="3644810184" sldId="354"/>
        </pc:sldMkLst>
      </pc:sldChg>
      <pc:sldChg chg="delSp add setBg delDesignElem">
        <pc:chgData name="Bonola Virues Hector" userId="6b1c84c4-e4f8-42d7-8d85-645df8b21457" providerId="ADAL" clId="{D63D1B71-6852-45FF-AC8D-51BE70EC0FF6}" dt="2026-04-13T18:15:21.873" v="248"/>
        <pc:sldMkLst>
          <pc:docMk/>
          <pc:sldMk cId="3989034071" sldId="2244"/>
        </pc:sldMkLst>
        <pc:spChg chg="del">
          <ac:chgData name="Bonola Virues Hector" userId="6b1c84c4-e4f8-42d7-8d85-645df8b21457" providerId="ADAL" clId="{D63D1B71-6852-45FF-AC8D-51BE70EC0FF6}" dt="2026-04-13T18:15:21.873" v="248"/>
          <ac:spMkLst>
            <pc:docMk/>
            <pc:sldMk cId="3989034071" sldId="2244"/>
            <ac:spMk id="29" creationId="{744CAA32-F237-419C-A2DD-43C28D920D3C}"/>
          </ac:spMkLst>
        </pc:spChg>
        <pc:cxnChg chg="del">
          <ac:chgData name="Bonola Virues Hector" userId="6b1c84c4-e4f8-42d7-8d85-645df8b21457" providerId="ADAL" clId="{D63D1B71-6852-45FF-AC8D-51BE70EC0FF6}" dt="2026-04-13T18:15:21.873" v="248"/>
          <ac:cxnSpMkLst>
            <pc:docMk/>
            <pc:sldMk cId="3989034071" sldId="2244"/>
            <ac:cxnSpMk id="31" creationId="{753FE100-D0AB-4AE2-824B-60CFA31EC6A2}"/>
          </ac:cxnSpMkLst>
        </pc:cxnChg>
      </pc:sldChg>
    </pc:docChg>
  </pc:docChgLst>
  <pc:docChgLst>
    <pc:chgData name="Bonola Virues Hector" userId="6b1c84c4-e4f8-42d7-8d85-645df8b21457" providerId="ADAL" clId="{B0ACCDE3-E60A-4DF5-ACD4-895F6C5B6608}"/>
    <pc:docChg chg="undo custSel addSld modSld sldOrd">
      <pc:chgData name="Bonola Virues Hector" userId="6b1c84c4-e4f8-42d7-8d85-645df8b21457" providerId="ADAL" clId="{B0ACCDE3-E60A-4DF5-ACD4-895F6C5B6608}" dt="2026-04-14T13:07:27.810" v="180"/>
      <pc:docMkLst>
        <pc:docMk/>
      </pc:docMkLst>
      <pc:sldChg chg="modSp addAnim delAnim modAnim">
        <pc:chgData name="Bonola Virues Hector" userId="6b1c84c4-e4f8-42d7-8d85-645df8b21457" providerId="ADAL" clId="{B0ACCDE3-E60A-4DF5-ACD4-895F6C5B6608}" dt="2026-04-07T13:08:10.921" v="132"/>
        <pc:sldMkLst>
          <pc:docMk/>
          <pc:sldMk cId="2616401952" sldId="264"/>
        </pc:sldMkLst>
        <pc:spChg chg="mod">
          <ac:chgData name="Bonola Virues Hector" userId="6b1c84c4-e4f8-42d7-8d85-645df8b21457" providerId="ADAL" clId="{B0ACCDE3-E60A-4DF5-ACD4-895F6C5B6608}" dt="2026-04-07T13:07:43.914" v="130" actId="6549"/>
          <ac:spMkLst>
            <pc:docMk/>
            <pc:sldMk cId="2616401952" sldId="264"/>
            <ac:spMk id="3" creationId="{A902C632-65E8-F719-8E79-7D56B3EAAAE7}"/>
          </ac:spMkLst>
        </pc:spChg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2768394682" sldId="267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768394682" sldId="267"/>
            <ac:spMk id="8" creationId="{907EF6B7-1338-4443-8C46-6A318D952DFD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768394682" sldId="267"/>
            <ac:spMk id="10" creationId="{DAAE4CDD-124C-4DCF-9584-B6033B545DD5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768394682" sldId="267"/>
            <ac:spMk id="12" creationId="{081E4A58-353D-44AE-B2FC-2A74E2E400F7}"/>
          </ac:spMkLst>
        </pc:spChg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572791829" sldId="268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572791829" sldId="268"/>
            <ac:spMk id="9" creationId="{460B0EFB-53ED-4F35-B05D-F658EA021C65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572791829" sldId="268"/>
            <ac:spMk id="11" creationId="{835EF3DD-7D43-4A27-8967-A92FD8CC9365}"/>
          </ac:spMkLst>
        </pc:spChg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1854664026" sldId="269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1854664026" sldId="269"/>
            <ac:spMk id="9" creationId="{79BB35BC-D5C2-4C8B-A22A-A71E6191913B}"/>
          </ac:spMkLst>
        </pc:spChg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3019611409" sldId="270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3019611409" sldId="270"/>
            <ac:spMk id="23" creationId="{F0087D53-9295-4463-AAE4-D5C626046E9F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3019611409" sldId="270"/>
            <ac:spMk id="24" creationId="{D6A9C53F-5F90-40A5-8C85-5412D39C8C68}"/>
          </ac:spMkLst>
        </pc:spChg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3260458312" sldId="271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3260458312" sldId="271"/>
            <ac:spMk id="9" creationId="{A8384FB5-9ADC-4DDC-881B-597D56F5B15D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3260458312" sldId="271"/>
            <ac:spMk id="11" creationId="{1199E1B1-A8C0-4FE8-A5A8-1CB41D69F857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3260458312" sldId="271"/>
            <ac:spMk id="13" creationId="{84A8DE83-DE75-4B41-9DB4-A7EC0B0DEC0B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3260458312" sldId="271"/>
            <ac:spMk id="15" creationId="{A7009A0A-BEF5-4EAC-AF15-E4F9F002E239}"/>
          </ac:spMkLst>
        </pc:spChg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623642345" sldId="272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623642345" sldId="272"/>
            <ac:spMk id="20" creationId="{BA79A7CF-01AF-4178-9369-94E0C90EB046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623642345" sldId="272"/>
            <ac:spMk id="22" creationId="{99413ED5-9ED4-4772-BCE4-2BCAE6B12E35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623642345" sldId="272"/>
            <ac:spMk id="24" creationId="{04357C93-F0CB-4A1C-8F77-4E9063789819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623642345" sldId="272"/>
            <ac:spMk id="26" creationId="{90F533E9-6690-41A8-A372-4C6C622D028D}"/>
          </ac:spMkLst>
        </pc:spChg>
      </pc:sldChg>
      <pc:sldChg chg="add ord">
        <pc:chgData name="Bonola Virues Hector" userId="6b1c84c4-e4f8-42d7-8d85-645df8b21457" providerId="ADAL" clId="{B0ACCDE3-E60A-4DF5-ACD4-895F6C5B6608}" dt="2026-04-10T13:49:38.179" v="136"/>
        <pc:sldMkLst>
          <pc:docMk/>
          <pc:sldMk cId="2618568190" sldId="319"/>
        </pc:sldMkLst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2213619500" sldId="322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213619500" sldId="322"/>
            <ac:spMk id="24" creationId="{C4879EFC-8E62-4E00-973C-C45EE9EC676D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213619500" sldId="322"/>
            <ac:spMk id="25" creationId="{D6A9C53F-5F90-40A5-8C85-5412D39C8C68}"/>
          </ac:spMkLst>
        </pc:spChg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2072652949" sldId="337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072652949" sldId="337"/>
            <ac:spMk id="2057" creationId="{BA79A7CF-01AF-4178-9369-94E0C90EB046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072652949" sldId="337"/>
            <ac:spMk id="2059" creationId="{99413ED5-9ED4-4772-BCE4-2BCAE6B12E35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072652949" sldId="337"/>
            <ac:spMk id="2061" creationId="{04357C93-F0CB-4A1C-8F77-4E9063789819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072652949" sldId="337"/>
            <ac:spMk id="2063" creationId="{90F533E9-6690-41A8-A372-4C6C622D028D}"/>
          </ac:spMkLst>
        </pc:spChg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2347913913" sldId="338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347913913" sldId="338"/>
            <ac:spMk id="1033" creationId="{D55CA618-78A6-47F6-B865-E9315164FB49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347913913" sldId="338"/>
            <ac:spMk id="1039" creationId="{8ED94938-268E-4C0A-A08A-B3980C78BAEB}"/>
          </ac:spMkLst>
        </pc:spChg>
        <pc:grpChg chg="del">
          <ac:chgData name="Bonola Virues Hector" userId="6b1c84c4-e4f8-42d7-8d85-645df8b21457" providerId="ADAL" clId="{B0ACCDE3-E60A-4DF5-ACD4-895F6C5B6608}" dt="2026-04-13T03:30:09.105" v="178"/>
          <ac:grpSpMkLst>
            <pc:docMk/>
            <pc:sldMk cId="2347913913" sldId="338"/>
            <ac:grpSpMk id="1035" creationId="{B83D307E-DF68-43F8-97CE-0AAE950A7129}"/>
          </ac:grpSpMkLst>
        </pc:grpChg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4116667174" sldId="345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4116667174" sldId="345"/>
            <ac:spMk id="9" creationId="{2A11688B-0A27-4E86-8D55-76F71ADF299B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4116667174" sldId="345"/>
            <ac:spMk id="15" creationId="{40F88E6C-5782-452A-8C4F-9D2C2EAC8499}"/>
          </ac:spMkLst>
        </pc:spChg>
        <pc:grpChg chg="del">
          <ac:chgData name="Bonola Virues Hector" userId="6b1c84c4-e4f8-42d7-8d85-645df8b21457" providerId="ADAL" clId="{B0ACCDE3-E60A-4DF5-ACD4-895F6C5B6608}" dt="2026-04-13T03:30:09.105" v="178"/>
          <ac:grpSpMkLst>
            <pc:docMk/>
            <pc:sldMk cId="4116667174" sldId="345"/>
            <ac:grpSpMk id="11" creationId="{C84A868B-654E-447C-8D9C-0F9328308CA2}"/>
          </ac:grpSpMkLst>
        </pc:grpChg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3068886550" sldId="346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3068886550" sldId="346"/>
            <ac:spMk id="2059" creationId="{B95B9BA8-1D69-4796-85F5-B6D0BD52354B}"/>
          </ac:spMkLst>
        </pc:spChg>
        <pc:grpChg chg="del">
          <ac:chgData name="Bonola Virues Hector" userId="6b1c84c4-e4f8-42d7-8d85-645df8b21457" providerId="ADAL" clId="{B0ACCDE3-E60A-4DF5-ACD4-895F6C5B6608}" dt="2026-04-13T03:30:09.105" v="178"/>
          <ac:grpSpMkLst>
            <pc:docMk/>
            <pc:sldMk cId="3068886550" sldId="346"/>
            <ac:grpSpMk id="2061" creationId="{364A290D-B7BC-40B4-AB97-0C801BCCE267}"/>
          </ac:grpSpMkLst>
        </pc:grpChg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2398286236" sldId="347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398286236" sldId="347"/>
            <ac:spMk id="20" creationId="{F3060C83-F051-4F0E-ABAD-AA0DFC48B218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398286236" sldId="347"/>
            <ac:spMk id="22" creationId="{83C98ABE-055B-441F-B07E-44F97F083C39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398286236" sldId="347"/>
            <ac:spMk id="24" creationId="{29FDB030-9B49-4CED-8CCD-4D99382388AC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398286236" sldId="347"/>
            <ac:spMk id="26" creationId="{3783CA14-24A1-485C-8B30-D6A5D87987AD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398286236" sldId="347"/>
            <ac:spMk id="28" creationId="{9A97C86A-04D6-40F7-AE84-31AB43E6A846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398286236" sldId="347"/>
            <ac:spMk id="30" creationId="{FF9F2414-84E8-453E-B1F3-389FDE8192D9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398286236" sldId="347"/>
            <ac:spMk id="32" creationId="{3ECA69A1-7536-43AC-85EF-C7106179F5ED}"/>
          </ac:spMkLst>
        </pc:spChg>
      </pc:sldChg>
      <pc:sldChg chg="ord">
        <pc:chgData name="Bonola Virues Hector" userId="6b1c84c4-e4f8-42d7-8d85-645df8b21457" providerId="ADAL" clId="{B0ACCDE3-E60A-4DF5-ACD4-895F6C5B6608}" dt="2026-04-10T13:49:25.147" v="134"/>
        <pc:sldMkLst>
          <pc:docMk/>
          <pc:sldMk cId="1940967880" sldId="350"/>
        </pc:sldMkLst>
      </pc:sldChg>
      <pc:sldChg chg="addSp delSp modSp new mod setBg">
        <pc:chgData name="Bonola Virues Hector" userId="6b1c84c4-e4f8-42d7-8d85-645df8b21457" providerId="ADAL" clId="{B0ACCDE3-E60A-4DF5-ACD4-895F6C5B6608}" dt="2026-04-13T03:27:36.661" v="163" actId="20577"/>
        <pc:sldMkLst>
          <pc:docMk/>
          <pc:sldMk cId="3585207376" sldId="351"/>
        </pc:sldMkLst>
        <pc:spChg chg="mod">
          <ac:chgData name="Bonola Virues Hector" userId="6b1c84c4-e4f8-42d7-8d85-645df8b21457" providerId="ADAL" clId="{B0ACCDE3-E60A-4DF5-ACD4-895F6C5B6608}" dt="2026-04-13T03:27:36.661" v="163" actId="20577"/>
          <ac:spMkLst>
            <pc:docMk/>
            <pc:sldMk cId="3585207376" sldId="351"/>
            <ac:spMk id="2" creationId="{9480FBA3-66A6-A015-ACD5-CD4648BC17CA}"/>
          </ac:spMkLst>
        </pc:spChg>
        <pc:spChg chg="del">
          <ac:chgData name="Bonola Virues Hector" userId="6b1c84c4-e4f8-42d7-8d85-645df8b21457" providerId="ADAL" clId="{B0ACCDE3-E60A-4DF5-ACD4-895F6C5B6608}" dt="2026-04-13T03:23:51.542" v="141" actId="478"/>
          <ac:spMkLst>
            <pc:docMk/>
            <pc:sldMk cId="3585207376" sldId="351"/>
            <ac:spMk id="3" creationId="{F62394E1-5139-99EC-A058-8E2EE4F58813}"/>
          </ac:spMkLst>
        </pc:spChg>
        <pc:spChg chg="add del">
          <ac:chgData name="Bonola Virues Hector" userId="6b1c84c4-e4f8-42d7-8d85-645df8b21457" providerId="ADAL" clId="{B0ACCDE3-E60A-4DF5-ACD4-895F6C5B6608}" dt="2026-04-13T03:23:43.942" v="139" actId="478"/>
          <ac:spMkLst>
            <pc:docMk/>
            <pc:sldMk cId="3585207376" sldId="351"/>
            <ac:spMk id="4" creationId="{E9DE31AF-62FB-D98F-0688-FA52D0A4C644}"/>
          </ac:spMkLst>
        </pc:spChg>
        <pc:spChg chg="add del">
          <ac:chgData name="Bonola Virues Hector" userId="6b1c84c4-e4f8-42d7-8d85-645df8b21457" providerId="ADAL" clId="{B0ACCDE3-E60A-4DF5-ACD4-895F6C5B6608}" dt="2026-04-13T03:24:05.721" v="143" actId="26606"/>
          <ac:spMkLst>
            <pc:docMk/>
            <pc:sldMk cId="3585207376" sldId="351"/>
            <ac:spMk id="11" creationId="{53F29798-D584-4792-9B62-3F5F5C36D619}"/>
          </ac:spMkLst>
        </pc:spChg>
        <pc:spChg chg="add del">
          <ac:chgData name="Bonola Virues Hector" userId="6b1c84c4-e4f8-42d7-8d85-645df8b21457" providerId="ADAL" clId="{B0ACCDE3-E60A-4DF5-ACD4-895F6C5B6608}" dt="2026-04-13T03:26:13.679" v="146" actId="26606"/>
          <ac:spMkLst>
            <pc:docMk/>
            <pc:sldMk cId="3585207376" sldId="351"/>
            <ac:spMk id="13" creationId="{DFCA2118-59A2-4310-A4B2-F2CBA821E842}"/>
          </ac:spMkLst>
        </pc:spChg>
        <pc:spChg chg="add del">
          <ac:chgData name="Bonola Virues Hector" userId="6b1c84c4-e4f8-42d7-8d85-645df8b21457" providerId="ADAL" clId="{B0ACCDE3-E60A-4DF5-ACD4-895F6C5B6608}" dt="2026-04-13T03:26:13.679" v="146" actId="26606"/>
          <ac:spMkLst>
            <pc:docMk/>
            <pc:sldMk cId="3585207376" sldId="351"/>
            <ac:spMk id="14" creationId="{0E91F5CA-B392-444C-88E3-BF5BAAEBDEB0}"/>
          </ac:spMkLst>
        </pc:spChg>
        <pc:spChg chg="add del">
          <ac:chgData name="Bonola Virues Hector" userId="6b1c84c4-e4f8-42d7-8d85-645df8b21457" providerId="ADAL" clId="{B0ACCDE3-E60A-4DF5-ACD4-895F6C5B6608}" dt="2026-04-13T03:26:59.592" v="151" actId="26606"/>
          <ac:spMkLst>
            <pc:docMk/>
            <pc:sldMk cId="3585207376" sldId="351"/>
            <ac:spMk id="1033" creationId="{D55CA618-78A6-47F6-B865-E9315164FB49}"/>
          </ac:spMkLst>
        </pc:spChg>
        <pc:spChg chg="add del">
          <ac:chgData name="Bonola Virues Hector" userId="6b1c84c4-e4f8-42d7-8d85-645df8b21457" providerId="ADAL" clId="{B0ACCDE3-E60A-4DF5-ACD4-895F6C5B6608}" dt="2026-04-13T03:26:59.592" v="151" actId="26606"/>
          <ac:spMkLst>
            <pc:docMk/>
            <pc:sldMk cId="3585207376" sldId="351"/>
            <ac:spMk id="1039" creationId="{8ED94938-268E-4C0A-A08A-B3980C78BAEB}"/>
          </ac:spMkLst>
        </pc:spChg>
        <pc:spChg chg="add del">
          <ac:chgData name="Bonola Virues Hector" userId="6b1c84c4-e4f8-42d7-8d85-645df8b21457" providerId="ADAL" clId="{B0ACCDE3-E60A-4DF5-ACD4-895F6C5B6608}" dt="2026-04-13T03:26:59.587" v="150" actId="26606"/>
          <ac:spMkLst>
            <pc:docMk/>
            <pc:sldMk cId="3585207376" sldId="351"/>
            <ac:spMk id="1044" creationId="{F0087D53-9295-4463-AAE4-D5C626046E9F}"/>
          </ac:spMkLst>
        </pc:spChg>
        <pc:spChg chg="add del">
          <ac:chgData name="Bonola Virues Hector" userId="6b1c84c4-e4f8-42d7-8d85-645df8b21457" providerId="ADAL" clId="{B0ACCDE3-E60A-4DF5-ACD4-895F6C5B6608}" dt="2026-04-13T03:26:59.587" v="150" actId="26606"/>
          <ac:spMkLst>
            <pc:docMk/>
            <pc:sldMk cId="3585207376" sldId="351"/>
            <ac:spMk id="1046" creationId="{D6A9C53F-5F90-40A5-8C85-5412D39C8C68}"/>
          </ac:spMkLst>
        </pc:spChg>
        <pc:spChg chg="add">
          <ac:chgData name="Bonola Virues Hector" userId="6b1c84c4-e4f8-42d7-8d85-645df8b21457" providerId="ADAL" clId="{B0ACCDE3-E60A-4DF5-ACD4-895F6C5B6608}" dt="2026-04-13T03:26:59.592" v="151" actId="26606"/>
          <ac:spMkLst>
            <pc:docMk/>
            <pc:sldMk cId="3585207376" sldId="351"/>
            <ac:spMk id="1048" creationId="{15F33878-D502-4FFA-8ACE-F2AECDB2A23F}"/>
          </ac:spMkLst>
        </pc:spChg>
        <pc:spChg chg="add">
          <ac:chgData name="Bonola Virues Hector" userId="6b1c84c4-e4f8-42d7-8d85-645df8b21457" providerId="ADAL" clId="{B0ACCDE3-E60A-4DF5-ACD4-895F6C5B6608}" dt="2026-04-13T03:26:59.592" v="151" actId="26606"/>
          <ac:spMkLst>
            <pc:docMk/>
            <pc:sldMk cId="3585207376" sldId="351"/>
            <ac:spMk id="1049" creationId="{2151139A-886F-4B97-8815-729AD3831BBD}"/>
          </ac:spMkLst>
        </pc:spChg>
        <pc:spChg chg="add">
          <ac:chgData name="Bonola Virues Hector" userId="6b1c84c4-e4f8-42d7-8d85-645df8b21457" providerId="ADAL" clId="{B0ACCDE3-E60A-4DF5-ACD4-895F6C5B6608}" dt="2026-04-13T03:26:59.592" v="151" actId="26606"/>
          <ac:spMkLst>
            <pc:docMk/>
            <pc:sldMk cId="3585207376" sldId="351"/>
            <ac:spMk id="1050" creationId="{D3539FEE-81D3-4406-802E-60B20B16F4F6}"/>
          </ac:spMkLst>
        </pc:spChg>
        <pc:spChg chg="add">
          <ac:chgData name="Bonola Virues Hector" userId="6b1c84c4-e4f8-42d7-8d85-645df8b21457" providerId="ADAL" clId="{B0ACCDE3-E60A-4DF5-ACD4-895F6C5B6608}" dt="2026-04-13T03:26:59.592" v="151" actId="26606"/>
          <ac:spMkLst>
            <pc:docMk/>
            <pc:sldMk cId="3585207376" sldId="351"/>
            <ac:spMk id="1051" creationId="{AB5E08C4-8CDD-4623-A5B8-E998C6DEE3B7}"/>
          </ac:spMkLst>
        </pc:spChg>
        <pc:spChg chg="add">
          <ac:chgData name="Bonola Virues Hector" userId="6b1c84c4-e4f8-42d7-8d85-645df8b21457" providerId="ADAL" clId="{B0ACCDE3-E60A-4DF5-ACD4-895F6C5B6608}" dt="2026-04-13T03:26:59.592" v="151" actId="26606"/>
          <ac:spMkLst>
            <pc:docMk/>
            <pc:sldMk cId="3585207376" sldId="351"/>
            <ac:spMk id="1052" creationId="{DC701763-729E-462F-A5A8-E0DEFEB1E2E4}"/>
          </ac:spMkLst>
        </pc:spChg>
        <pc:grpChg chg="add del">
          <ac:chgData name="Bonola Virues Hector" userId="6b1c84c4-e4f8-42d7-8d85-645df8b21457" providerId="ADAL" clId="{B0ACCDE3-E60A-4DF5-ACD4-895F6C5B6608}" dt="2026-04-13T03:26:59.587" v="150" actId="26606"/>
          <ac:grpSpMkLst>
            <pc:docMk/>
            <pc:sldMk cId="3585207376" sldId="351"/>
            <ac:grpSpMk id="1035" creationId="{B83D307E-DF68-43F8-97CE-0AAE950A7129}"/>
          </ac:grpSpMkLst>
        </pc:grpChg>
        <pc:picChg chg="add mod ord">
          <ac:chgData name="Bonola Virues Hector" userId="6b1c84c4-e4f8-42d7-8d85-645df8b21457" providerId="ADAL" clId="{B0ACCDE3-E60A-4DF5-ACD4-895F6C5B6608}" dt="2026-04-13T03:27:20.556" v="155" actId="14100"/>
          <ac:picMkLst>
            <pc:docMk/>
            <pc:sldMk cId="3585207376" sldId="351"/>
            <ac:picMk id="6" creationId="{011C082E-769E-A4AF-8A0D-7E78CFE1443A}"/>
          </ac:picMkLst>
        </pc:picChg>
        <pc:picChg chg="add mod">
          <ac:chgData name="Bonola Virues Hector" userId="6b1c84c4-e4f8-42d7-8d85-645df8b21457" providerId="ADAL" clId="{B0ACCDE3-E60A-4DF5-ACD4-895F6C5B6608}" dt="2026-04-13T03:27:17.041" v="154" actId="14100"/>
          <ac:picMkLst>
            <pc:docMk/>
            <pc:sldMk cId="3585207376" sldId="351"/>
            <ac:picMk id="1028" creationId="{1DB8F6D0-87C4-DD1F-23A6-BDEF99F493DA}"/>
          </ac:picMkLst>
        </pc:picChg>
      </pc:sldChg>
      <pc:sldChg chg="add">
        <pc:chgData name="Bonola Virues Hector" userId="6b1c84c4-e4f8-42d7-8d85-645df8b21457" providerId="ADAL" clId="{B0ACCDE3-E60A-4DF5-ACD4-895F6C5B6608}" dt="2026-04-13T03:30:09.105" v="178"/>
        <pc:sldMkLst>
          <pc:docMk/>
          <pc:sldMk cId="3238626493" sldId="352"/>
        </pc:sldMkLst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2026769637" sldId="353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026769637" sldId="353"/>
            <ac:spMk id="6" creationId="{95199994-21AE-49A2-BA0D-12E295989A9A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2026769637" sldId="353"/>
            <ac:spMk id="7" creationId="{A2C34835-4F79-4934-B151-D68E79764C72}"/>
          </ac:spMkLst>
        </pc:spChg>
      </pc:sldChg>
      <pc:sldChg chg="delSp add setBg delDesignElem">
        <pc:chgData name="Bonola Virues Hector" userId="6b1c84c4-e4f8-42d7-8d85-645df8b21457" providerId="ADAL" clId="{B0ACCDE3-E60A-4DF5-ACD4-895F6C5B6608}" dt="2026-04-13T03:30:09.105" v="178"/>
        <pc:sldMkLst>
          <pc:docMk/>
          <pc:sldMk cId="3644810184" sldId="354"/>
        </pc:sldMkLst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3644810184" sldId="354"/>
            <ac:spMk id="9" creationId="{7025EFD5-738C-41B9-87FE-0C00E211BD8B}"/>
          </ac:spMkLst>
        </pc:spChg>
        <pc:spChg chg="del">
          <ac:chgData name="Bonola Virues Hector" userId="6b1c84c4-e4f8-42d7-8d85-645df8b21457" providerId="ADAL" clId="{B0ACCDE3-E60A-4DF5-ACD4-895F6C5B6608}" dt="2026-04-13T03:30:09.105" v="178"/>
          <ac:spMkLst>
            <pc:docMk/>
            <pc:sldMk cId="3644810184" sldId="354"/>
            <ac:spMk id="11" creationId="{835EF3DD-7D43-4A27-8967-A92FD8CC9365}"/>
          </ac:spMkLst>
        </pc:spChg>
      </pc:sldChg>
      <pc:sldChg chg="ord">
        <pc:chgData name="Bonola Virues Hector" userId="6b1c84c4-e4f8-42d7-8d85-645df8b21457" providerId="ADAL" clId="{B0ACCDE3-E60A-4DF5-ACD4-895F6C5B6608}" dt="2026-04-14T13:07:27.810" v="180"/>
        <pc:sldMkLst>
          <pc:docMk/>
          <pc:sldMk cId="3989034071" sldId="22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92684-F6B9-4445-BA49-9AA10E6CFAD6}" type="datetimeFigureOut">
              <a:rPr lang="es-419" smtClean="0"/>
              <a:t>14/4/2026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F0A9F-34CB-4839-893C-8D162E776B0C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9435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F7AFC-A01E-4ACD-87D6-B24D441ED1CD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96442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C721A-CADD-D95C-3CA6-7ADDA5E75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7785E1-E09A-AA0A-110B-51EF0083E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974158-5857-53D5-0C60-7BCB8223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C47C83-3E00-9F9E-4EC2-E75B76FC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900001-F2B5-AF8C-DC4E-E512ED4FE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425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23D0B-7ABC-0B14-CEBD-60CB7BA6B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FA20FB-A896-552A-9EC6-8F52104DF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3E5C51-02EA-70A8-DDA9-A49F1DF2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DBCD43-F510-835B-B4BD-C92086E3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0DFD79-6131-A07A-57DD-12EECB7B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3060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DCC65-B004-FF08-443A-06C3AC7E9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688461-2399-EB84-87C0-C1983D747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B0B20D-C643-9AA2-CE92-609866AC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59F945-04CA-3462-B6FF-453F04DD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0854A4-3397-4CCD-9B33-55C20622A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69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7353A-1FB8-C8CE-7268-C074FBAC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8B6B9B-0986-85DF-F608-F4A53CC47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5A8D05-3061-F21C-397F-6A00A31DA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D06941-CE49-F8A9-CB08-62E7571C6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A98F72-18DB-B158-58EB-E56FE23A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61148A-683D-12BF-8139-FE0DD3EE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0876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556C8-F6E3-AF6B-93BF-F006746BB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F343B-1347-ADA5-5A38-6E107DDF3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54F48C-7627-BA29-A4B0-8D11295A5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6789105-344C-D70B-8ED6-82260574F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CD78EA5-8828-5755-0113-1428639FF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C8FC9F7-E5AC-9465-98EE-1B0E5E2E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8EC1DF7-8714-5972-4EBA-26B497DD9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15DE81B-E5FC-D3FD-666A-F8F486B8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1120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23614-8255-A4BE-C7E0-06235FC6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3DFACA-9E59-6813-1461-FF4D05960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031215-85D6-1F80-AFBD-359CF4DE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0C75492-B089-97D8-54C3-210C5A14E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38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C2B280-6B07-4A01-BC62-E8908E92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B33A184-93B5-ED19-C322-753F2F2B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94A408-65A1-7CDB-CC39-2A9BB0492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055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2B952-6A80-EA6C-2D26-1D006DF7C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56FA28-905A-EB27-4B5D-06E9F30EB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D638D5-8F7C-9A57-B0BF-8510D41BE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4A4182-8747-565D-F67C-ECAC63AB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040A1A-9801-890E-4444-6B1F6D191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262311-8283-11B8-DFB1-5E9C6963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369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EB727F-4D07-C9B6-457C-585E640C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B985CB-42FB-0E4F-2794-48276B1E4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3BFB1E-EDC2-BD4A-C4A7-785CE68E2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0BF186-8C9A-4E75-E49C-1FE515AE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1CCA8F-6D8F-77DC-97FB-0EED81453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0A1FBD-446A-1226-863F-B97882F3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5550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49EED-2667-BE17-6006-ED84CA4B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A6C9DA-FBF3-1FC5-C5FE-0D7E17E63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0CF7FC-B671-7794-9B65-8F0C08242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087168-3CCE-1917-5378-0951ABA9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F5AB76-2B33-C9A7-3A10-2010D040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446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6D32C3-C594-D2CB-C698-FE9FB4E80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A12C02-37F5-77DE-F57A-0B4C807FD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A230F6-20A4-7FBA-9444-1AF94C68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421212-86B1-4146-6ABE-645A2032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8D27DA-01EA-578B-8DFE-E18E28EE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3887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rtlCol="0" anchor="b" anchorCtr="0">
            <a:no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contenido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es-ES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9054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BC66379-1153-ACEE-CC29-A912B2C9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C26D6A-983A-1FCA-677E-A6976DEFF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F8BD8-9938-1977-8CD6-6D828A818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616DEF-FE22-476F-B9DE-893C0B834F50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F62A4-FB5C-0E65-9791-2A711B166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29DCEB-A5FF-4CA9-166F-A2DAC71B5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260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es/image/31085.html" TargetMode="Externa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microsoft.com/stories/microsoft-datacenter-tour/html-version/es/" TargetMode="External"/><Relationship Id="rId2" Type="http://schemas.openxmlformats.org/officeDocument/2006/relationships/hyperlink" Target="https://datacenters.microsoft.com/globe/explore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jpeg"/><Relationship Id="rId4" Type="http://schemas.openxmlformats.org/officeDocument/2006/relationships/hyperlink" Target="https://www.opencompute.or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hyperlink" Target="https://www.protocolo.org/foros/archivo/43938-los-expertos-en-imagen-somos-duros.html" TargetMode="External"/><Relationship Id="rId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8B507B-8437-A7D9-87D1-EF33E298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4E6DA5A-F94F-67BA-8A5D-102D70289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es-419"/>
              <a:t>COMPUTO EN LA NUBE</a:t>
            </a:r>
            <a:endParaRPr lang="es-419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FB2F6E-3F45-8858-4F77-833DFC66D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419" sz="1500"/>
              <a:t>INGENIERIA DE CIBERSEGURIDAD E INFRAESTRUCTURA DE COMPUTO</a:t>
            </a:r>
          </a:p>
        </p:txBody>
      </p:sp>
    </p:spTree>
    <p:extLst>
      <p:ext uri="{BB962C8B-B14F-4D97-AF65-F5344CB8AC3E}">
        <p14:creationId xmlns:p14="http://schemas.microsoft.com/office/powerpoint/2010/main" val="262674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C76A-E0B9-D078-6C3B-56D8BECF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s-MX" dirty="0"/>
              <a:t>Tecnologías base</a:t>
            </a:r>
            <a:endParaRPr lang="es-419" dirty="0"/>
          </a:p>
        </p:txBody>
      </p:sp>
      <p:pic>
        <p:nvPicPr>
          <p:cNvPr id="13" name="Picture 12" descr="Un péndulo azul con un fondo naranja">
            <a:extLst>
              <a:ext uri="{FF2B5EF4-FFF2-40B4-BE49-F238E27FC236}">
                <a16:creationId xmlns:a16="http://schemas.microsoft.com/office/drawing/2014/main" id="{E179B55C-BB90-7895-1F34-3D621062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86" r="19361" b="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45643B-8C48-789B-8D04-A25810081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es-MX" dirty="0"/>
              <a:t>Redes de banda ancha e Internet</a:t>
            </a:r>
          </a:p>
          <a:p>
            <a:r>
              <a:rPr lang="es-MX" dirty="0"/>
              <a:t>Tecnologías de centros de datos</a:t>
            </a:r>
          </a:p>
          <a:p>
            <a:r>
              <a:rPr lang="es-MX" dirty="0"/>
              <a:t>Tecnologías de virtualización</a:t>
            </a:r>
          </a:p>
          <a:p>
            <a:r>
              <a:rPr lang="es-MX" dirty="0"/>
              <a:t>Tecnologías de contenedores</a:t>
            </a:r>
          </a:p>
          <a:p>
            <a:r>
              <a:rPr lang="es-MX" dirty="0"/>
              <a:t>Tecnologías web</a:t>
            </a:r>
          </a:p>
          <a:p>
            <a:r>
              <a:rPr lang="es-MX" dirty="0"/>
              <a:t>Tecnologías de </a:t>
            </a:r>
            <a:r>
              <a:rPr lang="es-MX" dirty="0" err="1"/>
              <a:t>multitenencia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909453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CE41E-9621-173B-023D-3BA7640F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Internet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98C66F-DC7D-AC80-BEF8-61D4DBB6F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Escritos de J.C.R. Licklider, del MIT, en agosto de 1962 describe su concepto de “Red galáctica”</a:t>
            </a:r>
          </a:p>
          <a:p>
            <a:r>
              <a:rPr lang="es-MX" dirty="0"/>
              <a:t>10 años más tarde nace ARPANET</a:t>
            </a:r>
          </a:p>
          <a:p>
            <a:r>
              <a:rPr lang="es-MX" dirty="0"/>
              <a:t>Red de arquitectura abierta</a:t>
            </a:r>
          </a:p>
          <a:p>
            <a:r>
              <a:rPr lang="es-MX" dirty="0"/>
              <a:t>Los protocolos de comunicación no consideraban control de errores</a:t>
            </a:r>
          </a:p>
          <a:p>
            <a:r>
              <a:rPr lang="es-MX" dirty="0"/>
              <a:t>Protocolo de Control de Transmisión/Protocolo de Internet (TCP/IP)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1304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30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275173D-3DB2-DDA2-120F-005AA1A01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76" y="1156352"/>
            <a:ext cx="3874124" cy="1578705"/>
          </a:xfrm>
          <a:prstGeom prst="rect">
            <a:avLst/>
          </a:prstGeom>
        </p:spPr>
      </p:pic>
      <p:pic>
        <p:nvPicPr>
          <p:cNvPr id="1026" name="Picture 2" descr="TCP handshake diagram">
            <a:extLst>
              <a:ext uri="{FF2B5EF4-FFF2-40B4-BE49-F238E27FC236}">
                <a16:creationId xmlns:a16="http://schemas.microsoft.com/office/drawing/2014/main" id="{A79D8984-CC1A-9F71-28DA-DE4F0F05B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676" y="3954724"/>
            <a:ext cx="3874124" cy="1908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Right Triangle 103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3" name="Rectangle 103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D54474-C869-52F5-89A8-0ED934A9E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1188637"/>
            <a:ext cx="5642312" cy="1597228"/>
          </a:xfrm>
        </p:spPr>
        <p:txBody>
          <a:bodyPr>
            <a:normAutofit/>
          </a:bodyPr>
          <a:lstStyle/>
          <a:p>
            <a:r>
              <a:rPr lang="es-MX" sz="5400"/>
              <a:t>TCP/IP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820E68-CCA2-E87F-345F-3377D9030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660" y="2998278"/>
            <a:ext cx="4505654" cy="2728198"/>
          </a:xfrm>
        </p:spPr>
        <p:txBody>
          <a:bodyPr anchor="t">
            <a:normAutofit/>
          </a:bodyPr>
          <a:lstStyle/>
          <a:p>
            <a:r>
              <a:rPr lang="es-MX" sz="1500" dirty="0"/>
              <a:t>Clase A: Direcciones IP entre 10.0.0.0 y 10.255.255.255 (16.7 millones de hosts/red)</a:t>
            </a:r>
          </a:p>
          <a:p>
            <a:r>
              <a:rPr lang="es-MX" sz="1500" dirty="0"/>
              <a:t>Clase B: Direcciones IP entre 172.16.0.0 y 172.31.255.255 (65,534 hosts/red)</a:t>
            </a:r>
          </a:p>
          <a:p>
            <a:r>
              <a:rPr lang="es-MX" sz="1500" dirty="0"/>
              <a:t>Clase C: Direcciones IP entre 192.186.0.0 y 192.168.255.255 (254 host/red)</a:t>
            </a:r>
          </a:p>
          <a:p>
            <a:r>
              <a:rPr lang="es-MX" sz="1500" dirty="0"/>
              <a:t>Clase D o multidifusión: Direcciones IP entre 224.0.0.0 y 239.255.255.255</a:t>
            </a:r>
          </a:p>
          <a:p>
            <a:r>
              <a:rPr lang="es-MX" sz="1500" dirty="0"/>
              <a:t>Clase E, que se reservan para uso experimental: Direcciones IP entre 240.0.0.0 y 254.255.255.254</a:t>
            </a:r>
          </a:p>
        </p:txBody>
      </p:sp>
    </p:spTree>
    <p:extLst>
      <p:ext uri="{BB962C8B-B14F-4D97-AF65-F5344CB8AC3E}">
        <p14:creationId xmlns:p14="http://schemas.microsoft.com/office/powerpoint/2010/main" val="37902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9" name="Rectangle 18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Freeform: Shape 19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DDCCC2-8983-718B-4AB4-D8855C21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MX" dirty="0"/>
              <a:t>Jerarquía de internet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51187C-4EB0-2D7F-563C-69D737A0E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s-MX" sz="2000" dirty="0"/>
              <a:t>ISP</a:t>
            </a:r>
          </a:p>
          <a:p>
            <a:pPr lvl="1"/>
            <a:r>
              <a:rPr lang="es-MX" sz="2000" dirty="0"/>
              <a:t>Nivel 1 (globales), </a:t>
            </a:r>
          </a:p>
          <a:p>
            <a:pPr lvl="1"/>
            <a:r>
              <a:rPr lang="es-MX" sz="2000" dirty="0"/>
              <a:t>Nivel 2 (regionales) y </a:t>
            </a:r>
          </a:p>
          <a:p>
            <a:pPr lvl="1"/>
            <a:r>
              <a:rPr lang="es-MX" sz="2000" dirty="0"/>
              <a:t>Nivel 3 (locales)</a:t>
            </a:r>
          </a:p>
          <a:p>
            <a:r>
              <a:rPr lang="es-MX" sz="2000" dirty="0"/>
              <a:t>400 </a:t>
            </a:r>
            <a:r>
              <a:rPr lang="es-MX" sz="2000" dirty="0" err="1"/>
              <a:t>GbE</a:t>
            </a:r>
            <a:endParaRPr lang="es-MX" sz="2000" dirty="0"/>
          </a:p>
          <a:p>
            <a:r>
              <a:rPr lang="es-MX" sz="2000" dirty="0"/>
              <a:t>Puntos de presencia (</a:t>
            </a:r>
            <a:r>
              <a:rPr lang="es-MX" sz="2000" dirty="0" err="1"/>
              <a:t>PoP</a:t>
            </a:r>
            <a:r>
              <a:rPr lang="es-MX" sz="2000" dirty="0"/>
              <a:t>)</a:t>
            </a:r>
          </a:p>
          <a:p>
            <a:r>
              <a:rPr lang="es-MX" sz="2000" dirty="0"/>
              <a:t>Punto de intercambio de Internet (IXP)</a:t>
            </a:r>
          </a:p>
          <a:p>
            <a:r>
              <a:rPr lang="es-MX" sz="2000" dirty="0" err="1"/>
              <a:t>Peering</a:t>
            </a:r>
            <a:endParaRPr lang="es-MX" sz="2000" dirty="0"/>
          </a:p>
          <a:p>
            <a:endParaRPr lang="es-MX" sz="2000" dirty="0"/>
          </a:p>
        </p:txBody>
      </p:sp>
      <p:sp>
        <p:nvSpPr>
          <p:cNvPr id="193" name="Freeform: Shape 19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4" name="Grupo 183">
            <a:extLst>
              <a:ext uri="{FF2B5EF4-FFF2-40B4-BE49-F238E27FC236}">
                <a16:creationId xmlns:a16="http://schemas.microsoft.com/office/drawing/2014/main" id="{C5992286-1685-7FC3-2FEA-9EE0CE4D7EA8}"/>
              </a:ext>
            </a:extLst>
          </p:cNvPr>
          <p:cNvGrpSpPr/>
          <p:nvPr/>
        </p:nvGrpSpPr>
        <p:grpSpPr>
          <a:xfrm>
            <a:off x="7000104" y="2184914"/>
            <a:ext cx="4227044" cy="3755917"/>
            <a:chOff x="5959388" y="1136585"/>
            <a:chExt cx="5077539" cy="4511620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A09D9431-60C3-2FCB-556F-BC2040E4F8BA}"/>
                </a:ext>
              </a:extLst>
            </p:cNvPr>
            <p:cNvSpPr/>
            <p:nvPr/>
          </p:nvSpPr>
          <p:spPr>
            <a:xfrm>
              <a:off x="8642555" y="2812615"/>
              <a:ext cx="363794" cy="35396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41AF6011-526D-7F1C-E9C2-EB605E58AB57}"/>
                </a:ext>
              </a:extLst>
            </p:cNvPr>
            <p:cNvSpPr/>
            <p:nvPr/>
          </p:nvSpPr>
          <p:spPr>
            <a:xfrm>
              <a:off x="9434051" y="3252019"/>
              <a:ext cx="363794" cy="35396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81380CFD-2930-A901-40DA-FFD2E050D4B2}"/>
                </a:ext>
              </a:extLst>
            </p:cNvPr>
            <p:cNvSpPr/>
            <p:nvPr/>
          </p:nvSpPr>
          <p:spPr>
            <a:xfrm>
              <a:off x="8632723" y="3725555"/>
              <a:ext cx="363794" cy="35396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186581F7-88E8-2B72-2000-8F99CA1327D2}"/>
                </a:ext>
              </a:extLst>
            </p:cNvPr>
            <p:cNvSpPr/>
            <p:nvPr/>
          </p:nvSpPr>
          <p:spPr>
            <a:xfrm>
              <a:off x="8663448" y="1965159"/>
              <a:ext cx="363794" cy="3539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D51D002-95D6-94E0-B438-F219527F40FF}"/>
                </a:ext>
              </a:extLst>
            </p:cNvPr>
            <p:cNvSpPr/>
            <p:nvPr/>
          </p:nvSpPr>
          <p:spPr>
            <a:xfrm>
              <a:off x="8074741" y="2389340"/>
              <a:ext cx="363794" cy="3539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0A17A593-0A86-503F-D8BE-A7E4EB09D146}"/>
                </a:ext>
              </a:extLst>
            </p:cNvPr>
            <p:cNvSpPr/>
            <p:nvPr/>
          </p:nvSpPr>
          <p:spPr>
            <a:xfrm>
              <a:off x="9252154" y="2162673"/>
              <a:ext cx="363794" cy="3539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EF5DE8D8-0E76-4121-4398-67A0648DD881}"/>
                </a:ext>
              </a:extLst>
            </p:cNvPr>
            <p:cNvSpPr/>
            <p:nvPr/>
          </p:nvSpPr>
          <p:spPr>
            <a:xfrm>
              <a:off x="8003457" y="4291679"/>
              <a:ext cx="363794" cy="3539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3DE910D3-58ED-7A59-6745-E8171CF66CA4}"/>
                </a:ext>
              </a:extLst>
            </p:cNvPr>
            <p:cNvSpPr/>
            <p:nvPr/>
          </p:nvSpPr>
          <p:spPr>
            <a:xfrm>
              <a:off x="8672052" y="4494789"/>
              <a:ext cx="363794" cy="3539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A6A494C2-4506-1FA7-2D19-BE2E3F9752E9}"/>
                </a:ext>
              </a:extLst>
            </p:cNvPr>
            <p:cNvSpPr/>
            <p:nvPr/>
          </p:nvSpPr>
          <p:spPr>
            <a:xfrm>
              <a:off x="10032590" y="3861473"/>
              <a:ext cx="363794" cy="3539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F90EA1-8655-84A0-37A1-2D5B007E4B45}"/>
                </a:ext>
              </a:extLst>
            </p:cNvPr>
            <p:cNvSpPr/>
            <p:nvPr/>
          </p:nvSpPr>
          <p:spPr>
            <a:xfrm>
              <a:off x="9668796" y="2538822"/>
              <a:ext cx="363794" cy="3539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30A7313C-4B8A-C9B3-4D53-E6B538E185EF}"/>
                </a:ext>
              </a:extLst>
            </p:cNvPr>
            <p:cNvSpPr/>
            <p:nvPr/>
          </p:nvSpPr>
          <p:spPr>
            <a:xfrm>
              <a:off x="7767484" y="3004598"/>
              <a:ext cx="363794" cy="3539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403FC57F-633A-3C9D-2176-6386FB46EBB5}"/>
                </a:ext>
              </a:extLst>
            </p:cNvPr>
            <p:cNvSpPr/>
            <p:nvPr/>
          </p:nvSpPr>
          <p:spPr>
            <a:xfrm>
              <a:off x="7696199" y="3824313"/>
              <a:ext cx="363794" cy="3539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36014DBB-8C00-97E5-7D3B-91F0F76BF4A5}"/>
                </a:ext>
              </a:extLst>
            </p:cNvPr>
            <p:cNvSpPr/>
            <p:nvPr/>
          </p:nvSpPr>
          <p:spPr>
            <a:xfrm>
              <a:off x="9283734" y="4374647"/>
              <a:ext cx="363794" cy="3539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6FC2C8F2-C5D4-C979-24F5-0D49087C862D}"/>
                </a:ext>
              </a:extLst>
            </p:cNvPr>
            <p:cNvSpPr/>
            <p:nvPr/>
          </p:nvSpPr>
          <p:spPr>
            <a:xfrm>
              <a:off x="10156296" y="3034463"/>
              <a:ext cx="363794" cy="35396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2E520E36-862A-7916-2609-9274916D4AA1}"/>
                </a:ext>
              </a:extLst>
            </p:cNvPr>
            <p:cNvCxnSpPr>
              <a:stCxn id="7" idx="4"/>
              <a:endCxn id="4" idx="0"/>
            </p:cNvCxnSpPr>
            <p:nvPr/>
          </p:nvCxnSpPr>
          <p:spPr>
            <a:xfrm flipH="1">
              <a:off x="8824452" y="2319120"/>
              <a:ext cx="20893" cy="49349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0FFADEF7-759B-F2A2-D79D-1AB3610604F6}"/>
                </a:ext>
              </a:extLst>
            </p:cNvPr>
            <p:cNvCxnSpPr>
              <a:cxnSpLocks/>
              <a:stCxn id="8" idx="5"/>
              <a:endCxn id="4" idx="1"/>
            </p:cNvCxnSpPr>
            <p:nvPr/>
          </p:nvCxnSpPr>
          <p:spPr>
            <a:xfrm>
              <a:off x="8385259" y="2691465"/>
              <a:ext cx="310572" cy="1729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CB19188B-89D9-37C9-B049-2129DAE7FACE}"/>
                </a:ext>
              </a:extLst>
            </p:cNvPr>
            <p:cNvCxnSpPr>
              <a:cxnSpLocks/>
              <a:stCxn id="9" idx="3"/>
              <a:endCxn id="4" idx="7"/>
            </p:cNvCxnSpPr>
            <p:nvPr/>
          </p:nvCxnSpPr>
          <p:spPr>
            <a:xfrm flipH="1">
              <a:off x="8953073" y="2464798"/>
              <a:ext cx="352357" cy="3996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EC204388-E422-6A1E-EBA0-FD343A69252F}"/>
                </a:ext>
              </a:extLst>
            </p:cNvPr>
            <p:cNvCxnSpPr>
              <a:cxnSpLocks/>
              <a:stCxn id="13" idx="3"/>
              <a:endCxn id="5" idx="0"/>
            </p:cNvCxnSpPr>
            <p:nvPr/>
          </p:nvCxnSpPr>
          <p:spPr>
            <a:xfrm flipH="1">
              <a:off x="9615948" y="2840947"/>
              <a:ext cx="106124" cy="4110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38FF05F2-A987-81B8-37B8-485F66F8287B}"/>
                </a:ext>
              </a:extLst>
            </p:cNvPr>
            <p:cNvCxnSpPr>
              <a:cxnSpLocks/>
              <a:stCxn id="17" idx="2"/>
              <a:endCxn id="5" idx="6"/>
            </p:cNvCxnSpPr>
            <p:nvPr/>
          </p:nvCxnSpPr>
          <p:spPr>
            <a:xfrm flipH="1">
              <a:off x="9797845" y="3211444"/>
              <a:ext cx="358451" cy="217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82B734A5-B094-589F-A917-EA6EFC6DEF6A}"/>
                </a:ext>
              </a:extLst>
            </p:cNvPr>
            <p:cNvCxnSpPr>
              <a:cxnSpLocks/>
              <a:stCxn id="12" idx="1"/>
              <a:endCxn id="5" idx="5"/>
            </p:cNvCxnSpPr>
            <p:nvPr/>
          </p:nvCxnSpPr>
          <p:spPr>
            <a:xfrm flipH="1" flipV="1">
              <a:off x="9744569" y="3554144"/>
              <a:ext cx="341297" cy="3591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C43C140-B9DB-9A89-AA05-E7B5841A9061}"/>
                </a:ext>
              </a:extLst>
            </p:cNvPr>
            <p:cNvCxnSpPr>
              <a:cxnSpLocks/>
              <a:stCxn id="14" idx="6"/>
              <a:endCxn id="4" idx="3"/>
            </p:cNvCxnSpPr>
            <p:nvPr/>
          </p:nvCxnSpPr>
          <p:spPr>
            <a:xfrm flipV="1">
              <a:off x="8131278" y="3114740"/>
              <a:ext cx="564553" cy="668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81F432CF-BE16-AC56-60EE-BE7D3C73D506}"/>
                </a:ext>
              </a:extLst>
            </p:cNvPr>
            <p:cNvCxnSpPr>
              <a:cxnSpLocks/>
              <a:stCxn id="15" idx="6"/>
              <a:endCxn id="6" idx="2"/>
            </p:cNvCxnSpPr>
            <p:nvPr/>
          </p:nvCxnSpPr>
          <p:spPr>
            <a:xfrm flipV="1">
              <a:off x="8059993" y="3902536"/>
              <a:ext cx="572730" cy="987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71BE03DF-109B-1365-A6B6-9834BFB9CF6A}"/>
                </a:ext>
              </a:extLst>
            </p:cNvPr>
            <p:cNvCxnSpPr>
              <a:cxnSpLocks/>
              <a:stCxn id="10" idx="7"/>
              <a:endCxn id="6" idx="3"/>
            </p:cNvCxnSpPr>
            <p:nvPr/>
          </p:nvCxnSpPr>
          <p:spPr>
            <a:xfrm flipV="1">
              <a:off x="8313975" y="4027680"/>
              <a:ext cx="372024" cy="31583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04E3D576-E4CD-43B7-DF7C-BE4BAFD544D9}"/>
                </a:ext>
              </a:extLst>
            </p:cNvPr>
            <p:cNvCxnSpPr>
              <a:cxnSpLocks/>
              <a:stCxn id="6" idx="4"/>
              <a:endCxn id="11" idx="0"/>
            </p:cNvCxnSpPr>
            <p:nvPr/>
          </p:nvCxnSpPr>
          <p:spPr>
            <a:xfrm>
              <a:off x="8814620" y="4079516"/>
              <a:ext cx="39329" cy="4152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BFA308C9-2749-DF7A-E9BA-100319BF7FE6}"/>
                </a:ext>
              </a:extLst>
            </p:cNvPr>
            <p:cNvCxnSpPr>
              <a:cxnSpLocks/>
              <a:stCxn id="6" idx="5"/>
              <a:endCxn id="16" idx="1"/>
            </p:cNvCxnSpPr>
            <p:nvPr/>
          </p:nvCxnSpPr>
          <p:spPr>
            <a:xfrm>
              <a:off x="8943241" y="4027680"/>
              <a:ext cx="393769" cy="3988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D0541B1C-A27F-E5EB-B98B-1B7FEF19CC8E}"/>
                </a:ext>
              </a:extLst>
            </p:cNvPr>
            <p:cNvCxnSpPr>
              <a:cxnSpLocks/>
              <a:stCxn id="4" idx="4"/>
              <a:endCxn id="6" idx="0"/>
            </p:cNvCxnSpPr>
            <p:nvPr/>
          </p:nvCxnSpPr>
          <p:spPr>
            <a:xfrm flipH="1">
              <a:off x="8814620" y="3166576"/>
              <a:ext cx="9832" cy="55897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E4D3699C-BE90-065C-73B5-41C173FA30D1}"/>
                </a:ext>
              </a:extLst>
            </p:cNvPr>
            <p:cNvCxnSpPr>
              <a:cxnSpLocks/>
              <a:stCxn id="5" idx="1"/>
              <a:endCxn id="4" idx="6"/>
            </p:cNvCxnSpPr>
            <p:nvPr/>
          </p:nvCxnSpPr>
          <p:spPr>
            <a:xfrm flipH="1" flipV="1">
              <a:off x="9006349" y="2989596"/>
              <a:ext cx="480978" cy="31425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1568316A-57A4-4A3A-C2C1-ED130B3E50B8}"/>
                </a:ext>
              </a:extLst>
            </p:cNvPr>
            <p:cNvCxnSpPr>
              <a:cxnSpLocks/>
              <a:stCxn id="5" idx="3"/>
              <a:endCxn id="6" idx="6"/>
            </p:cNvCxnSpPr>
            <p:nvPr/>
          </p:nvCxnSpPr>
          <p:spPr>
            <a:xfrm flipH="1">
              <a:off x="8996517" y="3554144"/>
              <a:ext cx="490810" cy="348392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34163C92-FD3D-E131-5B42-21F04597863D}"/>
                </a:ext>
              </a:extLst>
            </p:cNvPr>
            <p:cNvSpPr/>
            <p:nvPr/>
          </p:nvSpPr>
          <p:spPr>
            <a:xfrm>
              <a:off x="8154201" y="1336727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9D9CCA8E-F9F3-70C1-8013-08949B694295}"/>
                </a:ext>
              </a:extLst>
            </p:cNvPr>
            <p:cNvSpPr/>
            <p:nvPr/>
          </p:nvSpPr>
          <p:spPr>
            <a:xfrm>
              <a:off x="7137791" y="2538821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181C98FE-8EE5-F06A-AE7F-5782D8BFCCD7}"/>
                </a:ext>
              </a:extLst>
            </p:cNvPr>
            <p:cNvSpPr/>
            <p:nvPr/>
          </p:nvSpPr>
          <p:spPr>
            <a:xfrm>
              <a:off x="8685999" y="1136585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66FBAE2F-DDCE-1311-3FEA-D92D74D7DADB}"/>
                </a:ext>
              </a:extLst>
            </p:cNvPr>
            <p:cNvSpPr/>
            <p:nvPr/>
          </p:nvSpPr>
          <p:spPr>
            <a:xfrm>
              <a:off x="6698224" y="2909055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8B684331-1B83-BF06-0F9D-E8DCA10F4EB3}"/>
                </a:ext>
              </a:extLst>
            </p:cNvPr>
            <p:cNvSpPr/>
            <p:nvPr/>
          </p:nvSpPr>
          <p:spPr>
            <a:xfrm>
              <a:off x="9418662" y="5023738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7D984B2A-CDD7-F8AD-10CF-5C0E72312A25}"/>
                </a:ext>
              </a:extLst>
            </p:cNvPr>
            <p:cNvSpPr/>
            <p:nvPr/>
          </p:nvSpPr>
          <p:spPr>
            <a:xfrm>
              <a:off x="9850693" y="5214541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9248CF3F-D343-FEFD-4E3E-1915D280189E}"/>
                </a:ext>
              </a:extLst>
            </p:cNvPr>
            <p:cNvSpPr/>
            <p:nvPr/>
          </p:nvSpPr>
          <p:spPr>
            <a:xfrm>
              <a:off x="9123533" y="1348454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7886A486-5ED4-9815-C092-7DB2C2F3BAB5}"/>
                </a:ext>
              </a:extLst>
            </p:cNvPr>
            <p:cNvSpPr/>
            <p:nvPr/>
          </p:nvSpPr>
          <p:spPr>
            <a:xfrm>
              <a:off x="7052184" y="3799231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DDF732AA-7613-B17F-832B-A0F409463173}"/>
                </a:ext>
              </a:extLst>
            </p:cNvPr>
            <p:cNvSpPr/>
            <p:nvPr/>
          </p:nvSpPr>
          <p:spPr>
            <a:xfrm>
              <a:off x="7254601" y="4226091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B78BFE5F-E63F-579C-FFEA-3CA2676A3A0F}"/>
                </a:ext>
              </a:extLst>
            </p:cNvPr>
            <p:cNvSpPr/>
            <p:nvPr/>
          </p:nvSpPr>
          <p:spPr>
            <a:xfrm>
              <a:off x="9895416" y="4757455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02A4C52C-F405-8222-153F-283FC61C567F}"/>
                </a:ext>
              </a:extLst>
            </p:cNvPr>
            <p:cNvSpPr/>
            <p:nvPr/>
          </p:nvSpPr>
          <p:spPr>
            <a:xfrm>
              <a:off x="7137417" y="3166576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B364022A-86EC-6834-CE06-229995B3D08B}"/>
                </a:ext>
              </a:extLst>
            </p:cNvPr>
            <p:cNvSpPr/>
            <p:nvPr/>
          </p:nvSpPr>
          <p:spPr>
            <a:xfrm>
              <a:off x="10565455" y="4035920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F57A6818-6C24-B2C2-7C54-FC72328778D4}"/>
                </a:ext>
              </a:extLst>
            </p:cNvPr>
            <p:cNvSpPr/>
            <p:nvPr/>
          </p:nvSpPr>
          <p:spPr>
            <a:xfrm>
              <a:off x="7536961" y="2083982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D3F1D0F9-FF54-3827-762E-BFCB1E08C266}"/>
                </a:ext>
              </a:extLst>
            </p:cNvPr>
            <p:cNvSpPr/>
            <p:nvPr/>
          </p:nvSpPr>
          <p:spPr>
            <a:xfrm>
              <a:off x="7562022" y="4714989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88901AF9-ADAB-7EB7-72E3-24973B93143D}"/>
                </a:ext>
              </a:extLst>
            </p:cNvPr>
            <p:cNvSpPr/>
            <p:nvPr/>
          </p:nvSpPr>
          <p:spPr>
            <a:xfrm>
              <a:off x="8881621" y="5294244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A74A350A-7142-A85B-270D-B8E79AC48CCC}"/>
                </a:ext>
              </a:extLst>
            </p:cNvPr>
            <p:cNvSpPr/>
            <p:nvPr/>
          </p:nvSpPr>
          <p:spPr>
            <a:xfrm>
              <a:off x="10673133" y="3031792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1" name="Elipse 80">
              <a:extLst>
                <a:ext uri="{FF2B5EF4-FFF2-40B4-BE49-F238E27FC236}">
                  <a16:creationId xmlns:a16="http://schemas.microsoft.com/office/drawing/2014/main" id="{9415BC33-C9F7-2607-E87A-229A416EEF7C}"/>
                </a:ext>
              </a:extLst>
            </p:cNvPr>
            <p:cNvSpPr/>
            <p:nvPr/>
          </p:nvSpPr>
          <p:spPr>
            <a:xfrm>
              <a:off x="9733320" y="1721060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2" name="Elipse 81">
              <a:extLst>
                <a:ext uri="{FF2B5EF4-FFF2-40B4-BE49-F238E27FC236}">
                  <a16:creationId xmlns:a16="http://schemas.microsoft.com/office/drawing/2014/main" id="{32977A0C-9E0F-EB7C-94ED-74553298F461}"/>
                </a:ext>
              </a:extLst>
            </p:cNvPr>
            <p:cNvSpPr/>
            <p:nvPr/>
          </p:nvSpPr>
          <p:spPr>
            <a:xfrm>
              <a:off x="6762186" y="4192648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3" name="Elipse 82">
              <a:extLst>
                <a:ext uri="{FF2B5EF4-FFF2-40B4-BE49-F238E27FC236}">
                  <a16:creationId xmlns:a16="http://schemas.microsoft.com/office/drawing/2014/main" id="{B40567DF-D2A4-7633-A81C-078F6B964A27}"/>
                </a:ext>
              </a:extLst>
            </p:cNvPr>
            <p:cNvSpPr/>
            <p:nvPr/>
          </p:nvSpPr>
          <p:spPr>
            <a:xfrm>
              <a:off x="7790309" y="1772064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4" name="Elipse 83">
              <a:extLst>
                <a:ext uri="{FF2B5EF4-FFF2-40B4-BE49-F238E27FC236}">
                  <a16:creationId xmlns:a16="http://schemas.microsoft.com/office/drawing/2014/main" id="{B74FD135-29E3-6699-9ABA-E6B16538AE79}"/>
                </a:ext>
              </a:extLst>
            </p:cNvPr>
            <p:cNvSpPr/>
            <p:nvPr/>
          </p:nvSpPr>
          <p:spPr>
            <a:xfrm>
              <a:off x="8499987" y="5085537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5" name="Elipse 84">
              <a:extLst>
                <a:ext uri="{FF2B5EF4-FFF2-40B4-BE49-F238E27FC236}">
                  <a16:creationId xmlns:a16="http://schemas.microsoft.com/office/drawing/2014/main" id="{550D64FD-95E4-BC84-0920-E5EF643E77C6}"/>
                </a:ext>
              </a:extLst>
            </p:cNvPr>
            <p:cNvSpPr/>
            <p:nvPr/>
          </p:nvSpPr>
          <p:spPr>
            <a:xfrm>
              <a:off x="7982564" y="4869248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6" name="Elipse 85">
              <a:extLst>
                <a:ext uri="{FF2B5EF4-FFF2-40B4-BE49-F238E27FC236}">
                  <a16:creationId xmlns:a16="http://schemas.microsoft.com/office/drawing/2014/main" id="{BAEE222E-7F2E-2598-D16F-4CCE8ECCF558}"/>
                </a:ext>
              </a:extLst>
            </p:cNvPr>
            <p:cNvSpPr/>
            <p:nvPr/>
          </p:nvSpPr>
          <p:spPr>
            <a:xfrm>
              <a:off x="10258138" y="1821036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08CC5EE9-3361-9369-C34D-D46849EE5478}"/>
                </a:ext>
              </a:extLst>
            </p:cNvPr>
            <p:cNvCxnSpPr>
              <a:cxnSpLocks/>
              <a:stCxn id="68" idx="6"/>
              <a:endCxn id="14" idx="2"/>
            </p:cNvCxnSpPr>
            <p:nvPr/>
          </p:nvCxnSpPr>
          <p:spPr>
            <a:xfrm>
              <a:off x="7062018" y="3086036"/>
              <a:ext cx="705466" cy="9554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170AF734-DA1C-50AB-E24F-5E10FD0F1304}"/>
                </a:ext>
              </a:extLst>
            </p:cNvPr>
            <p:cNvCxnSpPr>
              <a:cxnSpLocks/>
              <a:stCxn id="75" idx="6"/>
              <a:endCxn id="14" idx="3"/>
            </p:cNvCxnSpPr>
            <p:nvPr/>
          </p:nvCxnSpPr>
          <p:spPr>
            <a:xfrm flipV="1">
              <a:off x="7501211" y="3306723"/>
              <a:ext cx="319549" cy="3683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9C9B3638-5427-C35A-BB08-740F7166DD11}"/>
                </a:ext>
              </a:extLst>
            </p:cNvPr>
            <p:cNvCxnSpPr>
              <a:cxnSpLocks/>
              <a:stCxn id="66" idx="5"/>
              <a:endCxn id="14" idx="1"/>
            </p:cNvCxnSpPr>
            <p:nvPr/>
          </p:nvCxnSpPr>
          <p:spPr>
            <a:xfrm>
              <a:off x="7448309" y="2840946"/>
              <a:ext cx="372451" cy="21548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780BEB33-5FC1-7A88-6E7A-284B40F6E90C}"/>
                </a:ext>
              </a:extLst>
            </p:cNvPr>
            <p:cNvCxnSpPr>
              <a:cxnSpLocks/>
              <a:stCxn id="77" idx="5"/>
              <a:endCxn id="8" idx="2"/>
            </p:cNvCxnSpPr>
            <p:nvPr/>
          </p:nvCxnSpPr>
          <p:spPr>
            <a:xfrm>
              <a:off x="7847479" y="2386107"/>
              <a:ext cx="227262" cy="18021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1" name="Conector recto 100">
              <a:extLst>
                <a:ext uri="{FF2B5EF4-FFF2-40B4-BE49-F238E27FC236}">
                  <a16:creationId xmlns:a16="http://schemas.microsoft.com/office/drawing/2014/main" id="{533DA8A8-A2D8-401D-90AA-95A467441F31}"/>
                </a:ext>
              </a:extLst>
            </p:cNvPr>
            <p:cNvCxnSpPr>
              <a:cxnSpLocks/>
              <a:stCxn id="72" idx="6"/>
              <a:endCxn id="15" idx="2"/>
            </p:cNvCxnSpPr>
            <p:nvPr/>
          </p:nvCxnSpPr>
          <p:spPr>
            <a:xfrm>
              <a:off x="7415978" y="3976212"/>
              <a:ext cx="280221" cy="2508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4" name="Conector recto 103">
              <a:extLst>
                <a:ext uri="{FF2B5EF4-FFF2-40B4-BE49-F238E27FC236}">
                  <a16:creationId xmlns:a16="http://schemas.microsoft.com/office/drawing/2014/main" id="{E65730DB-58BE-60DB-CF93-FF6DD34C71D6}"/>
                </a:ext>
              </a:extLst>
            </p:cNvPr>
            <p:cNvCxnSpPr>
              <a:cxnSpLocks/>
              <a:stCxn id="82" idx="7"/>
              <a:endCxn id="15" idx="3"/>
            </p:cNvCxnSpPr>
            <p:nvPr/>
          </p:nvCxnSpPr>
          <p:spPr>
            <a:xfrm flipV="1">
              <a:off x="7072704" y="4126438"/>
              <a:ext cx="676771" cy="11804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7" name="Conector recto 106">
              <a:extLst>
                <a:ext uri="{FF2B5EF4-FFF2-40B4-BE49-F238E27FC236}">
                  <a16:creationId xmlns:a16="http://schemas.microsoft.com/office/drawing/2014/main" id="{A4572F14-A142-FEBE-E585-870EE72F3DDE}"/>
                </a:ext>
              </a:extLst>
            </p:cNvPr>
            <p:cNvCxnSpPr>
              <a:cxnSpLocks/>
              <a:stCxn id="78" idx="7"/>
              <a:endCxn id="10" idx="3"/>
            </p:cNvCxnSpPr>
            <p:nvPr/>
          </p:nvCxnSpPr>
          <p:spPr>
            <a:xfrm flipV="1">
              <a:off x="7872540" y="4593804"/>
              <a:ext cx="184193" cy="17302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0" name="Conector recto 109">
              <a:extLst>
                <a:ext uri="{FF2B5EF4-FFF2-40B4-BE49-F238E27FC236}">
                  <a16:creationId xmlns:a16="http://schemas.microsoft.com/office/drawing/2014/main" id="{CEF3D72C-216B-B64D-9C26-E91B6C9E06CE}"/>
                </a:ext>
              </a:extLst>
            </p:cNvPr>
            <p:cNvCxnSpPr>
              <a:cxnSpLocks/>
              <a:stCxn id="83" idx="5"/>
              <a:endCxn id="8" idx="0"/>
            </p:cNvCxnSpPr>
            <p:nvPr/>
          </p:nvCxnSpPr>
          <p:spPr>
            <a:xfrm>
              <a:off x="8100827" y="2074189"/>
              <a:ext cx="155811" cy="31515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4" name="Conector recto 113">
              <a:extLst>
                <a:ext uri="{FF2B5EF4-FFF2-40B4-BE49-F238E27FC236}">
                  <a16:creationId xmlns:a16="http://schemas.microsoft.com/office/drawing/2014/main" id="{94D1F977-E6A7-98FA-6F0B-0CDE086A3B6B}"/>
                </a:ext>
              </a:extLst>
            </p:cNvPr>
            <p:cNvCxnSpPr>
              <a:cxnSpLocks/>
              <a:stCxn id="65" idx="5"/>
              <a:endCxn id="7" idx="1"/>
            </p:cNvCxnSpPr>
            <p:nvPr/>
          </p:nvCxnSpPr>
          <p:spPr>
            <a:xfrm>
              <a:off x="8464719" y="1638852"/>
              <a:ext cx="252005" cy="37814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7" name="Conector recto 116">
              <a:extLst>
                <a:ext uri="{FF2B5EF4-FFF2-40B4-BE49-F238E27FC236}">
                  <a16:creationId xmlns:a16="http://schemas.microsoft.com/office/drawing/2014/main" id="{41C26776-9890-61FE-C875-1E8EA5D51E79}"/>
                </a:ext>
              </a:extLst>
            </p:cNvPr>
            <p:cNvCxnSpPr>
              <a:cxnSpLocks/>
              <a:stCxn id="67" idx="4"/>
              <a:endCxn id="7" idx="0"/>
            </p:cNvCxnSpPr>
            <p:nvPr/>
          </p:nvCxnSpPr>
          <p:spPr>
            <a:xfrm flipH="1">
              <a:off x="8845345" y="1490546"/>
              <a:ext cx="22551" cy="47461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1" name="Conector recto 120">
              <a:extLst>
                <a:ext uri="{FF2B5EF4-FFF2-40B4-BE49-F238E27FC236}">
                  <a16:creationId xmlns:a16="http://schemas.microsoft.com/office/drawing/2014/main" id="{4027D5F4-9656-5A7C-9D80-D0D57A2BC8BC}"/>
                </a:ext>
              </a:extLst>
            </p:cNvPr>
            <p:cNvCxnSpPr>
              <a:cxnSpLocks/>
              <a:stCxn id="71" idx="3"/>
              <a:endCxn id="7" idx="7"/>
            </p:cNvCxnSpPr>
            <p:nvPr/>
          </p:nvCxnSpPr>
          <p:spPr>
            <a:xfrm flipH="1">
              <a:off x="8973966" y="1650579"/>
              <a:ext cx="202843" cy="36641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4" name="Conector recto 123">
              <a:extLst>
                <a:ext uri="{FF2B5EF4-FFF2-40B4-BE49-F238E27FC236}">
                  <a16:creationId xmlns:a16="http://schemas.microsoft.com/office/drawing/2014/main" id="{A04C55C0-AB7C-CDBC-8257-82FB28DF3E47}"/>
                </a:ext>
              </a:extLst>
            </p:cNvPr>
            <p:cNvCxnSpPr>
              <a:cxnSpLocks/>
              <a:stCxn id="81" idx="3"/>
              <a:endCxn id="9" idx="7"/>
            </p:cNvCxnSpPr>
            <p:nvPr/>
          </p:nvCxnSpPr>
          <p:spPr>
            <a:xfrm flipH="1">
              <a:off x="9562672" y="2023185"/>
              <a:ext cx="223924" cy="19132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8" name="Conector recto 127">
              <a:extLst>
                <a:ext uri="{FF2B5EF4-FFF2-40B4-BE49-F238E27FC236}">
                  <a16:creationId xmlns:a16="http://schemas.microsoft.com/office/drawing/2014/main" id="{4D7513AD-9C6F-3532-8FA0-FD1D980B0E76}"/>
                </a:ext>
              </a:extLst>
            </p:cNvPr>
            <p:cNvCxnSpPr>
              <a:cxnSpLocks/>
              <a:stCxn id="86" idx="2"/>
              <a:endCxn id="9" idx="6"/>
            </p:cNvCxnSpPr>
            <p:nvPr/>
          </p:nvCxnSpPr>
          <p:spPr>
            <a:xfrm flipH="1">
              <a:off x="9615948" y="1998017"/>
              <a:ext cx="642190" cy="34163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2" name="Conector recto 131">
              <a:extLst>
                <a:ext uri="{FF2B5EF4-FFF2-40B4-BE49-F238E27FC236}">
                  <a16:creationId xmlns:a16="http://schemas.microsoft.com/office/drawing/2014/main" id="{3C260D1D-2869-512C-6F60-0F0BB1C31248}"/>
                </a:ext>
              </a:extLst>
            </p:cNvPr>
            <p:cNvCxnSpPr>
              <a:cxnSpLocks/>
              <a:stCxn id="80" idx="2"/>
              <a:endCxn id="17" idx="6"/>
            </p:cNvCxnSpPr>
            <p:nvPr/>
          </p:nvCxnSpPr>
          <p:spPr>
            <a:xfrm flipH="1">
              <a:off x="10520090" y="3208773"/>
              <a:ext cx="153043" cy="267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5" name="Conector recto 134">
              <a:extLst>
                <a:ext uri="{FF2B5EF4-FFF2-40B4-BE49-F238E27FC236}">
                  <a16:creationId xmlns:a16="http://schemas.microsoft.com/office/drawing/2014/main" id="{B7BB0968-B09F-AE17-F88B-20BE8D2C23A0}"/>
                </a:ext>
              </a:extLst>
            </p:cNvPr>
            <p:cNvCxnSpPr>
              <a:cxnSpLocks/>
              <a:stCxn id="76" idx="2"/>
              <a:endCxn id="12" idx="5"/>
            </p:cNvCxnSpPr>
            <p:nvPr/>
          </p:nvCxnSpPr>
          <p:spPr>
            <a:xfrm flipH="1" flipV="1">
              <a:off x="10343108" y="4163598"/>
              <a:ext cx="222347" cy="4930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8" name="Conector recto 137">
              <a:extLst>
                <a:ext uri="{FF2B5EF4-FFF2-40B4-BE49-F238E27FC236}">
                  <a16:creationId xmlns:a16="http://schemas.microsoft.com/office/drawing/2014/main" id="{EEE13FE3-D6AA-EBD1-6743-64D4B99051E4}"/>
                </a:ext>
              </a:extLst>
            </p:cNvPr>
            <p:cNvCxnSpPr>
              <a:cxnSpLocks/>
              <a:stCxn id="10" idx="4"/>
              <a:endCxn id="85" idx="0"/>
            </p:cNvCxnSpPr>
            <p:nvPr/>
          </p:nvCxnSpPr>
          <p:spPr>
            <a:xfrm flipH="1">
              <a:off x="8164461" y="4645640"/>
              <a:ext cx="20893" cy="22360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1" name="Conector recto 140">
              <a:extLst>
                <a:ext uri="{FF2B5EF4-FFF2-40B4-BE49-F238E27FC236}">
                  <a16:creationId xmlns:a16="http://schemas.microsoft.com/office/drawing/2014/main" id="{DA263959-2526-3145-0689-13559644D4B2}"/>
                </a:ext>
              </a:extLst>
            </p:cNvPr>
            <p:cNvCxnSpPr>
              <a:cxnSpLocks/>
              <a:stCxn id="11" idx="3"/>
              <a:endCxn id="84" idx="0"/>
            </p:cNvCxnSpPr>
            <p:nvPr/>
          </p:nvCxnSpPr>
          <p:spPr>
            <a:xfrm flipH="1">
              <a:off x="8681884" y="4796914"/>
              <a:ext cx="43444" cy="28862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4" name="Conector recto 143">
              <a:extLst>
                <a:ext uri="{FF2B5EF4-FFF2-40B4-BE49-F238E27FC236}">
                  <a16:creationId xmlns:a16="http://schemas.microsoft.com/office/drawing/2014/main" id="{A8C42608-234E-DA23-99E4-9C6504A2BD03}"/>
                </a:ext>
              </a:extLst>
            </p:cNvPr>
            <p:cNvCxnSpPr>
              <a:cxnSpLocks/>
              <a:stCxn id="11" idx="4"/>
              <a:endCxn id="79" idx="0"/>
            </p:cNvCxnSpPr>
            <p:nvPr/>
          </p:nvCxnSpPr>
          <p:spPr>
            <a:xfrm>
              <a:off x="8853949" y="4848750"/>
              <a:ext cx="209569" cy="44549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0" name="Conector recto 149">
              <a:extLst>
                <a:ext uri="{FF2B5EF4-FFF2-40B4-BE49-F238E27FC236}">
                  <a16:creationId xmlns:a16="http://schemas.microsoft.com/office/drawing/2014/main" id="{63EF65F4-2775-BD28-9016-387410792C6A}"/>
                </a:ext>
              </a:extLst>
            </p:cNvPr>
            <p:cNvCxnSpPr>
              <a:cxnSpLocks/>
              <a:stCxn id="16" idx="4"/>
              <a:endCxn id="69" idx="0"/>
            </p:cNvCxnSpPr>
            <p:nvPr/>
          </p:nvCxnSpPr>
          <p:spPr>
            <a:xfrm>
              <a:off x="9465631" y="4728608"/>
              <a:ext cx="134928" cy="29513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3" name="Conector recto 152">
              <a:extLst>
                <a:ext uri="{FF2B5EF4-FFF2-40B4-BE49-F238E27FC236}">
                  <a16:creationId xmlns:a16="http://schemas.microsoft.com/office/drawing/2014/main" id="{F455D967-EC8D-29C6-B5DA-349575BB54B5}"/>
                </a:ext>
              </a:extLst>
            </p:cNvPr>
            <p:cNvCxnSpPr>
              <a:cxnSpLocks/>
              <a:stCxn id="16" idx="5"/>
              <a:endCxn id="70" idx="1"/>
            </p:cNvCxnSpPr>
            <p:nvPr/>
          </p:nvCxnSpPr>
          <p:spPr>
            <a:xfrm>
              <a:off x="9594252" y="4676772"/>
              <a:ext cx="309717" cy="58960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6" name="Conector recto 155">
              <a:extLst>
                <a:ext uri="{FF2B5EF4-FFF2-40B4-BE49-F238E27FC236}">
                  <a16:creationId xmlns:a16="http://schemas.microsoft.com/office/drawing/2014/main" id="{9C8BA195-EC80-3178-E1F9-2C02B82F0403}"/>
                </a:ext>
              </a:extLst>
            </p:cNvPr>
            <p:cNvCxnSpPr>
              <a:cxnSpLocks/>
              <a:stCxn id="16" idx="6"/>
              <a:endCxn id="74" idx="1"/>
            </p:cNvCxnSpPr>
            <p:nvPr/>
          </p:nvCxnSpPr>
          <p:spPr>
            <a:xfrm>
              <a:off x="9647528" y="4551628"/>
              <a:ext cx="301164" cy="25766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D092886A-793B-0E4C-2831-6E1F0193F4E4}"/>
                </a:ext>
              </a:extLst>
            </p:cNvPr>
            <p:cNvSpPr/>
            <p:nvPr/>
          </p:nvSpPr>
          <p:spPr>
            <a:xfrm>
              <a:off x="10131933" y="2309559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ED4A7F5B-2A76-F2F5-4ABA-9873C0925514}"/>
                </a:ext>
              </a:extLst>
            </p:cNvPr>
            <p:cNvCxnSpPr>
              <a:cxnSpLocks/>
              <a:stCxn id="159" idx="2"/>
              <a:endCxn id="13" idx="7"/>
            </p:cNvCxnSpPr>
            <p:nvPr/>
          </p:nvCxnSpPr>
          <p:spPr>
            <a:xfrm flipH="1">
              <a:off x="9979314" y="2486540"/>
              <a:ext cx="152619" cy="10411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61" name="Elipse 160">
              <a:extLst>
                <a:ext uri="{FF2B5EF4-FFF2-40B4-BE49-F238E27FC236}">
                  <a16:creationId xmlns:a16="http://schemas.microsoft.com/office/drawing/2014/main" id="{3AD96C1C-5078-4994-4EF2-CFB47BE410AD}"/>
                </a:ext>
              </a:extLst>
            </p:cNvPr>
            <p:cNvSpPr/>
            <p:nvPr/>
          </p:nvSpPr>
          <p:spPr>
            <a:xfrm>
              <a:off x="10548575" y="2537596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21966D01-94BD-5F69-A566-35AB53F45A99}"/>
                </a:ext>
              </a:extLst>
            </p:cNvPr>
            <p:cNvCxnSpPr>
              <a:cxnSpLocks/>
              <a:stCxn id="161" idx="2"/>
              <a:endCxn id="13" idx="6"/>
            </p:cNvCxnSpPr>
            <p:nvPr/>
          </p:nvCxnSpPr>
          <p:spPr>
            <a:xfrm flipH="1">
              <a:off x="10032590" y="2714577"/>
              <a:ext cx="515985" cy="122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65" name="Elipse 164">
              <a:extLst>
                <a:ext uri="{FF2B5EF4-FFF2-40B4-BE49-F238E27FC236}">
                  <a16:creationId xmlns:a16="http://schemas.microsoft.com/office/drawing/2014/main" id="{9DC63CB3-BC9B-32C1-DD74-65C09867AAAB}"/>
                </a:ext>
              </a:extLst>
            </p:cNvPr>
            <p:cNvSpPr/>
            <p:nvPr/>
          </p:nvSpPr>
          <p:spPr>
            <a:xfrm>
              <a:off x="10652021" y="3446917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AF66579B-550D-502B-142F-83B0EA65006B}"/>
                </a:ext>
              </a:extLst>
            </p:cNvPr>
            <p:cNvCxnSpPr>
              <a:cxnSpLocks/>
              <a:stCxn id="165" idx="2"/>
              <a:endCxn id="17" idx="5"/>
            </p:cNvCxnSpPr>
            <p:nvPr/>
          </p:nvCxnSpPr>
          <p:spPr>
            <a:xfrm flipH="1" flipV="1">
              <a:off x="10466814" y="3336588"/>
              <a:ext cx="185207" cy="28731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68" name="Elipse 167">
              <a:extLst>
                <a:ext uri="{FF2B5EF4-FFF2-40B4-BE49-F238E27FC236}">
                  <a16:creationId xmlns:a16="http://schemas.microsoft.com/office/drawing/2014/main" id="{FFBFFF91-F48F-36E0-45E0-A154BEC1C993}"/>
                </a:ext>
              </a:extLst>
            </p:cNvPr>
            <p:cNvSpPr/>
            <p:nvPr/>
          </p:nvSpPr>
          <p:spPr>
            <a:xfrm>
              <a:off x="10405577" y="4413453"/>
              <a:ext cx="363794" cy="35396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E10B782D-81A0-D3B1-D65F-2BFB17DA264C}"/>
                </a:ext>
              </a:extLst>
            </p:cNvPr>
            <p:cNvCxnSpPr>
              <a:cxnSpLocks/>
              <a:stCxn id="168" idx="1"/>
              <a:endCxn id="12" idx="4"/>
            </p:cNvCxnSpPr>
            <p:nvPr/>
          </p:nvCxnSpPr>
          <p:spPr>
            <a:xfrm flipH="1" flipV="1">
              <a:off x="10214487" y="4215434"/>
              <a:ext cx="244366" cy="24985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173" name="Gráfico 172">
              <a:extLst>
                <a:ext uri="{FF2B5EF4-FFF2-40B4-BE49-F238E27FC236}">
                  <a16:creationId xmlns:a16="http://schemas.microsoft.com/office/drawing/2014/main" id="{13560024-2B0F-B394-761D-4956729831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101344" y="3494671"/>
              <a:ext cx="363794" cy="366802"/>
            </a:xfrm>
            <a:prstGeom prst="rect">
              <a:avLst/>
            </a:prstGeom>
          </p:spPr>
        </p:pic>
        <p:pic>
          <p:nvPicPr>
            <p:cNvPr id="174" name="Gráfico 173">
              <a:extLst>
                <a:ext uri="{FF2B5EF4-FFF2-40B4-BE49-F238E27FC236}">
                  <a16:creationId xmlns:a16="http://schemas.microsoft.com/office/drawing/2014/main" id="{9BAB2008-FF30-C7CD-09B0-479E8C2478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5959388" y="3056434"/>
              <a:ext cx="363794" cy="366802"/>
            </a:xfrm>
            <a:prstGeom prst="rect">
              <a:avLst/>
            </a:prstGeom>
          </p:spPr>
        </p:pic>
        <p:pic>
          <p:nvPicPr>
            <p:cNvPr id="175" name="Gráfico 174">
              <a:extLst>
                <a:ext uri="{FF2B5EF4-FFF2-40B4-BE49-F238E27FC236}">
                  <a16:creationId xmlns:a16="http://schemas.microsoft.com/office/drawing/2014/main" id="{0D39E6BC-6C66-4A3C-0CB0-1FE25DC237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186254" y="2613382"/>
              <a:ext cx="363794" cy="366802"/>
            </a:xfrm>
            <a:prstGeom prst="rect">
              <a:avLst/>
            </a:prstGeom>
          </p:spPr>
        </p:pic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0CEA4CB7-3B12-8278-02C0-4C99913F033A}"/>
                </a:ext>
              </a:extLst>
            </p:cNvPr>
            <p:cNvCxnSpPr>
              <a:endCxn id="68" idx="2"/>
            </p:cNvCxnSpPr>
            <p:nvPr/>
          </p:nvCxnSpPr>
          <p:spPr>
            <a:xfrm>
              <a:off x="6351639" y="3004598"/>
              <a:ext cx="346585" cy="81438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B81468D9-619E-A6E8-0D66-E42B3559711D}"/>
                </a:ext>
              </a:extLst>
            </p:cNvPr>
            <p:cNvCxnSpPr>
              <a:cxnSpLocks/>
              <a:endCxn id="68" idx="3"/>
            </p:cNvCxnSpPr>
            <p:nvPr/>
          </p:nvCxnSpPr>
          <p:spPr>
            <a:xfrm flipV="1">
              <a:off x="6217246" y="3211180"/>
              <a:ext cx="534254" cy="51836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1" name="Conector recto 180">
              <a:extLst>
                <a:ext uri="{FF2B5EF4-FFF2-40B4-BE49-F238E27FC236}">
                  <a16:creationId xmlns:a16="http://schemas.microsoft.com/office/drawing/2014/main" id="{6FC9EF61-DFA0-074E-7C6E-D7385ECC8577}"/>
                </a:ext>
              </a:extLst>
            </p:cNvPr>
            <p:cNvCxnSpPr>
              <a:cxnSpLocks/>
              <a:stCxn id="173" idx="3"/>
              <a:endCxn id="68" idx="4"/>
            </p:cNvCxnSpPr>
            <p:nvPr/>
          </p:nvCxnSpPr>
          <p:spPr>
            <a:xfrm flipV="1">
              <a:off x="6465138" y="3263016"/>
              <a:ext cx="414983" cy="415056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6455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BB1DF5-4EC9-559B-3F3A-C1DC2BD4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Fibra óptica submarina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32FAFF-CD14-50D0-BAF3-4CE2796CC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7908" y="5086350"/>
            <a:ext cx="2446465" cy="11782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https://www.submarinecablemap.com/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D68521-F22F-D2A1-A23C-622A3B818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143946"/>
            <a:ext cx="7608304" cy="46410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91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A424A0-AB6C-3695-B65B-8A605988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s-MX" sz="3600" dirty="0"/>
              <a:t>DNS</a:t>
            </a:r>
            <a:endParaRPr lang="es-419" sz="3600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02C632-65E8-F719-8E79-7D56B3EAA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s-ES" sz="1800" dirty="0"/>
              <a:t>Traduce los nombres de dominios aptos para lectura humana (por ejemplo, www.amazon.com) a direcciones IP aptas para lectura por parte de máquinas (por ejemplo, 192.0.2.44).</a:t>
            </a:r>
          </a:p>
          <a:p>
            <a:r>
              <a:rPr lang="es-ES" sz="1800" dirty="0"/>
              <a:t>Servidor autoritativo vs Recursivo</a:t>
            </a:r>
          </a:p>
          <a:p>
            <a:r>
              <a:rPr lang="es-ES" sz="1800" dirty="0"/>
              <a:t>Registros</a:t>
            </a:r>
          </a:p>
          <a:p>
            <a:pPr lvl="1"/>
            <a:r>
              <a:rPr lang="es-ES" sz="1400" dirty="0"/>
              <a:t>NS, MX, A, AAAA, CNAME, TXT, PTR y SOA</a:t>
            </a:r>
          </a:p>
          <a:p>
            <a:pPr marL="0" indent="0">
              <a:buNone/>
            </a:pPr>
            <a:endParaRPr lang="es-419" sz="180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33A137-C3BD-6F13-4ED2-FF3C35F58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25910" y="650494"/>
            <a:ext cx="3951673" cy="532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40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ED645-3D58-D227-3FBC-7B5810FCF4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3" r="5339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614CD0-C061-2952-3544-99F6BAA8B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MX" sz="4000"/>
              <a:t>Centro de datos</a:t>
            </a:r>
            <a:endParaRPr lang="es-419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A3D6B9-EEAE-EDD2-7948-179F3763F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100" dirty="0"/>
              <a:t>NIST: Instalación crítica que centraliza la infraestructura de TI (servidores, almacenamiento y redes) para almacenar, gestionar y distribuir datos de forma segura.</a:t>
            </a:r>
          </a:p>
          <a:p>
            <a:r>
              <a:rPr lang="es-ES" sz="1100" dirty="0"/>
              <a:t>Empresariales (</a:t>
            </a:r>
            <a:r>
              <a:rPr lang="es-ES" sz="1100" dirty="0" err="1"/>
              <a:t>On</a:t>
            </a:r>
            <a:r>
              <a:rPr lang="es-ES" sz="1100" dirty="0"/>
              <a:t>-premises): Instalaciones propias y gestionadas internamente por la organización.</a:t>
            </a:r>
          </a:p>
          <a:p>
            <a:r>
              <a:rPr lang="es-ES" sz="1100" dirty="0"/>
              <a:t>De Nube Pública (Cloud Data Centers): Infraestructuras compartidas, accesibles a través de internet, que proporcionan servicios de computación, almacenamiento y redes.</a:t>
            </a:r>
          </a:p>
          <a:p>
            <a:r>
              <a:rPr lang="es-ES" sz="1100" dirty="0"/>
              <a:t>De Nube Privada: Centros de datos que cumplen con los estándares de seguridad de la nube pero que son dedicados exclusivamente a una sola organización.</a:t>
            </a:r>
          </a:p>
          <a:p>
            <a:r>
              <a:rPr lang="es-ES" sz="1100" dirty="0"/>
              <a:t>Centros de Datos Gestionados (</a:t>
            </a:r>
            <a:r>
              <a:rPr lang="es-ES" sz="1100" dirty="0" err="1"/>
              <a:t>Colocation</a:t>
            </a:r>
            <a:r>
              <a:rPr lang="es-ES" sz="1100" dirty="0"/>
              <a:t>): Espacios alquilados donde la empresa alquila el espacio físico, energía y refrigeración, pero mantiene la propiedad y gestión de sus propios servidores.</a:t>
            </a:r>
          </a:p>
          <a:p>
            <a:r>
              <a:rPr lang="es-ES" sz="1100" dirty="0"/>
              <a:t>Centros de Datos de </a:t>
            </a:r>
            <a:r>
              <a:rPr lang="es-ES" sz="1100" dirty="0" err="1"/>
              <a:t>Hiperescala</a:t>
            </a:r>
            <a:r>
              <a:rPr lang="es-ES" sz="1100" dirty="0"/>
              <a:t> (</a:t>
            </a:r>
            <a:r>
              <a:rPr lang="es-ES" sz="1100" dirty="0" err="1"/>
              <a:t>Hyperscale</a:t>
            </a:r>
            <a:r>
              <a:rPr lang="es-ES" sz="1100" dirty="0"/>
              <a:t>): Grandes instalaciones, a menudo de proveedores de nube (como AWS, Azure, Google), diseñadas para soportar miles o decenas de miles de servidores, cumpliendo con los estándares de seguridad física y de red más exigentes</a:t>
            </a:r>
            <a:endParaRPr lang="es-419" sz="1100" dirty="0"/>
          </a:p>
        </p:txBody>
      </p:sp>
    </p:spTree>
    <p:extLst>
      <p:ext uri="{BB962C8B-B14F-4D97-AF65-F5344CB8AC3E}">
        <p14:creationId xmlns:p14="http://schemas.microsoft.com/office/powerpoint/2010/main" val="306355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ómo es un centro de datos por dentro? - Nabiax">
            <a:extLst>
              <a:ext uri="{FF2B5EF4-FFF2-40B4-BE49-F238E27FC236}">
                <a16:creationId xmlns:a16="http://schemas.microsoft.com/office/drawing/2014/main" id="{D8D93136-EAA2-A95F-04AA-A1632B960A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60478" y="457200"/>
            <a:ext cx="8871044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967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B4DC86-196F-8D1B-3BBC-4E2FA8332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MX" sz="4000">
                <a:solidFill>
                  <a:srgbClr val="FFFFFF"/>
                </a:solidFill>
              </a:rPr>
              <a:t>Uptime Institute: Tier</a:t>
            </a:r>
            <a:endParaRPr lang="es-419" sz="4000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5BB5102-45B6-338F-9F28-08D6AFCE07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223163"/>
              </p:ext>
            </p:extLst>
          </p:nvPr>
        </p:nvGraphicFramePr>
        <p:xfrm>
          <a:off x="166082" y="1684562"/>
          <a:ext cx="11944855" cy="5173440"/>
        </p:xfrm>
        <a:graphic>
          <a:graphicData uri="http://schemas.openxmlformats.org/drawingml/2006/table">
            <a:tbl>
              <a:tblPr/>
              <a:tblGrid>
                <a:gridCol w="2206511">
                  <a:extLst>
                    <a:ext uri="{9D8B030D-6E8A-4147-A177-3AD203B41FA5}">
                      <a16:colId xmlns:a16="http://schemas.microsoft.com/office/drawing/2014/main" val="2237170580"/>
                    </a:ext>
                  </a:extLst>
                </a:gridCol>
                <a:gridCol w="1920482">
                  <a:extLst>
                    <a:ext uri="{9D8B030D-6E8A-4147-A177-3AD203B41FA5}">
                      <a16:colId xmlns:a16="http://schemas.microsoft.com/office/drawing/2014/main" val="3389970420"/>
                    </a:ext>
                  </a:extLst>
                </a:gridCol>
                <a:gridCol w="2129863">
                  <a:extLst>
                    <a:ext uri="{9D8B030D-6E8A-4147-A177-3AD203B41FA5}">
                      <a16:colId xmlns:a16="http://schemas.microsoft.com/office/drawing/2014/main" val="4254677850"/>
                    </a:ext>
                  </a:extLst>
                </a:gridCol>
                <a:gridCol w="2374763">
                  <a:extLst>
                    <a:ext uri="{9D8B030D-6E8A-4147-A177-3AD203B41FA5}">
                      <a16:colId xmlns:a16="http://schemas.microsoft.com/office/drawing/2014/main" val="548634719"/>
                    </a:ext>
                  </a:extLst>
                </a:gridCol>
                <a:gridCol w="3313236">
                  <a:extLst>
                    <a:ext uri="{9D8B030D-6E8A-4147-A177-3AD203B41FA5}">
                      <a16:colId xmlns:a16="http://schemas.microsoft.com/office/drawing/2014/main" val="2190469481"/>
                    </a:ext>
                  </a:extLst>
                </a:gridCol>
              </a:tblGrid>
              <a:tr h="27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Criterio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Tier I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Tier II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Tier III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Tier IV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959547"/>
                  </a:ext>
                </a:extLst>
              </a:tr>
              <a:tr h="27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Disponibilidad (%)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99.671%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99.741%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99.982%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99.995%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742225"/>
                  </a:ext>
                </a:extLst>
              </a:tr>
              <a:tr h="27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Tiempo de inactividad anual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~28.8 horas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~22 horas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~1.6 horas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~26 minutos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368102"/>
                  </a:ext>
                </a:extLst>
              </a:tr>
              <a:tr h="45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Redundancia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Sin redundancia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Componentes redundantes (N+1)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Redundancia N+1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Redundancia completa 2N o 2N+1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677097"/>
                  </a:ext>
                </a:extLst>
              </a:tr>
              <a:tr h="45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Mantenimiento sin interrupción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❌ No posible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❌ No completamente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✅ Sí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✅ Sí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955107"/>
                  </a:ext>
                </a:extLst>
              </a:tr>
              <a:tr h="27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Tolerancia a fallas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❌ No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❌ No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❌ Parcial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✅ Sí (fault tolerant)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657150"/>
                  </a:ext>
                </a:extLst>
              </a:tr>
              <a:tr h="27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Distribución eléctrica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Un solo camino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Un solo camino con respaldo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Múltiples caminos (uno activo)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Múltiples caminos activos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198879"/>
                  </a:ext>
                </a:extLst>
              </a:tr>
              <a:tr h="45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Sistemas de energía (UPS)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Básico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Redundante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Redundante y concurrentemente mantenible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Totalmente redundante y tolerante a fallas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712485"/>
                  </a:ext>
                </a:extLst>
              </a:tr>
              <a:tr h="27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Sistemas de enfriamiento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Básico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Redundante parcial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Redundante (N+1)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Totalmente redundante (2N)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689459"/>
                  </a:ext>
                </a:extLst>
              </a:tr>
              <a:tr h="27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Generadores eléctricos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Opcional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Recomendado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Requerido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Requerido (duplicado)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712780"/>
                  </a:ext>
                </a:extLst>
              </a:tr>
              <a:tr h="45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/>
                        <a:t>Tiempo de recuperación ante fallas</a:t>
                      </a:r>
                      <a:endParaRPr lang="es-ES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Alto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Medio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Bajo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Muy bajo (casi inmediato)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008818"/>
                  </a:ext>
                </a:extLst>
              </a:tr>
              <a:tr h="45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Protección contra interrupciones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dirty="0"/>
                        <a:t>Baja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Media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Alta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Muy alta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751588"/>
                  </a:ext>
                </a:extLst>
              </a:tr>
              <a:tr h="27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Complejidad de diseño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Baja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Media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Alta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Muy alta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548718"/>
                  </a:ext>
                </a:extLst>
              </a:tr>
              <a:tr h="27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Costo de implementación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Bajo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Medio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Alto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Muy alto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629109"/>
                  </a:ext>
                </a:extLst>
              </a:tr>
              <a:tr h="45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b="1"/>
                        <a:t>Ejemplo de uso típico</a:t>
                      </a:r>
                      <a:endParaRPr lang="es-419" sz="1200"/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Pequeñas organizaciones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Empresas medianas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/>
                        <a:t>Servicios críticos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Sistemas de misión crítica (banca, salud, </a:t>
                      </a:r>
                      <a:r>
                        <a:rPr lang="es-ES" sz="1200" dirty="0" err="1"/>
                        <a:t>cloud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hyperscale</a:t>
                      </a:r>
                      <a:r>
                        <a:rPr lang="es-ES" sz="1200" dirty="0"/>
                        <a:t>)</a:t>
                      </a:r>
                    </a:p>
                  </a:txBody>
                  <a:tcPr marL="37033" marR="37033" marT="18516" marB="185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167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739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>
            <a:normAutofit/>
          </a:bodyPr>
          <a:lstStyle/>
          <a:p>
            <a:r>
              <a:rPr lang="es-MX" dirty="0"/>
              <a:t>Enlaces adicionales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4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/>
          <a:p>
            <a:r>
              <a:rPr lang="es-MX" dirty="0">
                <a:hlinkClick r:id="rId2"/>
              </a:rPr>
              <a:t>Azure global </a:t>
            </a:r>
            <a:r>
              <a:rPr lang="es-MX" dirty="0" err="1">
                <a:hlinkClick r:id="rId2"/>
              </a:rPr>
              <a:t>infrastructure</a:t>
            </a:r>
            <a:r>
              <a:rPr lang="es-MX" dirty="0">
                <a:hlinkClick r:id="rId2"/>
              </a:rPr>
              <a:t> </a:t>
            </a:r>
            <a:r>
              <a:rPr lang="es-MX" dirty="0" err="1">
                <a:hlinkClick r:id="rId2"/>
              </a:rPr>
              <a:t>experience</a:t>
            </a:r>
            <a:r>
              <a:rPr lang="es-MX" dirty="0">
                <a:hlinkClick r:id="rId2"/>
              </a:rPr>
              <a:t> (microsoft.com)</a:t>
            </a:r>
            <a:endParaRPr lang="es-MX" dirty="0"/>
          </a:p>
          <a:p>
            <a:r>
              <a:rPr lang="es-MX" dirty="0">
                <a:hlinkClick r:id="rId3"/>
              </a:rPr>
              <a:t>Vivimos en la nube | Simple </a:t>
            </a:r>
            <a:r>
              <a:rPr lang="es-MX" dirty="0" err="1">
                <a:hlinkClick r:id="rId3"/>
              </a:rPr>
              <a:t>Version</a:t>
            </a:r>
            <a:r>
              <a:rPr lang="es-MX" dirty="0">
                <a:hlinkClick r:id="rId3"/>
              </a:rPr>
              <a:t> (microsoft.com)</a:t>
            </a:r>
            <a:endParaRPr lang="es-MX" dirty="0"/>
          </a:p>
          <a:p>
            <a:r>
              <a:rPr lang="es-MX" dirty="0">
                <a:hlinkClick r:id="rId4"/>
              </a:rPr>
              <a:t>Home » Open Compute Project</a:t>
            </a:r>
            <a:endParaRPr lang="es-MX" dirty="0"/>
          </a:p>
          <a:p>
            <a:endParaRPr lang="es-MX" dirty="0"/>
          </a:p>
        </p:txBody>
      </p:sp>
      <p:pic>
        <p:nvPicPr>
          <p:cNvPr id="1026" name="Picture 2" descr="Cloud Computing | Blue cloud connected to computing devices.… | Flick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22" r="13300"/>
          <a:stretch/>
        </p:blipFill>
        <p:spPr bwMode="auto">
          <a:xfrm>
            <a:off x="7500938" y="-22225"/>
            <a:ext cx="4714875" cy="688022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618568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092F6-5A37-A817-C07D-C6329B23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Red de 3 capas tradicional DC</a:t>
            </a:r>
            <a:endParaRPr lang="es-419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AE15EA7-6967-4AFC-6F26-4D128DF19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26865"/>
            <a:ext cx="10515600" cy="469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2E123A3-5029-93E1-2B9B-34976C2B4EDF}"/>
              </a:ext>
            </a:extLst>
          </p:cNvPr>
          <p:cNvSpPr/>
          <p:nvPr/>
        </p:nvSpPr>
        <p:spPr>
          <a:xfrm>
            <a:off x="838200" y="5881255"/>
            <a:ext cx="512618" cy="74203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3AAC543-8BD9-CA65-A266-465DB7DBB06A}"/>
              </a:ext>
            </a:extLst>
          </p:cNvPr>
          <p:cNvSpPr/>
          <p:nvPr/>
        </p:nvSpPr>
        <p:spPr>
          <a:xfrm>
            <a:off x="2019300" y="5881255"/>
            <a:ext cx="512618" cy="74203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5852970-E006-ECA8-6089-7F5D5B2EC565}"/>
              </a:ext>
            </a:extLst>
          </p:cNvPr>
          <p:cNvSpPr/>
          <p:nvPr/>
        </p:nvSpPr>
        <p:spPr>
          <a:xfrm>
            <a:off x="9154391" y="5881255"/>
            <a:ext cx="512618" cy="74203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504A15F-8E73-CFA0-3B43-2A2420D545EB}"/>
              </a:ext>
            </a:extLst>
          </p:cNvPr>
          <p:cNvSpPr/>
          <p:nvPr/>
        </p:nvSpPr>
        <p:spPr>
          <a:xfrm>
            <a:off x="5597236" y="5881255"/>
            <a:ext cx="512618" cy="74203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C51EC93-678A-E8C1-5A70-74972D7B869B}"/>
              </a:ext>
            </a:extLst>
          </p:cNvPr>
          <p:cNvSpPr/>
          <p:nvPr/>
        </p:nvSpPr>
        <p:spPr>
          <a:xfrm>
            <a:off x="1350818" y="5881255"/>
            <a:ext cx="512618" cy="7420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8782ACB-866F-30DB-1E65-E852F49F84C8}"/>
              </a:ext>
            </a:extLst>
          </p:cNvPr>
          <p:cNvSpPr/>
          <p:nvPr/>
        </p:nvSpPr>
        <p:spPr>
          <a:xfrm>
            <a:off x="3205595" y="5881255"/>
            <a:ext cx="512618" cy="7420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1C4A828-A1D0-A088-593A-7F52EE4C09E7}"/>
              </a:ext>
            </a:extLst>
          </p:cNvPr>
          <p:cNvSpPr/>
          <p:nvPr/>
        </p:nvSpPr>
        <p:spPr>
          <a:xfrm>
            <a:off x="6096000" y="5881255"/>
            <a:ext cx="512618" cy="7420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7DC22A7-F29D-5BAD-3215-C43A477F2B2A}"/>
              </a:ext>
            </a:extLst>
          </p:cNvPr>
          <p:cNvSpPr/>
          <p:nvPr/>
        </p:nvSpPr>
        <p:spPr>
          <a:xfrm>
            <a:off x="8475518" y="5881255"/>
            <a:ext cx="512618" cy="7420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56E6B0C-8512-A6FC-D40F-49E2A0ADF49A}"/>
              </a:ext>
            </a:extLst>
          </p:cNvPr>
          <p:cNvSpPr/>
          <p:nvPr/>
        </p:nvSpPr>
        <p:spPr>
          <a:xfrm>
            <a:off x="2518064" y="5881255"/>
            <a:ext cx="512618" cy="74203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48F5F2B-18E0-6805-D7ED-4C232C55AE64}"/>
              </a:ext>
            </a:extLst>
          </p:cNvPr>
          <p:cNvSpPr/>
          <p:nvPr/>
        </p:nvSpPr>
        <p:spPr>
          <a:xfrm>
            <a:off x="3683578" y="5881255"/>
            <a:ext cx="512618" cy="74203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8E60D94-5148-702A-EC45-CD7113C43366}"/>
              </a:ext>
            </a:extLst>
          </p:cNvPr>
          <p:cNvSpPr/>
          <p:nvPr/>
        </p:nvSpPr>
        <p:spPr>
          <a:xfrm>
            <a:off x="4365913" y="5881255"/>
            <a:ext cx="1065067" cy="74203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99300ED-B67E-F8A6-4411-900FFE609F51}"/>
              </a:ext>
            </a:extLst>
          </p:cNvPr>
          <p:cNvSpPr/>
          <p:nvPr/>
        </p:nvSpPr>
        <p:spPr>
          <a:xfrm>
            <a:off x="6786995" y="5881255"/>
            <a:ext cx="512618" cy="74203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61DAA54-7D2B-6880-1E0F-EE32445F34AE}"/>
              </a:ext>
            </a:extLst>
          </p:cNvPr>
          <p:cNvSpPr/>
          <p:nvPr/>
        </p:nvSpPr>
        <p:spPr>
          <a:xfrm>
            <a:off x="9651423" y="5881255"/>
            <a:ext cx="512618" cy="74203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82665C0-A58A-7AC3-33BD-CB173C34B13A}"/>
              </a:ext>
            </a:extLst>
          </p:cNvPr>
          <p:cNvSpPr/>
          <p:nvPr/>
        </p:nvSpPr>
        <p:spPr>
          <a:xfrm>
            <a:off x="7299613" y="5881255"/>
            <a:ext cx="512618" cy="74203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7CB8EBF-C65C-EAA5-4A27-8969355820A8}"/>
              </a:ext>
            </a:extLst>
          </p:cNvPr>
          <p:cNvSpPr/>
          <p:nvPr/>
        </p:nvSpPr>
        <p:spPr>
          <a:xfrm>
            <a:off x="7970693" y="5881255"/>
            <a:ext cx="512618" cy="74203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0D8A0764-CA70-AC10-9910-C2F3BCFC1FB5}"/>
              </a:ext>
            </a:extLst>
          </p:cNvPr>
          <p:cNvGrpSpPr/>
          <p:nvPr/>
        </p:nvGrpSpPr>
        <p:grpSpPr>
          <a:xfrm>
            <a:off x="1111827" y="2618509"/>
            <a:ext cx="6847609" cy="3262746"/>
            <a:chOff x="1111827" y="2618509"/>
            <a:chExt cx="6847609" cy="3262746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75D482B0-87AD-FEF7-AAC2-81AE900FC42B}"/>
                </a:ext>
              </a:extLst>
            </p:cNvPr>
            <p:cNvGrpSpPr/>
            <p:nvPr/>
          </p:nvGrpSpPr>
          <p:grpSpPr>
            <a:xfrm>
              <a:off x="1111827" y="2618509"/>
              <a:ext cx="6847609" cy="3262746"/>
              <a:chOff x="1111827" y="2618509"/>
              <a:chExt cx="6847609" cy="3262746"/>
            </a:xfrm>
          </p:grpSpPr>
          <p:sp>
            <p:nvSpPr>
              <p:cNvPr id="20" name="Forma libre: forma 19">
                <a:extLst>
                  <a:ext uri="{FF2B5EF4-FFF2-40B4-BE49-F238E27FC236}">
                    <a16:creationId xmlns:a16="http://schemas.microsoft.com/office/drawing/2014/main" id="{7B55E4C3-344A-7B7D-24A8-FE69E7479AF1}"/>
                  </a:ext>
                </a:extLst>
              </p:cNvPr>
              <p:cNvSpPr/>
              <p:nvPr/>
            </p:nvSpPr>
            <p:spPr>
              <a:xfrm>
                <a:off x="1111827" y="2628900"/>
                <a:ext cx="2047009" cy="3252355"/>
              </a:xfrm>
              <a:custGeom>
                <a:avLst/>
                <a:gdLst>
                  <a:gd name="connsiteX0" fmla="*/ 0 w 2047009"/>
                  <a:gd name="connsiteY0" fmla="*/ 3252355 h 3252355"/>
                  <a:gd name="connsiteX1" fmla="*/ 20782 w 2047009"/>
                  <a:gd name="connsiteY1" fmla="*/ 3200400 h 3252355"/>
                  <a:gd name="connsiteX2" fmla="*/ 31173 w 2047009"/>
                  <a:gd name="connsiteY2" fmla="*/ 3169227 h 3252355"/>
                  <a:gd name="connsiteX3" fmla="*/ 51955 w 2047009"/>
                  <a:gd name="connsiteY3" fmla="*/ 3138055 h 3252355"/>
                  <a:gd name="connsiteX4" fmla="*/ 83128 w 2047009"/>
                  <a:gd name="connsiteY4" fmla="*/ 3054927 h 3252355"/>
                  <a:gd name="connsiteX5" fmla="*/ 114300 w 2047009"/>
                  <a:gd name="connsiteY5" fmla="*/ 3013364 h 3252355"/>
                  <a:gd name="connsiteX6" fmla="*/ 145473 w 2047009"/>
                  <a:gd name="connsiteY6" fmla="*/ 2951018 h 3252355"/>
                  <a:gd name="connsiteX7" fmla="*/ 187037 w 2047009"/>
                  <a:gd name="connsiteY7" fmla="*/ 2888673 h 3252355"/>
                  <a:gd name="connsiteX8" fmla="*/ 197428 w 2047009"/>
                  <a:gd name="connsiteY8" fmla="*/ 2857500 h 3252355"/>
                  <a:gd name="connsiteX9" fmla="*/ 218209 w 2047009"/>
                  <a:gd name="connsiteY9" fmla="*/ 2815936 h 3252355"/>
                  <a:gd name="connsiteX10" fmla="*/ 238991 w 2047009"/>
                  <a:gd name="connsiteY10" fmla="*/ 2701636 h 3252355"/>
                  <a:gd name="connsiteX11" fmla="*/ 259773 w 2047009"/>
                  <a:gd name="connsiteY11" fmla="*/ 2618509 h 3252355"/>
                  <a:gd name="connsiteX12" fmla="*/ 270164 w 2047009"/>
                  <a:gd name="connsiteY12" fmla="*/ 2566555 h 3252355"/>
                  <a:gd name="connsiteX13" fmla="*/ 280555 w 2047009"/>
                  <a:gd name="connsiteY13" fmla="*/ 2452255 h 3252355"/>
                  <a:gd name="connsiteX14" fmla="*/ 290946 w 2047009"/>
                  <a:gd name="connsiteY14" fmla="*/ 2410691 h 3252355"/>
                  <a:gd name="connsiteX15" fmla="*/ 301337 w 2047009"/>
                  <a:gd name="connsiteY15" fmla="*/ 2358736 h 3252355"/>
                  <a:gd name="connsiteX16" fmla="*/ 301337 w 2047009"/>
                  <a:gd name="connsiteY16" fmla="*/ 1724891 h 3252355"/>
                  <a:gd name="connsiteX17" fmla="*/ 290946 w 2047009"/>
                  <a:gd name="connsiteY17" fmla="*/ 1662545 h 3252355"/>
                  <a:gd name="connsiteX18" fmla="*/ 280555 w 2047009"/>
                  <a:gd name="connsiteY18" fmla="*/ 1548245 h 3252355"/>
                  <a:gd name="connsiteX19" fmla="*/ 290946 w 2047009"/>
                  <a:gd name="connsiteY19" fmla="*/ 1174173 h 3252355"/>
                  <a:gd name="connsiteX20" fmla="*/ 332509 w 2047009"/>
                  <a:gd name="connsiteY20" fmla="*/ 1018309 h 3252355"/>
                  <a:gd name="connsiteX21" fmla="*/ 353291 w 2047009"/>
                  <a:gd name="connsiteY21" fmla="*/ 945573 h 3252355"/>
                  <a:gd name="connsiteX22" fmla="*/ 363682 w 2047009"/>
                  <a:gd name="connsiteY22" fmla="*/ 893618 h 3252355"/>
                  <a:gd name="connsiteX23" fmla="*/ 384464 w 2047009"/>
                  <a:gd name="connsiteY23" fmla="*/ 862445 h 3252355"/>
                  <a:gd name="connsiteX24" fmla="*/ 415637 w 2047009"/>
                  <a:gd name="connsiteY24" fmla="*/ 789709 h 3252355"/>
                  <a:gd name="connsiteX25" fmla="*/ 498764 w 2047009"/>
                  <a:gd name="connsiteY25" fmla="*/ 675409 h 3252355"/>
                  <a:gd name="connsiteX26" fmla="*/ 529937 w 2047009"/>
                  <a:gd name="connsiteY26" fmla="*/ 644236 h 3252355"/>
                  <a:gd name="connsiteX27" fmla="*/ 613064 w 2047009"/>
                  <a:gd name="connsiteY27" fmla="*/ 561109 h 3252355"/>
                  <a:gd name="connsiteX28" fmla="*/ 748146 w 2047009"/>
                  <a:gd name="connsiteY28" fmla="*/ 509155 h 3252355"/>
                  <a:gd name="connsiteX29" fmla="*/ 789709 w 2047009"/>
                  <a:gd name="connsiteY29" fmla="*/ 488373 h 3252355"/>
                  <a:gd name="connsiteX30" fmla="*/ 935182 w 2047009"/>
                  <a:gd name="connsiteY30" fmla="*/ 446809 h 3252355"/>
                  <a:gd name="connsiteX31" fmla="*/ 1007918 w 2047009"/>
                  <a:gd name="connsiteY31" fmla="*/ 405245 h 3252355"/>
                  <a:gd name="connsiteX32" fmla="*/ 1080655 w 2047009"/>
                  <a:gd name="connsiteY32" fmla="*/ 384464 h 3252355"/>
                  <a:gd name="connsiteX33" fmla="*/ 1267691 w 2047009"/>
                  <a:gd name="connsiteY33" fmla="*/ 290945 h 3252355"/>
                  <a:gd name="connsiteX34" fmla="*/ 1309255 w 2047009"/>
                  <a:gd name="connsiteY34" fmla="*/ 280555 h 3252355"/>
                  <a:gd name="connsiteX35" fmla="*/ 1371600 w 2047009"/>
                  <a:gd name="connsiteY35" fmla="*/ 259773 h 3252355"/>
                  <a:gd name="connsiteX36" fmla="*/ 1454728 w 2047009"/>
                  <a:gd name="connsiteY36" fmla="*/ 249382 h 3252355"/>
                  <a:gd name="connsiteX37" fmla="*/ 1558637 w 2047009"/>
                  <a:gd name="connsiteY37" fmla="*/ 228600 h 3252355"/>
                  <a:gd name="connsiteX38" fmla="*/ 1704109 w 2047009"/>
                  <a:gd name="connsiteY38" fmla="*/ 207818 h 3252355"/>
                  <a:gd name="connsiteX39" fmla="*/ 1745673 w 2047009"/>
                  <a:gd name="connsiteY39" fmla="*/ 197427 h 3252355"/>
                  <a:gd name="connsiteX40" fmla="*/ 1797628 w 2047009"/>
                  <a:gd name="connsiteY40" fmla="*/ 187036 h 3252355"/>
                  <a:gd name="connsiteX41" fmla="*/ 1880755 w 2047009"/>
                  <a:gd name="connsiteY41" fmla="*/ 166255 h 3252355"/>
                  <a:gd name="connsiteX42" fmla="*/ 2005446 w 2047009"/>
                  <a:gd name="connsiteY42" fmla="*/ 51955 h 3252355"/>
                  <a:gd name="connsiteX43" fmla="*/ 2047009 w 2047009"/>
                  <a:gd name="connsiteY43" fmla="*/ 0 h 3252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2047009" h="3252355">
                    <a:moveTo>
                      <a:pt x="0" y="3252355"/>
                    </a:moveTo>
                    <a:cubicBezTo>
                      <a:pt x="6927" y="3235037"/>
                      <a:pt x="14233" y="3217865"/>
                      <a:pt x="20782" y="3200400"/>
                    </a:cubicBezTo>
                    <a:cubicBezTo>
                      <a:pt x="24628" y="3190144"/>
                      <a:pt x="26275" y="3179024"/>
                      <a:pt x="31173" y="3169227"/>
                    </a:cubicBezTo>
                    <a:cubicBezTo>
                      <a:pt x="36758" y="3158057"/>
                      <a:pt x="45028" y="3148446"/>
                      <a:pt x="51955" y="3138055"/>
                    </a:cubicBezTo>
                    <a:cubicBezTo>
                      <a:pt x="59732" y="3114723"/>
                      <a:pt x="72774" y="3073565"/>
                      <a:pt x="83128" y="3054927"/>
                    </a:cubicBezTo>
                    <a:cubicBezTo>
                      <a:pt x="91538" y="3039788"/>
                      <a:pt x="103909" y="3027218"/>
                      <a:pt x="114300" y="3013364"/>
                    </a:cubicBezTo>
                    <a:cubicBezTo>
                      <a:pt x="140418" y="2935010"/>
                      <a:pt x="105186" y="3031591"/>
                      <a:pt x="145473" y="2951018"/>
                    </a:cubicBezTo>
                    <a:cubicBezTo>
                      <a:pt x="175548" y="2890867"/>
                      <a:pt x="127944" y="2947764"/>
                      <a:pt x="187037" y="2888673"/>
                    </a:cubicBezTo>
                    <a:cubicBezTo>
                      <a:pt x="190501" y="2878282"/>
                      <a:pt x="193113" y="2867568"/>
                      <a:pt x="197428" y="2857500"/>
                    </a:cubicBezTo>
                    <a:cubicBezTo>
                      <a:pt x="203530" y="2843263"/>
                      <a:pt x="212770" y="2830440"/>
                      <a:pt x="218209" y="2815936"/>
                    </a:cubicBezTo>
                    <a:cubicBezTo>
                      <a:pt x="231412" y="2780728"/>
                      <a:pt x="231946" y="2736862"/>
                      <a:pt x="238991" y="2701636"/>
                    </a:cubicBezTo>
                    <a:cubicBezTo>
                      <a:pt x="244592" y="2673629"/>
                      <a:pt x="254171" y="2646516"/>
                      <a:pt x="259773" y="2618509"/>
                    </a:cubicBezTo>
                    <a:lnTo>
                      <a:pt x="270164" y="2566555"/>
                    </a:lnTo>
                    <a:cubicBezTo>
                      <a:pt x="273628" y="2528455"/>
                      <a:pt x="275499" y="2490177"/>
                      <a:pt x="280555" y="2452255"/>
                    </a:cubicBezTo>
                    <a:cubicBezTo>
                      <a:pt x="282442" y="2438099"/>
                      <a:pt x="287848" y="2424632"/>
                      <a:pt x="290946" y="2410691"/>
                    </a:cubicBezTo>
                    <a:cubicBezTo>
                      <a:pt x="294777" y="2393450"/>
                      <a:pt x="297873" y="2376054"/>
                      <a:pt x="301337" y="2358736"/>
                    </a:cubicBezTo>
                    <a:cubicBezTo>
                      <a:pt x="326020" y="2087220"/>
                      <a:pt x="318786" y="2213462"/>
                      <a:pt x="301337" y="1724891"/>
                    </a:cubicBezTo>
                    <a:cubicBezTo>
                      <a:pt x="300585" y="1703836"/>
                      <a:pt x="293408" y="1683469"/>
                      <a:pt x="290946" y="1662545"/>
                    </a:cubicBezTo>
                    <a:cubicBezTo>
                      <a:pt x="286476" y="1624550"/>
                      <a:pt x="284019" y="1586345"/>
                      <a:pt x="280555" y="1548245"/>
                    </a:cubicBezTo>
                    <a:cubicBezTo>
                      <a:pt x="284019" y="1423554"/>
                      <a:pt x="280587" y="1298481"/>
                      <a:pt x="290946" y="1174173"/>
                    </a:cubicBezTo>
                    <a:cubicBezTo>
                      <a:pt x="297150" y="1099728"/>
                      <a:pt x="315632" y="1074564"/>
                      <a:pt x="332509" y="1018309"/>
                    </a:cubicBezTo>
                    <a:cubicBezTo>
                      <a:pt x="339755" y="994157"/>
                      <a:pt x="347175" y="970036"/>
                      <a:pt x="353291" y="945573"/>
                    </a:cubicBezTo>
                    <a:cubicBezTo>
                      <a:pt x="357575" y="928439"/>
                      <a:pt x="357481" y="910155"/>
                      <a:pt x="363682" y="893618"/>
                    </a:cubicBezTo>
                    <a:cubicBezTo>
                      <a:pt x="368067" y="881925"/>
                      <a:pt x="378879" y="873615"/>
                      <a:pt x="384464" y="862445"/>
                    </a:cubicBezTo>
                    <a:cubicBezTo>
                      <a:pt x="396261" y="838852"/>
                      <a:pt x="403131" y="812934"/>
                      <a:pt x="415637" y="789709"/>
                    </a:cubicBezTo>
                    <a:cubicBezTo>
                      <a:pt x="432914" y="757624"/>
                      <a:pt x="474087" y="703611"/>
                      <a:pt x="498764" y="675409"/>
                    </a:cubicBezTo>
                    <a:cubicBezTo>
                      <a:pt x="508441" y="664350"/>
                      <a:pt x="520529" y="655525"/>
                      <a:pt x="529937" y="644236"/>
                    </a:cubicBezTo>
                    <a:cubicBezTo>
                      <a:pt x="578341" y="586151"/>
                      <a:pt x="513792" y="630600"/>
                      <a:pt x="613064" y="561109"/>
                    </a:cubicBezTo>
                    <a:cubicBezTo>
                      <a:pt x="647319" y="537131"/>
                      <a:pt x="717783" y="520833"/>
                      <a:pt x="748146" y="509155"/>
                    </a:cubicBezTo>
                    <a:cubicBezTo>
                      <a:pt x="762603" y="503595"/>
                      <a:pt x="775014" y="493271"/>
                      <a:pt x="789709" y="488373"/>
                    </a:cubicBezTo>
                    <a:cubicBezTo>
                      <a:pt x="837552" y="472425"/>
                      <a:pt x="886691" y="460664"/>
                      <a:pt x="935182" y="446809"/>
                    </a:cubicBezTo>
                    <a:cubicBezTo>
                      <a:pt x="959427" y="432954"/>
                      <a:pt x="982941" y="417733"/>
                      <a:pt x="1007918" y="405245"/>
                    </a:cubicBezTo>
                    <a:cubicBezTo>
                      <a:pt x="1022820" y="397794"/>
                      <a:pt x="1067346" y="387791"/>
                      <a:pt x="1080655" y="384464"/>
                    </a:cubicBezTo>
                    <a:cubicBezTo>
                      <a:pt x="1157850" y="341578"/>
                      <a:pt x="1185727" y="322469"/>
                      <a:pt x="1267691" y="290945"/>
                    </a:cubicBezTo>
                    <a:cubicBezTo>
                      <a:pt x="1281020" y="285818"/>
                      <a:pt x="1295576" y="284659"/>
                      <a:pt x="1309255" y="280555"/>
                    </a:cubicBezTo>
                    <a:cubicBezTo>
                      <a:pt x="1330237" y="274261"/>
                      <a:pt x="1350180" y="264363"/>
                      <a:pt x="1371600" y="259773"/>
                    </a:cubicBezTo>
                    <a:cubicBezTo>
                      <a:pt x="1398905" y="253922"/>
                      <a:pt x="1427183" y="253973"/>
                      <a:pt x="1454728" y="249382"/>
                    </a:cubicBezTo>
                    <a:cubicBezTo>
                      <a:pt x="1489570" y="243575"/>
                      <a:pt x="1523795" y="234407"/>
                      <a:pt x="1558637" y="228600"/>
                    </a:cubicBezTo>
                    <a:cubicBezTo>
                      <a:pt x="1606954" y="220547"/>
                      <a:pt x="1656589" y="219698"/>
                      <a:pt x="1704109" y="207818"/>
                    </a:cubicBezTo>
                    <a:cubicBezTo>
                      <a:pt x="1717964" y="204354"/>
                      <a:pt x="1731732" y="200525"/>
                      <a:pt x="1745673" y="197427"/>
                    </a:cubicBezTo>
                    <a:cubicBezTo>
                      <a:pt x="1762914" y="193596"/>
                      <a:pt x="1780494" y="191320"/>
                      <a:pt x="1797628" y="187036"/>
                    </a:cubicBezTo>
                    <a:cubicBezTo>
                      <a:pt x="1925405" y="155091"/>
                      <a:pt x="1689302" y="204542"/>
                      <a:pt x="1880755" y="166255"/>
                    </a:cubicBezTo>
                    <a:cubicBezTo>
                      <a:pt x="1934111" y="130684"/>
                      <a:pt x="1954275" y="120185"/>
                      <a:pt x="2005446" y="51955"/>
                    </a:cubicBezTo>
                    <a:cubicBezTo>
                      <a:pt x="2039557" y="6472"/>
                      <a:pt x="2024372" y="22637"/>
                      <a:pt x="2047009" y="0"/>
                    </a:cubicBezTo>
                  </a:path>
                </a:pathLst>
              </a:custGeom>
              <a:ln w="76200"/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25" name="Forma libre: forma 24">
                <a:extLst>
                  <a:ext uri="{FF2B5EF4-FFF2-40B4-BE49-F238E27FC236}">
                    <a16:creationId xmlns:a16="http://schemas.microsoft.com/office/drawing/2014/main" id="{C2BBAEA0-4512-1356-58EA-3BB33A1CAE9D}"/>
                  </a:ext>
                </a:extLst>
              </p:cNvPr>
              <p:cNvSpPr/>
              <p:nvPr/>
            </p:nvSpPr>
            <p:spPr>
              <a:xfrm>
                <a:off x="1465118" y="2763982"/>
                <a:ext cx="1548246" cy="2047009"/>
              </a:xfrm>
              <a:custGeom>
                <a:avLst/>
                <a:gdLst>
                  <a:gd name="connsiteX0" fmla="*/ 0 w 1548246"/>
                  <a:gd name="connsiteY0" fmla="*/ 2047009 h 2047009"/>
                  <a:gd name="connsiteX1" fmla="*/ 103909 w 1548246"/>
                  <a:gd name="connsiteY1" fmla="*/ 1932709 h 2047009"/>
                  <a:gd name="connsiteX2" fmla="*/ 270164 w 1548246"/>
                  <a:gd name="connsiteY2" fmla="*/ 1776845 h 2047009"/>
                  <a:gd name="connsiteX3" fmla="*/ 353291 w 1548246"/>
                  <a:gd name="connsiteY3" fmla="*/ 1745673 h 2047009"/>
                  <a:gd name="connsiteX4" fmla="*/ 457200 w 1548246"/>
                  <a:gd name="connsiteY4" fmla="*/ 1704109 h 2047009"/>
                  <a:gd name="connsiteX5" fmla="*/ 519546 w 1548246"/>
                  <a:gd name="connsiteY5" fmla="*/ 1683327 h 2047009"/>
                  <a:gd name="connsiteX6" fmla="*/ 675409 w 1548246"/>
                  <a:gd name="connsiteY6" fmla="*/ 1641763 h 2047009"/>
                  <a:gd name="connsiteX7" fmla="*/ 810491 w 1548246"/>
                  <a:gd name="connsiteY7" fmla="*/ 1558636 h 2047009"/>
                  <a:gd name="connsiteX8" fmla="*/ 966355 w 1548246"/>
                  <a:gd name="connsiteY8" fmla="*/ 1475509 h 2047009"/>
                  <a:gd name="connsiteX9" fmla="*/ 997527 w 1548246"/>
                  <a:gd name="connsiteY9" fmla="*/ 1444336 h 2047009"/>
                  <a:gd name="connsiteX10" fmla="*/ 1059873 w 1548246"/>
                  <a:gd name="connsiteY10" fmla="*/ 1402773 h 2047009"/>
                  <a:gd name="connsiteX11" fmla="*/ 1091046 w 1548246"/>
                  <a:gd name="connsiteY11" fmla="*/ 1350818 h 2047009"/>
                  <a:gd name="connsiteX12" fmla="*/ 1101437 w 1548246"/>
                  <a:gd name="connsiteY12" fmla="*/ 758536 h 2047009"/>
                  <a:gd name="connsiteX13" fmla="*/ 1143000 w 1548246"/>
                  <a:gd name="connsiteY13" fmla="*/ 592282 h 2047009"/>
                  <a:gd name="connsiteX14" fmla="*/ 1174173 w 1548246"/>
                  <a:gd name="connsiteY14" fmla="*/ 488373 h 2047009"/>
                  <a:gd name="connsiteX15" fmla="*/ 1194955 w 1548246"/>
                  <a:gd name="connsiteY15" fmla="*/ 426027 h 2047009"/>
                  <a:gd name="connsiteX16" fmla="*/ 1236518 w 1548246"/>
                  <a:gd name="connsiteY16" fmla="*/ 384463 h 2047009"/>
                  <a:gd name="connsiteX17" fmla="*/ 1309255 w 1548246"/>
                  <a:gd name="connsiteY17" fmla="*/ 290945 h 2047009"/>
                  <a:gd name="connsiteX18" fmla="*/ 1423555 w 1548246"/>
                  <a:gd name="connsiteY18" fmla="*/ 218209 h 2047009"/>
                  <a:gd name="connsiteX19" fmla="*/ 1475509 w 1548246"/>
                  <a:gd name="connsiteY19" fmla="*/ 145473 h 2047009"/>
                  <a:gd name="connsiteX20" fmla="*/ 1517073 w 1548246"/>
                  <a:gd name="connsiteY20" fmla="*/ 62345 h 2047009"/>
                  <a:gd name="connsiteX21" fmla="*/ 1537855 w 1548246"/>
                  <a:gd name="connsiteY21" fmla="*/ 31173 h 2047009"/>
                  <a:gd name="connsiteX22" fmla="*/ 1548246 w 1548246"/>
                  <a:gd name="connsiteY22" fmla="*/ 0 h 2047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48246" h="2047009">
                    <a:moveTo>
                      <a:pt x="0" y="2047009"/>
                    </a:moveTo>
                    <a:cubicBezTo>
                      <a:pt x="54336" y="1956450"/>
                      <a:pt x="5193" y="2025941"/>
                      <a:pt x="103909" y="1932709"/>
                    </a:cubicBezTo>
                    <a:cubicBezTo>
                      <a:pt x="122215" y="1915420"/>
                      <a:pt x="222102" y="1805682"/>
                      <a:pt x="270164" y="1776845"/>
                    </a:cubicBezTo>
                    <a:cubicBezTo>
                      <a:pt x="285702" y="1767522"/>
                      <a:pt x="331779" y="1752843"/>
                      <a:pt x="353291" y="1745673"/>
                    </a:cubicBezTo>
                    <a:cubicBezTo>
                      <a:pt x="408014" y="1709191"/>
                      <a:pt x="367268" y="1731781"/>
                      <a:pt x="457200" y="1704109"/>
                    </a:cubicBezTo>
                    <a:cubicBezTo>
                      <a:pt x="478137" y="1697667"/>
                      <a:pt x="498483" y="1689345"/>
                      <a:pt x="519546" y="1683327"/>
                    </a:cubicBezTo>
                    <a:cubicBezTo>
                      <a:pt x="562958" y="1670923"/>
                      <a:pt x="631869" y="1657596"/>
                      <a:pt x="675409" y="1641763"/>
                    </a:cubicBezTo>
                    <a:cubicBezTo>
                      <a:pt x="721388" y="1625044"/>
                      <a:pt x="774456" y="1579228"/>
                      <a:pt x="810491" y="1558636"/>
                    </a:cubicBezTo>
                    <a:cubicBezTo>
                      <a:pt x="818030" y="1554328"/>
                      <a:pt x="931003" y="1504970"/>
                      <a:pt x="966355" y="1475509"/>
                    </a:cubicBezTo>
                    <a:cubicBezTo>
                      <a:pt x="977644" y="1466101"/>
                      <a:pt x="985928" y="1453358"/>
                      <a:pt x="997527" y="1444336"/>
                    </a:cubicBezTo>
                    <a:cubicBezTo>
                      <a:pt x="1017242" y="1429002"/>
                      <a:pt x="1059873" y="1402773"/>
                      <a:pt x="1059873" y="1402773"/>
                    </a:cubicBezTo>
                    <a:cubicBezTo>
                      <a:pt x="1070264" y="1385455"/>
                      <a:pt x="1089746" y="1370973"/>
                      <a:pt x="1091046" y="1350818"/>
                    </a:cubicBezTo>
                    <a:cubicBezTo>
                      <a:pt x="1103759" y="1153770"/>
                      <a:pt x="1092860" y="955807"/>
                      <a:pt x="1101437" y="758536"/>
                    </a:cubicBezTo>
                    <a:cubicBezTo>
                      <a:pt x="1105881" y="656333"/>
                      <a:pt x="1110315" y="657650"/>
                      <a:pt x="1143000" y="592282"/>
                    </a:cubicBezTo>
                    <a:cubicBezTo>
                      <a:pt x="1159926" y="507653"/>
                      <a:pt x="1143793" y="571916"/>
                      <a:pt x="1174173" y="488373"/>
                    </a:cubicBezTo>
                    <a:cubicBezTo>
                      <a:pt x="1181659" y="467786"/>
                      <a:pt x="1183685" y="444811"/>
                      <a:pt x="1194955" y="426027"/>
                    </a:cubicBezTo>
                    <a:cubicBezTo>
                      <a:pt x="1205036" y="409226"/>
                      <a:pt x="1223862" y="399420"/>
                      <a:pt x="1236518" y="384463"/>
                    </a:cubicBezTo>
                    <a:cubicBezTo>
                      <a:pt x="1262027" y="354316"/>
                      <a:pt x="1282569" y="320056"/>
                      <a:pt x="1309255" y="290945"/>
                    </a:cubicBezTo>
                    <a:cubicBezTo>
                      <a:pt x="1331221" y="266982"/>
                      <a:pt x="1403405" y="229723"/>
                      <a:pt x="1423555" y="218209"/>
                    </a:cubicBezTo>
                    <a:cubicBezTo>
                      <a:pt x="1440873" y="193964"/>
                      <a:pt x="1460180" y="171022"/>
                      <a:pt x="1475509" y="145473"/>
                    </a:cubicBezTo>
                    <a:cubicBezTo>
                      <a:pt x="1491448" y="118908"/>
                      <a:pt x="1499888" y="88122"/>
                      <a:pt x="1517073" y="62345"/>
                    </a:cubicBezTo>
                    <a:lnTo>
                      <a:pt x="1537855" y="31173"/>
                    </a:lnTo>
                    <a:lnTo>
                      <a:pt x="1548246" y="0"/>
                    </a:lnTo>
                  </a:path>
                </a:pathLst>
              </a:custGeom>
              <a:ln w="76200"/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26" name="Forma libre: forma 25">
                <a:extLst>
                  <a:ext uri="{FF2B5EF4-FFF2-40B4-BE49-F238E27FC236}">
                    <a16:creationId xmlns:a16="http://schemas.microsoft.com/office/drawing/2014/main" id="{A4546E21-6796-3807-64CE-C9480E8CD05A}"/>
                  </a:ext>
                </a:extLst>
              </p:cNvPr>
              <p:cNvSpPr/>
              <p:nvPr/>
            </p:nvSpPr>
            <p:spPr>
              <a:xfrm>
                <a:off x="2608118" y="2618509"/>
                <a:ext cx="5351318" cy="841664"/>
              </a:xfrm>
              <a:custGeom>
                <a:avLst/>
                <a:gdLst>
                  <a:gd name="connsiteX0" fmla="*/ 0 w 5351318"/>
                  <a:gd name="connsiteY0" fmla="*/ 841664 h 841664"/>
                  <a:gd name="connsiteX1" fmla="*/ 51955 w 5351318"/>
                  <a:gd name="connsiteY1" fmla="*/ 810491 h 841664"/>
                  <a:gd name="connsiteX2" fmla="*/ 103909 w 5351318"/>
                  <a:gd name="connsiteY2" fmla="*/ 800100 h 841664"/>
                  <a:gd name="connsiteX3" fmla="*/ 166255 w 5351318"/>
                  <a:gd name="connsiteY3" fmla="*/ 779318 h 841664"/>
                  <a:gd name="connsiteX4" fmla="*/ 228600 w 5351318"/>
                  <a:gd name="connsiteY4" fmla="*/ 748146 h 841664"/>
                  <a:gd name="connsiteX5" fmla="*/ 353291 w 5351318"/>
                  <a:gd name="connsiteY5" fmla="*/ 737755 h 841664"/>
                  <a:gd name="connsiteX6" fmla="*/ 446809 w 5351318"/>
                  <a:gd name="connsiteY6" fmla="*/ 727364 h 841664"/>
                  <a:gd name="connsiteX7" fmla="*/ 529937 w 5351318"/>
                  <a:gd name="connsiteY7" fmla="*/ 716973 h 841664"/>
                  <a:gd name="connsiteX8" fmla="*/ 644237 w 5351318"/>
                  <a:gd name="connsiteY8" fmla="*/ 706582 h 841664"/>
                  <a:gd name="connsiteX9" fmla="*/ 727364 w 5351318"/>
                  <a:gd name="connsiteY9" fmla="*/ 696191 h 841664"/>
                  <a:gd name="connsiteX10" fmla="*/ 987137 w 5351318"/>
                  <a:gd name="connsiteY10" fmla="*/ 685800 h 841664"/>
                  <a:gd name="connsiteX11" fmla="*/ 1215737 w 5351318"/>
                  <a:gd name="connsiteY11" fmla="*/ 654627 h 841664"/>
                  <a:gd name="connsiteX12" fmla="*/ 1319646 w 5351318"/>
                  <a:gd name="connsiteY12" fmla="*/ 644236 h 841664"/>
                  <a:gd name="connsiteX13" fmla="*/ 1444337 w 5351318"/>
                  <a:gd name="connsiteY13" fmla="*/ 623455 h 841664"/>
                  <a:gd name="connsiteX14" fmla="*/ 1517073 w 5351318"/>
                  <a:gd name="connsiteY14" fmla="*/ 602673 h 841664"/>
                  <a:gd name="connsiteX15" fmla="*/ 1631373 w 5351318"/>
                  <a:gd name="connsiteY15" fmla="*/ 592282 h 841664"/>
                  <a:gd name="connsiteX16" fmla="*/ 1839191 w 5351318"/>
                  <a:gd name="connsiteY16" fmla="*/ 571500 h 841664"/>
                  <a:gd name="connsiteX17" fmla="*/ 1911927 w 5351318"/>
                  <a:gd name="connsiteY17" fmla="*/ 561109 h 841664"/>
                  <a:gd name="connsiteX18" fmla="*/ 2098964 w 5351318"/>
                  <a:gd name="connsiteY18" fmla="*/ 519546 h 841664"/>
                  <a:gd name="connsiteX19" fmla="*/ 2244437 w 5351318"/>
                  <a:gd name="connsiteY19" fmla="*/ 498764 h 841664"/>
                  <a:gd name="connsiteX20" fmla="*/ 2400300 w 5351318"/>
                  <a:gd name="connsiteY20" fmla="*/ 477982 h 841664"/>
                  <a:gd name="connsiteX21" fmla="*/ 2576946 w 5351318"/>
                  <a:gd name="connsiteY21" fmla="*/ 467591 h 841664"/>
                  <a:gd name="connsiteX22" fmla="*/ 3387437 w 5351318"/>
                  <a:gd name="connsiteY22" fmla="*/ 436418 h 841664"/>
                  <a:gd name="connsiteX23" fmla="*/ 3449782 w 5351318"/>
                  <a:gd name="connsiteY23" fmla="*/ 426027 h 841664"/>
                  <a:gd name="connsiteX24" fmla="*/ 3813464 w 5351318"/>
                  <a:gd name="connsiteY24" fmla="*/ 394855 h 841664"/>
                  <a:gd name="connsiteX25" fmla="*/ 3906982 w 5351318"/>
                  <a:gd name="connsiteY25" fmla="*/ 353291 h 841664"/>
                  <a:gd name="connsiteX26" fmla="*/ 3969327 w 5351318"/>
                  <a:gd name="connsiteY26" fmla="*/ 332509 h 841664"/>
                  <a:gd name="connsiteX27" fmla="*/ 4062846 w 5351318"/>
                  <a:gd name="connsiteY27" fmla="*/ 280555 h 841664"/>
                  <a:gd name="connsiteX28" fmla="*/ 4166755 w 5351318"/>
                  <a:gd name="connsiteY28" fmla="*/ 238991 h 841664"/>
                  <a:gd name="connsiteX29" fmla="*/ 4229100 w 5351318"/>
                  <a:gd name="connsiteY29" fmla="*/ 207818 h 841664"/>
                  <a:gd name="connsiteX30" fmla="*/ 4384964 w 5351318"/>
                  <a:gd name="connsiteY30" fmla="*/ 176646 h 841664"/>
                  <a:gd name="connsiteX31" fmla="*/ 4488873 w 5351318"/>
                  <a:gd name="connsiteY31" fmla="*/ 155864 h 841664"/>
                  <a:gd name="connsiteX32" fmla="*/ 4665518 w 5351318"/>
                  <a:gd name="connsiteY32" fmla="*/ 145473 h 841664"/>
                  <a:gd name="connsiteX33" fmla="*/ 4727864 w 5351318"/>
                  <a:gd name="connsiteY33" fmla="*/ 135082 h 841664"/>
                  <a:gd name="connsiteX34" fmla="*/ 5216237 w 5351318"/>
                  <a:gd name="connsiteY34" fmla="*/ 93518 h 841664"/>
                  <a:gd name="connsiteX35" fmla="*/ 5351318 w 5351318"/>
                  <a:gd name="connsiteY35" fmla="*/ 0 h 841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351318" h="841664">
                    <a:moveTo>
                      <a:pt x="0" y="841664"/>
                    </a:moveTo>
                    <a:cubicBezTo>
                      <a:pt x="17318" y="831273"/>
                      <a:pt x="33203" y="817992"/>
                      <a:pt x="51955" y="810491"/>
                    </a:cubicBezTo>
                    <a:cubicBezTo>
                      <a:pt x="68353" y="803932"/>
                      <a:pt x="86870" y="804747"/>
                      <a:pt x="103909" y="800100"/>
                    </a:cubicBezTo>
                    <a:cubicBezTo>
                      <a:pt x="125043" y="794336"/>
                      <a:pt x="146034" y="787743"/>
                      <a:pt x="166255" y="779318"/>
                    </a:cubicBezTo>
                    <a:cubicBezTo>
                      <a:pt x="187702" y="770382"/>
                      <a:pt x="205919" y="753186"/>
                      <a:pt x="228600" y="748146"/>
                    </a:cubicBezTo>
                    <a:cubicBezTo>
                      <a:pt x="269315" y="739098"/>
                      <a:pt x="311771" y="741709"/>
                      <a:pt x="353291" y="737755"/>
                    </a:cubicBezTo>
                    <a:cubicBezTo>
                      <a:pt x="384514" y="734781"/>
                      <a:pt x="415659" y="731029"/>
                      <a:pt x="446809" y="727364"/>
                    </a:cubicBezTo>
                    <a:lnTo>
                      <a:pt x="529937" y="716973"/>
                    </a:lnTo>
                    <a:cubicBezTo>
                      <a:pt x="567984" y="712968"/>
                      <a:pt x="606190" y="710587"/>
                      <a:pt x="644237" y="706582"/>
                    </a:cubicBezTo>
                    <a:cubicBezTo>
                      <a:pt x="672008" y="703659"/>
                      <a:pt x="699491" y="697880"/>
                      <a:pt x="727364" y="696191"/>
                    </a:cubicBezTo>
                    <a:cubicBezTo>
                      <a:pt x="813866" y="690948"/>
                      <a:pt x="900546" y="689264"/>
                      <a:pt x="987137" y="685800"/>
                    </a:cubicBezTo>
                    <a:cubicBezTo>
                      <a:pt x="1264464" y="654986"/>
                      <a:pt x="848439" y="702536"/>
                      <a:pt x="1215737" y="654627"/>
                    </a:cubicBezTo>
                    <a:cubicBezTo>
                      <a:pt x="1250254" y="650125"/>
                      <a:pt x="1285156" y="648939"/>
                      <a:pt x="1319646" y="644236"/>
                    </a:cubicBezTo>
                    <a:cubicBezTo>
                      <a:pt x="1361397" y="638543"/>
                      <a:pt x="1403821" y="635031"/>
                      <a:pt x="1444337" y="623455"/>
                    </a:cubicBezTo>
                    <a:cubicBezTo>
                      <a:pt x="1468582" y="616528"/>
                      <a:pt x="1492201" y="606818"/>
                      <a:pt x="1517073" y="602673"/>
                    </a:cubicBezTo>
                    <a:cubicBezTo>
                      <a:pt x="1554810" y="596384"/>
                      <a:pt x="1593273" y="595746"/>
                      <a:pt x="1631373" y="592282"/>
                    </a:cubicBezTo>
                    <a:cubicBezTo>
                      <a:pt x="1747462" y="569064"/>
                      <a:pt x="1627153" y="590776"/>
                      <a:pt x="1839191" y="571500"/>
                    </a:cubicBezTo>
                    <a:cubicBezTo>
                      <a:pt x="1863582" y="569283"/>
                      <a:pt x="1887682" y="564573"/>
                      <a:pt x="1911927" y="561109"/>
                    </a:cubicBezTo>
                    <a:cubicBezTo>
                      <a:pt x="2008817" y="528812"/>
                      <a:pt x="1963111" y="540446"/>
                      <a:pt x="2098964" y="519546"/>
                    </a:cubicBezTo>
                    <a:cubicBezTo>
                      <a:pt x="2147378" y="512098"/>
                      <a:pt x="2195996" y="506030"/>
                      <a:pt x="2244437" y="498764"/>
                    </a:cubicBezTo>
                    <a:cubicBezTo>
                      <a:pt x="2323027" y="486975"/>
                      <a:pt x="2307716" y="485104"/>
                      <a:pt x="2400300" y="477982"/>
                    </a:cubicBezTo>
                    <a:cubicBezTo>
                      <a:pt x="2459110" y="473458"/>
                      <a:pt x="2518155" y="472358"/>
                      <a:pt x="2576946" y="467591"/>
                    </a:cubicBezTo>
                    <a:cubicBezTo>
                      <a:pt x="3105523" y="424733"/>
                      <a:pt x="2366420" y="454022"/>
                      <a:pt x="3387437" y="436418"/>
                    </a:cubicBezTo>
                    <a:cubicBezTo>
                      <a:pt x="3408219" y="432954"/>
                      <a:pt x="3428752" y="427302"/>
                      <a:pt x="3449782" y="426027"/>
                    </a:cubicBezTo>
                    <a:cubicBezTo>
                      <a:pt x="3583126" y="417945"/>
                      <a:pt x="3693189" y="437305"/>
                      <a:pt x="3813464" y="394855"/>
                    </a:cubicBezTo>
                    <a:cubicBezTo>
                      <a:pt x="3845632" y="383502"/>
                      <a:pt x="3875309" y="365960"/>
                      <a:pt x="3906982" y="353291"/>
                    </a:cubicBezTo>
                    <a:cubicBezTo>
                      <a:pt x="3927321" y="345155"/>
                      <a:pt x="3949476" y="341773"/>
                      <a:pt x="3969327" y="332509"/>
                    </a:cubicBezTo>
                    <a:cubicBezTo>
                      <a:pt x="4001642" y="317429"/>
                      <a:pt x="4030618" y="295821"/>
                      <a:pt x="4062846" y="280555"/>
                    </a:cubicBezTo>
                    <a:cubicBezTo>
                      <a:pt x="4096560" y="264586"/>
                      <a:pt x="4132578" y="253944"/>
                      <a:pt x="4166755" y="238991"/>
                    </a:cubicBezTo>
                    <a:cubicBezTo>
                      <a:pt x="4188042" y="229678"/>
                      <a:pt x="4207414" y="216159"/>
                      <a:pt x="4229100" y="207818"/>
                    </a:cubicBezTo>
                    <a:cubicBezTo>
                      <a:pt x="4290750" y="184106"/>
                      <a:pt x="4318828" y="184912"/>
                      <a:pt x="4384964" y="176646"/>
                    </a:cubicBezTo>
                    <a:cubicBezTo>
                      <a:pt x="4421640" y="167477"/>
                      <a:pt x="4449806" y="159261"/>
                      <a:pt x="4488873" y="155864"/>
                    </a:cubicBezTo>
                    <a:cubicBezTo>
                      <a:pt x="4547635" y="150754"/>
                      <a:pt x="4606636" y="148937"/>
                      <a:pt x="4665518" y="145473"/>
                    </a:cubicBezTo>
                    <a:cubicBezTo>
                      <a:pt x="4686300" y="142009"/>
                      <a:pt x="4706862" y="136762"/>
                      <a:pt x="4727864" y="135082"/>
                    </a:cubicBezTo>
                    <a:cubicBezTo>
                      <a:pt x="5217830" y="95884"/>
                      <a:pt x="5038583" y="152736"/>
                      <a:pt x="5216237" y="93518"/>
                    </a:cubicBezTo>
                    <a:cubicBezTo>
                      <a:pt x="5330377" y="13621"/>
                      <a:pt x="5284968" y="44235"/>
                      <a:pt x="5351318" y="0"/>
                    </a:cubicBezTo>
                  </a:path>
                </a:pathLst>
              </a:custGeom>
              <a:ln w="76200"/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</p:grp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5986FED0-AECF-2572-42F9-81A9B70A70CF}"/>
                </a:ext>
              </a:extLst>
            </p:cNvPr>
            <p:cNvSpPr/>
            <p:nvPr/>
          </p:nvSpPr>
          <p:spPr>
            <a:xfrm>
              <a:off x="1517073" y="2701636"/>
              <a:ext cx="6317672" cy="758537"/>
            </a:xfrm>
            <a:custGeom>
              <a:avLst/>
              <a:gdLst>
                <a:gd name="connsiteX0" fmla="*/ 0 w 6317672"/>
                <a:gd name="connsiteY0" fmla="*/ 758537 h 758537"/>
                <a:gd name="connsiteX1" fmla="*/ 228600 w 6317672"/>
                <a:gd name="connsiteY1" fmla="*/ 748146 h 758537"/>
                <a:gd name="connsiteX2" fmla="*/ 270163 w 6317672"/>
                <a:gd name="connsiteY2" fmla="*/ 737755 h 758537"/>
                <a:gd name="connsiteX3" fmla="*/ 342900 w 6317672"/>
                <a:gd name="connsiteY3" fmla="*/ 716973 h 758537"/>
                <a:gd name="connsiteX4" fmla="*/ 415636 w 6317672"/>
                <a:gd name="connsiteY4" fmla="*/ 675409 h 758537"/>
                <a:gd name="connsiteX5" fmla="*/ 457200 w 6317672"/>
                <a:gd name="connsiteY5" fmla="*/ 665019 h 758537"/>
                <a:gd name="connsiteX6" fmla="*/ 498763 w 6317672"/>
                <a:gd name="connsiteY6" fmla="*/ 644237 h 758537"/>
                <a:gd name="connsiteX7" fmla="*/ 633845 w 6317672"/>
                <a:gd name="connsiteY7" fmla="*/ 592282 h 758537"/>
                <a:gd name="connsiteX8" fmla="*/ 696191 w 6317672"/>
                <a:gd name="connsiteY8" fmla="*/ 561109 h 758537"/>
                <a:gd name="connsiteX9" fmla="*/ 820882 w 6317672"/>
                <a:gd name="connsiteY9" fmla="*/ 550719 h 758537"/>
                <a:gd name="connsiteX10" fmla="*/ 1278082 w 6317672"/>
                <a:gd name="connsiteY10" fmla="*/ 529937 h 758537"/>
                <a:gd name="connsiteX11" fmla="*/ 1371600 w 6317672"/>
                <a:gd name="connsiteY11" fmla="*/ 509155 h 758537"/>
                <a:gd name="connsiteX12" fmla="*/ 1475509 w 6317672"/>
                <a:gd name="connsiteY12" fmla="*/ 488373 h 758537"/>
                <a:gd name="connsiteX13" fmla="*/ 1569027 w 6317672"/>
                <a:gd name="connsiteY13" fmla="*/ 467591 h 758537"/>
                <a:gd name="connsiteX14" fmla="*/ 1620982 w 6317672"/>
                <a:gd name="connsiteY14" fmla="*/ 457200 h 758537"/>
                <a:gd name="connsiteX15" fmla="*/ 1901536 w 6317672"/>
                <a:gd name="connsiteY15" fmla="*/ 394855 h 758537"/>
                <a:gd name="connsiteX16" fmla="*/ 2057400 w 6317672"/>
                <a:gd name="connsiteY16" fmla="*/ 363682 h 758537"/>
                <a:gd name="connsiteX17" fmla="*/ 2098963 w 6317672"/>
                <a:gd name="connsiteY17" fmla="*/ 353291 h 758537"/>
                <a:gd name="connsiteX18" fmla="*/ 2254827 w 6317672"/>
                <a:gd name="connsiteY18" fmla="*/ 332509 h 758537"/>
                <a:gd name="connsiteX19" fmla="*/ 2805545 w 6317672"/>
                <a:gd name="connsiteY19" fmla="*/ 311728 h 758537"/>
                <a:gd name="connsiteX20" fmla="*/ 2878282 w 6317672"/>
                <a:gd name="connsiteY20" fmla="*/ 290946 h 758537"/>
                <a:gd name="connsiteX21" fmla="*/ 2971800 w 6317672"/>
                <a:gd name="connsiteY21" fmla="*/ 280555 h 758537"/>
                <a:gd name="connsiteX22" fmla="*/ 3034145 w 6317672"/>
                <a:gd name="connsiteY22" fmla="*/ 270164 h 758537"/>
                <a:gd name="connsiteX23" fmla="*/ 3138054 w 6317672"/>
                <a:gd name="connsiteY23" fmla="*/ 259773 h 758537"/>
                <a:gd name="connsiteX24" fmla="*/ 3200400 w 6317672"/>
                <a:gd name="connsiteY24" fmla="*/ 249382 h 758537"/>
                <a:gd name="connsiteX25" fmla="*/ 3886200 w 6317672"/>
                <a:gd name="connsiteY25" fmla="*/ 238991 h 758537"/>
                <a:gd name="connsiteX26" fmla="*/ 4042063 w 6317672"/>
                <a:gd name="connsiteY26" fmla="*/ 218209 h 758537"/>
                <a:gd name="connsiteX27" fmla="*/ 4125191 w 6317672"/>
                <a:gd name="connsiteY27" fmla="*/ 197428 h 758537"/>
                <a:gd name="connsiteX28" fmla="*/ 4644736 w 6317672"/>
                <a:gd name="connsiteY28" fmla="*/ 176646 h 758537"/>
                <a:gd name="connsiteX29" fmla="*/ 5611091 w 6317672"/>
                <a:gd name="connsiteY29" fmla="*/ 176646 h 758537"/>
                <a:gd name="connsiteX30" fmla="*/ 5683827 w 6317672"/>
                <a:gd name="connsiteY30" fmla="*/ 155864 h 758537"/>
                <a:gd name="connsiteX31" fmla="*/ 5839691 w 6317672"/>
                <a:gd name="connsiteY31" fmla="*/ 145473 h 758537"/>
                <a:gd name="connsiteX32" fmla="*/ 5974772 w 6317672"/>
                <a:gd name="connsiteY32" fmla="*/ 114300 h 758537"/>
                <a:gd name="connsiteX33" fmla="*/ 6161809 w 6317672"/>
                <a:gd name="connsiteY33" fmla="*/ 83128 h 758537"/>
                <a:gd name="connsiteX34" fmla="*/ 6244936 w 6317672"/>
                <a:gd name="connsiteY34" fmla="*/ 31173 h 758537"/>
                <a:gd name="connsiteX35" fmla="*/ 6276109 w 6317672"/>
                <a:gd name="connsiteY35" fmla="*/ 20782 h 758537"/>
                <a:gd name="connsiteX36" fmla="*/ 6317672 w 6317672"/>
                <a:gd name="connsiteY36" fmla="*/ 0 h 758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317672" h="758537">
                  <a:moveTo>
                    <a:pt x="0" y="758537"/>
                  </a:moveTo>
                  <a:cubicBezTo>
                    <a:pt x="76200" y="755073"/>
                    <a:pt x="152546" y="753996"/>
                    <a:pt x="228600" y="748146"/>
                  </a:cubicBezTo>
                  <a:cubicBezTo>
                    <a:pt x="242839" y="747051"/>
                    <a:pt x="256385" y="741513"/>
                    <a:pt x="270163" y="737755"/>
                  </a:cubicBezTo>
                  <a:cubicBezTo>
                    <a:pt x="294490" y="731120"/>
                    <a:pt x="318654" y="723900"/>
                    <a:pt x="342900" y="716973"/>
                  </a:cubicBezTo>
                  <a:cubicBezTo>
                    <a:pt x="367145" y="703118"/>
                    <a:pt x="390214" y="686964"/>
                    <a:pt x="415636" y="675409"/>
                  </a:cubicBezTo>
                  <a:cubicBezTo>
                    <a:pt x="428637" y="669500"/>
                    <a:pt x="443828" y="670033"/>
                    <a:pt x="457200" y="665019"/>
                  </a:cubicBezTo>
                  <a:cubicBezTo>
                    <a:pt x="471703" y="659580"/>
                    <a:pt x="484440" y="650135"/>
                    <a:pt x="498763" y="644237"/>
                  </a:cubicBezTo>
                  <a:cubicBezTo>
                    <a:pt x="543372" y="625868"/>
                    <a:pt x="590695" y="613857"/>
                    <a:pt x="633845" y="592282"/>
                  </a:cubicBezTo>
                  <a:cubicBezTo>
                    <a:pt x="654627" y="581891"/>
                    <a:pt x="673509" y="566149"/>
                    <a:pt x="696191" y="561109"/>
                  </a:cubicBezTo>
                  <a:cubicBezTo>
                    <a:pt x="736906" y="552061"/>
                    <a:pt x="779234" y="552950"/>
                    <a:pt x="820882" y="550719"/>
                  </a:cubicBezTo>
                  <a:lnTo>
                    <a:pt x="1278082" y="529937"/>
                  </a:lnTo>
                  <a:cubicBezTo>
                    <a:pt x="1508682" y="491503"/>
                    <a:pt x="1238584" y="539851"/>
                    <a:pt x="1371600" y="509155"/>
                  </a:cubicBezTo>
                  <a:cubicBezTo>
                    <a:pt x="1406018" y="501212"/>
                    <a:pt x="1440944" y="495650"/>
                    <a:pt x="1475509" y="488373"/>
                  </a:cubicBezTo>
                  <a:cubicBezTo>
                    <a:pt x="1506757" y="481794"/>
                    <a:pt x="1537803" y="474282"/>
                    <a:pt x="1569027" y="467591"/>
                  </a:cubicBezTo>
                  <a:cubicBezTo>
                    <a:pt x="1586296" y="463890"/>
                    <a:pt x="1603848" y="461483"/>
                    <a:pt x="1620982" y="457200"/>
                  </a:cubicBezTo>
                  <a:cubicBezTo>
                    <a:pt x="1869039" y="395186"/>
                    <a:pt x="1741191" y="414898"/>
                    <a:pt x="1901536" y="394855"/>
                  </a:cubicBezTo>
                  <a:cubicBezTo>
                    <a:pt x="2035302" y="356636"/>
                    <a:pt x="1911399" y="388016"/>
                    <a:pt x="2057400" y="363682"/>
                  </a:cubicBezTo>
                  <a:cubicBezTo>
                    <a:pt x="2071486" y="361334"/>
                    <a:pt x="2084960" y="356092"/>
                    <a:pt x="2098963" y="353291"/>
                  </a:cubicBezTo>
                  <a:cubicBezTo>
                    <a:pt x="2157264" y="341631"/>
                    <a:pt x="2192448" y="339440"/>
                    <a:pt x="2254827" y="332509"/>
                  </a:cubicBezTo>
                  <a:cubicBezTo>
                    <a:pt x="2468512" y="279093"/>
                    <a:pt x="2193730" y="344504"/>
                    <a:pt x="2805545" y="311728"/>
                  </a:cubicBezTo>
                  <a:cubicBezTo>
                    <a:pt x="2830725" y="310379"/>
                    <a:pt x="2853498" y="295593"/>
                    <a:pt x="2878282" y="290946"/>
                  </a:cubicBezTo>
                  <a:cubicBezTo>
                    <a:pt x="2909109" y="285166"/>
                    <a:pt x="2940711" y="284700"/>
                    <a:pt x="2971800" y="280555"/>
                  </a:cubicBezTo>
                  <a:cubicBezTo>
                    <a:pt x="2992684" y="277770"/>
                    <a:pt x="3013239" y="272777"/>
                    <a:pt x="3034145" y="270164"/>
                  </a:cubicBezTo>
                  <a:cubicBezTo>
                    <a:pt x="3068685" y="265846"/>
                    <a:pt x="3103514" y="264091"/>
                    <a:pt x="3138054" y="259773"/>
                  </a:cubicBezTo>
                  <a:cubicBezTo>
                    <a:pt x="3158960" y="257160"/>
                    <a:pt x="3179339" y="249967"/>
                    <a:pt x="3200400" y="249382"/>
                  </a:cubicBezTo>
                  <a:cubicBezTo>
                    <a:pt x="3428938" y="243034"/>
                    <a:pt x="3657600" y="242455"/>
                    <a:pt x="3886200" y="238991"/>
                  </a:cubicBezTo>
                  <a:cubicBezTo>
                    <a:pt x="3938154" y="232064"/>
                    <a:pt x="3990424" y="227190"/>
                    <a:pt x="4042063" y="218209"/>
                  </a:cubicBezTo>
                  <a:cubicBezTo>
                    <a:pt x="4070203" y="213315"/>
                    <a:pt x="4096916" y="201467"/>
                    <a:pt x="4125191" y="197428"/>
                  </a:cubicBezTo>
                  <a:cubicBezTo>
                    <a:pt x="4238448" y="181249"/>
                    <a:pt x="4639953" y="176775"/>
                    <a:pt x="4644736" y="176646"/>
                  </a:cubicBezTo>
                  <a:cubicBezTo>
                    <a:pt x="4825107" y="179421"/>
                    <a:pt x="5350304" y="198999"/>
                    <a:pt x="5611091" y="176646"/>
                  </a:cubicBezTo>
                  <a:cubicBezTo>
                    <a:pt x="5636214" y="174493"/>
                    <a:pt x="5658843" y="159271"/>
                    <a:pt x="5683827" y="155864"/>
                  </a:cubicBezTo>
                  <a:cubicBezTo>
                    <a:pt x="5735420" y="148829"/>
                    <a:pt x="5787736" y="148937"/>
                    <a:pt x="5839691" y="145473"/>
                  </a:cubicBezTo>
                  <a:cubicBezTo>
                    <a:pt x="5884718" y="135082"/>
                    <a:pt x="5929190" y="121897"/>
                    <a:pt x="5974772" y="114300"/>
                  </a:cubicBezTo>
                  <a:cubicBezTo>
                    <a:pt x="6202914" y="76276"/>
                    <a:pt x="5993804" y="131127"/>
                    <a:pt x="6161809" y="83128"/>
                  </a:cubicBezTo>
                  <a:cubicBezTo>
                    <a:pt x="6189518" y="65810"/>
                    <a:pt x="6216250" y="46820"/>
                    <a:pt x="6244936" y="31173"/>
                  </a:cubicBezTo>
                  <a:cubicBezTo>
                    <a:pt x="6254552" y="25928"/>
                    <a:pt x="6266042" y="25097"/>
                    <a:pt x="6276109" y="20782"/>
                  </a:cubicBezTo>
                  <a:cubicBezTo>
                    <a:pt x="6290346" y="14680"/>
                    <a:pt x="6303818" y="6927"/>
                    <a:pt x="6317672" y="0"/>
                  </a:cubicBezTo>
                </a:path>
              </a:pathLst>
            </a:custGeom>
            <a:ln w="762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</p:grp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F2995DFC-22DC-2DA5-9B82-96F75BA86FF1}"/>
              </a:ext>
            </a:extLst>
          </p:cNvPr>
          <p:cNvCxnSpPr>
            <a:endCxn id="2" idx="2"/>
          </p:cNvCxnSpPr>
          <p:nvPr/>
        </p:nvCxnSpPr>
        <p:spPr>
          <a:xfrm>
            <a:off x="4572000" y="1690688"/>
            <a:ext cx="152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9A681714-D91E-4797-0CB8-2791B1622CEA}"/>
              </a:ext>
            </a:extLst>
          </p:cNvPr>
          <p:cNvCxnSpPr/>
          <p:nvPr/>
        </p:nvCxnSpPr>
        <p:spPr>
          <a:xfrm>
            <a:off x="4572000" y="1690688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B3BF9767-22F2-E108-F5BC-8FE4ACAD1482}"/>
              </a:ext>
            </a:extLst>
          </p:cNvPr>
          <p:cNvCxnSpPr/>
          <p:nvPr/>
        </p:nvCxnSpPr>
        <p:spPr>
          <a:xfrm>
            <a:off x="4572000" y="1583749"/>
            <a:ext cx="0" cy="236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92F8F150-B9D9-A7C2-C08A-02BD24B8D397}"/>
              </a:ext>
            </a:extLst>
          </p:cNvPr>
          <p:cNvCxnSpPr/>
          <p:nvPr/>
        </p:nvCxnSpPr>
        <p:spPr>
          <a:xfrm>
            <a:off x="6096000" y="1572599"/>
            <a:ext cx="0" cy="236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3FEADB14-6482-6AC8-D326-CDDB4B51567C}"/>
              </a:ext>
            </a:extLst>
          </p:cNvPr>
          <p:cNvCxnSpPr/>
          <p:nvPr/>
        </p:nvCxnSpPr>
        <p:spPr>
          <a:xfrm flipV="1">
            <a:off x="3461904" y="1701837"/>
            <a:ext cx="1821873" cy="6776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4D4FEA66-D30B-3BDC-153B-EA9B6FFD6955}"/>
              </a:ext>
            </a:extLst>
          </p:cNvPr>
          <p:cNvCxnSpPr/>
          <p:nvPr/>
        </p:nvCxnSpPr>
        <p:spPr>
          <a:xfrm>
            <a:off x="5283777" y="1690687"/>
            <a:ext cx="2272145" cy="6888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3" name="Gráfico 42">
            <a:extLst>
              <a:ext uri="{FF2B5EF4-FFF2-40B4-BE49-F238E27FC236}">
                <a16:creationId xmlns:a16="http://schemas.microsoft.com/office/drawing/2014/main" id="{B9DC3E08-FC7B-A974-8B18-16E046E7A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100421" y="1264931"/>
            <a:ext cx="366711" cy="366711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40257435-B80B-EEBA-3E9D-97676E1366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442562" y="1265956"/>
            <a:ext cx="366711" cy="366711"/>
          </a:xfrm>
          <a:prstGeom prst="rect">
            <a:avLst/>
          </a:prstGeom>
        </p:spPr>
      </p:pic>
      <p:pic>
        <p:nvPicPr>
          <p:cNvPr id="46" name="Gráfico 45">
            <a:extLst>
              <a:ext uri="{FF2B5EF4-FFF2-40B4-BE49-F238E27FC236}">
                <a16:creationId xmlns:a16="http://schemas.microsoft.com/office/drawing/2014/main" id="{F9CBB07C-7CFA-2BD2-E034-990254026E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783934" y="1263906"/>
            <a:ext cx="366711" cy="366711"/>
          </a:xfrm>
          <a:prstGeom prst="rect">
            <a:avLst/>
          </a:prstGeom>
        </p:spPr>
      </p:pic>
      <p:grpSp>
        <p:nvGrpSpPr>
          <p:cNvPr id="52" name="Grupo 51">
            <a:extLst>
              <a:ext uri="{FF2B5EF4-FFF2-40B4-BE49-F238E27FC236}">
                <a16:creationId xmlns:a16="http://schemas.microsoft.com/office/drawing/2014/main" id="{0E56D85D-B9A5-AA86-D06C-E6DAC22E6994}"/>
              </a:ext>
            </a:extLst>
          </p:cNvPr>
          <p:cNvGrpSpPr/>
          <p:nvPr/>
        </p:nvGrpSpPr>
        <p:grpSpPr>
          <a:xfrm>
            <a:off x="3200388" y="2660073"/>
            <a:ext cx="4707094" cy="3304309"/>
            <a:chOff x="3200388" y="2660073"/>
            <a:chExt cx="4707094" cy="3304309"/>
          </a:xfrm>
        </p:grpSpPr>
        <p:sp>
          <p:nvSpPr>
            <p:cNvPr id="48" name="Forma libre: forma 47">
              <a:extLst>
                <a:ext uri="{FF2B5EF4-FFF2-40B4-BE49-F238E27FC236}">
                  <a16:creationId xmlns:a16="http://schemas.microsoft.com/office/drawing/2014/main" id="{FB2D8A55-7A84-C9F9-F9DF-D0CF19D09E82}"/>
                </a:ext>
              </a:extLst>
            </p:cNvPr>
            <p:cNvSpPr/>
            <p:nvPr/>
          </p:nvSpPr>
          <p:spPr>
            <a:xfrm>
              <a:off x="7294418" y="2701636"/>
              <a:ext cx="582264" cy="3262746"/>
            </a:xfrm>
            <a:custGeom>
              <a:avLst/>
              <a:gdLst>
                <a:gd name="connsiteX0" fmla="*/ 332509 w 582264"/>
                <a:gd name="connsiteY0" fmla="*/ 3262746 h 3262746"/>
                <a:gd name="connsiteX1" fmla="*/ 280555 w 582264"/>
                <a:gd name="connsiteY1" fmla="*/ 3148446 h 3262746"/>
                <a:gd name="connsiteX2" fmla="*/ 218209 w 582264"/>
                <a:gd name="connsiteY2" fmla="*/ 3023755 h 3262746"/>
                <a:gd name="connsiteX3" fmla="*/ 197427 w 582264"/>
                <a:gd name="connsiteY3" fmla="*/ 2971800 h 3262746"/>
                <a:gd name="connsiteX4" fmla="*/ 187037 w 582264"/>
                <a:gd name="connsiteY4" fmla="*/ 2919846 h 3262746"/>
                <a:gd name="connsiteX5" fmla="*/ 166255 w 582264"/>
                <a:gd name="connsiteY5" fmla="*/ 2836719 h 3262746"/>
                <a:gd name="connsiteX6" fmla="*/ 155864 w 582264"/>
                <a:gd name="connsiteY6" fmla="*/ 2722419 h 3262746"/>
                <a:gd name="connsiteX7" fmla="*/ 145473 w 582264"/>
                <a:gd name="connsiteY7" fmla="*/ 2587337 h 3262746"/>
                <a:gd name="connsiteX8" fmla="*/ 124691 w 582264"/>
                <a:gd name="connsiteY8" fmla="*/ 2556164 h 3262746"/>
                <a:gd name="connsiteX9" fmla="*/ 83127 w 582264"/>
                <a:gd name="connsiteY9" fmla="*/ 2473037 h 3262746"/>
                <a:gd name="connsiteX10" fmla="*/ 41564 w 582264"/>
                <a:gd name="connsiteY10" fmla="*/ 2379519 h 3262746"/>
                <a:gd name="connsiteX11" fmla="*/ 31173 w 582264"/>
                <a:gd name="connsiteY11" fmla="*/ 2337955 h 3262746"/>
                <a:gd name="connsiteX12" fmla="*/ 20782 w 582264"/>
                <a:gd name="connsiteY12" fmla="*/ 2306782 h 3262746"/>
                <a:gd name="connsiteX13" fmla="*/ 0 w 582264"/>
                <a:gd name="connsiteY13" fmla="*/ 2161309 h 3262746"/>
                <a:gd name="connsiteX14" fmla="*/ 10391 w 582264"/>
                <a:gd name="connsiteY14" fmla="*/ 1787237 h 3262746"/>
                <a:gd name="connsiteX15" fmla="*/ 20782 w 582264"/>
                <a:gd name="connsiteY15" fmla="*/ 1693719 h 3262746"/>
                <a:gd name="connsiteX16" fmla="*/ 31173 w 582264"/>
                <a:gd name="connsiteY16" fmla="*/ 1558637 h 3262746"/>
                <a:gd name="connsiteX17" fmla="*/ 31173 w 582264"/>
                <a:gd name="connsiteY17" fmla="*/ 935182 h 3262746"/>
                <a:gd name="connsiteX18" fmla="*/ 51955 w 582264"/>
                <a:gd name="connsiteY18" fmla="*/ 789709 h 3262746"/>
                <a:gd name="connsiteX19" fmla="*/ 83127 w 582264"/>
                <a:gd name="connsiteY19" fmla="*/ 737755 h 3262746"/>
                <a:gd name="connsiteX20" fmla="*/ 166255 w 582264"/>
                <a:gd name="connsiteY20" fmla="*/ 665019 h 3262746"/>
                <a:gd name="connsiteX21" fmla="*/ 207818 w 582264"/>
                <a:gd name="connsiteY21" fmla="*/ 623455 h 3262746"/>
                <a:gd name="connsiteX22" fmla="*/ 228600 w 582264"/>
                <a:gd name="connsiteY22" fmla="*/ 592282 h 3262746"/>
                <a:gd name="connsiteX23" fmla="*/ 259773 w 582264"/>
                <a:gd name="connsiteY23" fmla="*/ 550719 h 3262746"/>
                <a:gd name="connsiteX24" fmla="*/ 311727 w 582264"/>
                <a:gd name="connsiteY24" fmla="*/ 446809 h 3262746"/>
                <a:gd name="connsiteX25" fmla="*/ 394855 w 582264"/>
                <a:gd name="connsiteY25" fmla="*/ 311728 h 3262746"/>
                <a:gd name="connsiteX26" fmla="*/ 436418 w 582264"/>
                <a:gd name="connsiteY26" fmla="*/ 238991 h 3262746"/>
                <a:gd name="connsiteX27" fmla="*/ 540327 w 582264"/>
                <a:gd name="connsiteY27" fmla="*/ 93519 h 3262746"/>
                <a:gd name="connsiteX28" fmla="*/ 581891 w 582264"/>
                <a:gd name="connsiteY28" fmla="*/ 10391 h 3262746"/>
                <a:gd name="connsiteX29" fmla="*/ 581891 w 582264"/>
                <a:gd name="connsiteY29" fmla="*/ 0 h 326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2264" h="3262746">
                  <a:moveTo>
                    <a:pt x="332509" y="3262746"/>
                  </a:moveTo>
                  <a:cubicBezTo>
                    <a:pt x="239445" y="3146413"/>
                    <a:pt x="331014" y="3278195"/>
                    <a:pt x="280555" y="3148446"/>
                  </a:cubicBezTo>
                  <a:cubicBezTo>
                    <a:pt x="263712" y="3105136"/>
                    <a:pt x="235467" y="3066901"/>
                    <a:pt x="218209" y="3023755"/>
                  </a:cubicBezTo>
                  <a:lnTo>
                    <a:pt x="197427" y="2971800"/>
                  </a:lnTo>
                  <a:cubicBezTo>
                    <a:pt x="193964" y="2954482"/>
                    <a:pt x="191008" y="2937055"/>
                    <a:pt x="187037" y="2919846"/>
                  </a:cubicBezTo>
                  <a:cubicBezTo>
                    <a:pt x="180615" y="2892016"/>
                    <a:pt x="170710" y="2864931"/>
                    <a:pt x="166255" y="2836719"/>
                  </a:cubicBezTo>
                  <a:cubicBezTo>
                    <a:pt x="160288" y="2798930"/>
                    <a:pt x="159041" y="2760544"/>
                    <a:pt x="155864" y="2722419"/>
                  </a:cubicBezTo>
                  <a:cubicBezTo>
                    <a:pt x="152114" y="2677415"/>
                    <a:pt x="153796" y="2631724"/>
                    <a:pt x="145473" y="2587337"/>
                  </a:cubicBezTo>
                  <a:cubicBezTo>
                    <a:pt x="143172" y="2575062"/>
                    <a:pt x="130671" y="2567128"/>
                    <a:pt x="124691" y="2556164"/>
                  </a:cubicBezTo>
                  <a:cubicBezTo>
                    <a:pt x="109856" y="2528967"/>
                    <a:pt x="94632" y="2501801"/>
                    <a:pt x="83127" y="2473037"/>
                  </a:cubicBezTo>
                  <a:cubicBezTo>
                    <a:pt x="56594" y="2406700"/>
                    <a:pt x="70688" y="2437765"/>
                    <a:pt x="41564" y="2379519"/>
                  </a:cubicBezTo>
                  <a:cubicBezTo>
                    <a:pt x="38100" y="2365664"/>
                    <a:pt x="35096" y="2351687"/>
                    <a:pt x="31173" y="2337955"/>
                  </a:cubicBezTo>
                  <a:cubicBezTo>
                    <a:pt x="28164" y="2327423"/>
                    <a:pt x="22685" y="2317568"/>
                    <a:pt x="20782" y="2306782"/>
                  </a:cubicBezTo>
                  <a:cubicBezTo>
                    <a:pt x="12269" y="2258544"/>
                    <a:pt x="0" y="2161309"/>
                    <a:pt x="0" y="2161309"/>
                  </a:cubicBezTo>
                  <a:cubicBezTo>
                    <a:pt x="3464" y="2036618"/>
                    <a:pt x="4852" y="1911853"/>
                    <a:pt x="10391" y="1787237"/>
                  </a:cubicBezTo>
                  <a:cubicBezTo>
                    <a:pt x="11784" y="1755903"/>
                    <a:pt x="17942" y="1724955"/>
                    <a:pt x="20782" y="1693719"/>
                  </a:cubicBezTo>
                  <a:cubicBezTo>
                    <a:pt x="24871" y="1648744"/>
                    <a:pt x="27709" y="1603664"/>
                    <a:pt x="31173" y="1558637"/>
                  </a:cubicBezTo>
                  <a:cubicBezTo>
                    <a:pt x="20087" y="1281482"/>
                    <a:pt x="12497" y="1240229"/>
                    <a:pt x="31173" y="935182"/>
                  </a:cubicBezTo>
                  <a:cubicBezTo>
                    <a:pt x="34166" y="886290"/>
                    <a:pt x="26754" y="831712"/>
                    <a:pt x="51955" y="789709"/>
                  </a:cubicBezTo>
                  <a:cubicBezTo>
                    <a:pt x="62346" y="772391"/>
                    <a:pt x="71009" y="753912"/>
                    <a:pt x="83127" y="737755"/>
                  </a:cubicBezTo>
                  <a:cubicBezTo>
                    <a:pt x="103248" y="710927"/>
                    <a:pt x="143173" y="685537"/>
                    <a:pt x="166255" y="665019"/>
                  </a:cubicBezTo>
                  <a:cubicBezTo>
                    <a:pt x="180899" y="652002"/>
                    <a:pt x="195067" y="638331"/>
                    <a:pt x="207818" y="623455"/>
                  </a:cubicBezTo>
                  <a:cubicBezTo>
                    <a:pt x="215945" y="613973"/>
                    <a:pt x="221341" y="602444"/>
                    <a:pt x="228600" y="592282"/>
                  </a:cubicBezTo>
                  <a:cubicBezTo>
                    <a:pt x="238666" y="578190"/>
                    <a:pt x="250167" y="565128"/>
                    <a:pt x="259773" y="550719"/>
                  </a:cubicBezTo>
                  <a:cubicBezTo>
                    <a:pt x="349354" y="416349"/>
                    <a:pt x="238366" y="578859"/>
                    <a:pt x="311727" y="446809"/>
                  </a:cubicBezTo>
                  <a:cubicBezTo>
                    <a:pt x="337403" y="400592"/>
                    <a:pt x="371211" y="359016"/>
                    <a:pt x="394855" y="311728"/>
                  </a:cubicBezTo>
                  <a:cubicBezTo>
                    <a:pt x="413931" y="273575"/>
                    <a:pt x="412923" y="271297"/>
                    <a:pt x="436418" y="238991"/>
                  </a:cubicBezTo>
                  <a:cubicBezTo>
                    <a:pt x="499516" y="152231"/>
                    <a:pt x="489815" y="172895"/>
                    <a:pt x="540327" y="93519"/>
                  </a:cubicBezTo>
                  <a:cubicBezTo>
                    <a:pt x="562953" y="57963"/>
                    <a:pt x="572805" y="46737"/>
                    <a:pt x="581891" y="10391"/>
                  </a:cubicBezTo>
                  <a:cubicBezTo>
                    <a:pt x="582731" y="7031"/>
                    <a:pt x="581891" y="3464"/>
                    <a:pt x="581891" y="0"/>
                  </a:cubicBezTo>
                </a:path>
              </a:pathLst>
            </a:custGeom>
            <a:ln w="7620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49" name="Forma libre: forma 48">
              <a:extLst>
                <a:ext uri="{FF2B5EF4-FFF2-40B4-BE49-F238E27FC236}">
                  <a16:creationId xmlns:a16="http://schemas.microsoft.com/office/drawing/2014/main" id="{13EB207C-C286-C097-5D01-12FE548F06F1}"/>
                </a:ext>
              </a:extLst>
            </p:cNvPr>
            <p:cNvSpPr/>
            <p:nvPr/>
          </p:nvSpPr>
          <p:spPr>
            <a:xfrm>
              <a:off x="5985164" y="2660073"/>
              <a:ext cx="1922318" cy="3210791"/>
            </a:xfrm>
            <a:custGeom>
              <a:avLst/>
              <a:gdLst>
                <a:gd name="connsiteX0" fmla="*/ 1537854 w 1922318"/>
                <a:gd name="connsiteY0" fmla="*/ 3210791 h 3210791"/>
                <a:gd name="connsiteX1" fmla="*/ 1413163 w 1922318"/>
                <a:gd name="connsiteY1" fmla="*/ 2971800 h 3210791"/>
                <a:gd name="connsiteX2" fmla="*/ 1340427 w 1922318"/>
                <a:gd name="connsiteY2" fmla="*/ 2878282 h 3210791"/>
                <a:gd name="connsiteX3" fmla="*/ 1278081 w 1922318"/>
                <a:gd name="connsiteY3" fmla="*/ 2784763 h 3210791"/>
                <a:gd name="connsiteX4" fmla="*/ 1257300 w 1922318"/>
                <a:gd name="connsiteY4" fmla="*/ 2743200 h 3210791"/>
                <a:gd name="connsiteX5" fmla="*/ 1226127 w 1922318"/>
                <a:gd name="connsiteY5" fmla="*/ 2691245 h 3210791"/>
                <a:gd name="connsiteX6" fmla="*/ 1236518 w 1922318"/>
                <a:gd name="connsiteY6" fmla="*/ 2587336 h 3210791"/>
                <a:gd name="connsiteX7" fmla="*/ 1215736 w 1922318"/>
                <a:gd name="connsiteY7" fmla="*/ 2317172 h 3210791"/>
                <a:gd name="connsiteX8" fmla="*/ 1163781 w 1922318"/>
                <a:gd name="connsiteY8" fmla="*/ 2182091 h 3210791"/>
                <a:gd name="connsiteX9" fmla="*/ 1111827 w 1922318"/>
                <a:gd name="connsiteY9" fmla="*/ 2057400 h 3210791"/>
                <a:gd name="connsiteX10" fmla="*/ 1101436 w 1922318"/>
                <a:gd name="connsiteY10" fmla="*/ 2026227 h 3210791"/>
                <a:gd name="connsiteX11" fmla="*/ 945572 w 1922318"/>
                <a:gd name="connsiteY11" fmla="*/ 1849582 h 3210791"/>
                <a:gd name="connsiteX12" fmla="*/ 893618 w 1922318"/>
                <a:gd name="connsiteY12" fmla="*/ 1787236 h 3210791"/>
                <a:gd name="connsiteX13" fmla="*/ 841663 w 1922318"/>
                <a:gd name="connsiteY13" fmla="*/ 1745672 h 3210791"/>
                <a:gd name="connsiteX14" fmla="*/ 789709 w 1922318"/>
                <a:gd name="connsiteY14" fmla="*/ 1683327 h 3210791"/>
                <a:gd name="connsiteX15" fmla="*/ 716972 w 1922318"/>
                <a:gd name="connsiteY15" fmla="*/ 1620982 h 3210791"/>
                <a:gd name="connsiteX16" fmla="*/ 529936 w 1922318"/>
                <a:gd name="connsiteY16" fmla="*/ 1475509 h 3210791"/>
                <a:gd name="connsiteX17" fmla="*/ 446809 w 1922318"/>
                <a:gd name="connsiteY17" fmla="*/ 1444336 h 3210791"/>
                <a:gd name="connsiteX18" fmla="*/ 342900 w 1922318"/>
                <a:gd name="connsiteY18" fmla="*/ 1423554 h 3210791"/>
                <a:gd name="connsiteX19" fmla="*/ 197427 w 1922318"/>
                <a:gd name="connsiteY19" fmla="*/ 1319645 h 3210791"/>
                <a:gd name="connsiteX20" fmla="*/ 166254 w 1922318"/>
                <a:gd name="connsiteY20" fmla="*/ 1288472 h 3210791"/>
                <a:gd name="connsiteX21" fmla="*/ 41563 w 1922318"/>
                <a:gd name="connsiteY21" fmla="*/ 1111827 h 3210791"/>
                <a:gd name="connsiteX22" fmla="*/ 0 w 1922318"/>
                <a:gd name="connsiteY22" fmla="*/ 1039091 h 3210791"/>
                <a:gd name="connsiteX23" fmla="*/ 51954 w 1922318"/>
                <a:gd name="connsiteY23" fmla="*/ 883227 h 3210791"/>
                <a:gd name="connsiteX24" fmla="*/ 93518 w 1922318"/>
                <a:gd name="connsiteY24" fmla="*/ 862445 h 3210791"/>
                <a:gd name="connsiteX25" fmla="*/ 218209 w 1922318"/>
                <a:gd name="connsiteY25" fmla="*/ 789709 h 3210791"/>
                <a:gd name="connsiteX26" fmla="*/ 249381 w 1922318"/>
                <a:gd name="connsiteY26" fmla="*/ 758536 h 3210791"/>
                <a:gd name="connsiteX27" fmla="*/ 384463 w 1922318"/>
                <a:gd name="connsiteY27" fmla="*/ 696191 h 3210791"/>
                <a:gd name="connsiteX28" fmla="*/ 415636 w 1922318"/>
                <a:gd name="connsiteY28" fmla="*/ 675409 h 3210791"/>
                <a:gd name="connsiteX29" fmla="*/ 488372 w 1922318"/>
                <a:gd name="connsiteY29" fmla="*/ 654627 h 3210791"/>
                <a:gd name="connsiteX30" fmla="*/ 727363 w 1922318"/>
                <a:gd name="connsiteY30" fmla="*/ 602672 h 3210791"/>
                <a:gd name="connsiteX31" fmla="*/ 831272 w 1922318"/>
                <a:gd name="connsiteY31" fmla="*/ 571500 h 3210791"/>
                <a:gd name="connsiteX32" fmla="*/ 904009 w 1922318"/>
                <a:gd name="connsiteY32" fmla="*/ 540327 h 3210791"/>
                <a:gd name="connsiteX33" fmla="*/ 1059872 w 1922318"/>
                <a:gd name="connsiteY33" fmla="*/ 498763 h 3210791"/>
                <a:gd name="connsiteX34" fmla="*/ 1194954 w 1922318"/>
                <a:gd name="connsiteY34" fmla="*/ 467591 h 3210791"/>
                <a:gd name="connsiteX35" fmla="*/ 1309254 w 1922318"/>
                <a:gd name="connsiteY35" fmla="*/ 405245 h 3210791"/>
                <a:gd name="connsiteX36" fmla="*/ 1371600 w 1922318"/>
                <a:gd name="connsiteY36" fmla="*/ 374072 h 3210791"/>
                <a:gd name="connsiteX37" fmla="*/ 1423554 w 1922318"/>
                <a:gd name="connsiteY37" fmla="*/ 342900 h 3210791"/>
                <a:gd name="connsiteX38" fmla="*/ 1475509 w 1922318"/>
                <a:gd name="connsiteY38" fmla="*/ 322118 h 3210791"/>
                <a:gd name="connsiteX39" fmla="*/ 1589809 w 1922318"/>
                <a:gd name="connsiteY39" fmla="*/ 238991 h 3210791"/>
                <a:gd name="connsiteX40" fmla="*/ 1714500 w 1922318"/>
                <a:gd name="connsiteY40" fmla="*/ 135082 h 3210791"/>
                <a:gd name="connsiteX41" fmla="*/ 1818409 w 1922318"/>
                <a:gd name="connsiteY41" fmla="*/ 72736 h 3210791"/>
                <a:gd name="connsiteX42" fmla="*/ 1891145 w 1922318"/>
                <a:gd name="connsiteY42" fmla="*/ 41563 h 3210791"/>
                <a:gd name="connsiteX43" fmla="*/ 1922318 w 1922318"/>
                <a:gd name="connsiteY43" fmla="*/ 0 h 321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922318" h="3210791">
                  <a:moveTo>
                    <a:pt x="1537854" y="3210791"/>
                  </a:moveTo>
                  <a:cubicBezTo>
                    <a:pt x="1503097" y="3123899"/>
                    <a:pt x="1478286" y="3055530"/>
                    <a:pt x="1413163" y="2971800"/>
                  </a:cubicBezTo>
                  <a:cubicBezTo>
                    <a:pt x="1388918" y="2940627"/>
                    <a:pt x="1363549" y="2910297"/>
                    <a:pt x="1340427" y="2878282"/>
                  </a:cubicBezTo>
                  <a:cubicBezTo>
                    <a:pt x="1318491" y="2847910"/>
                    <a:pt x="1297716" y="2816671"/>
                    <a:pt x="1278081" y="2784763"/>
                  </a:cubicBezTo>
                  <a:cubicBezTo>
                    <a:pt x="1269963" y="2771571"/>
                    <a:pt x="1264822" y="2756740"/>
                    <a:pt x="1257300" y="2743200"/>
                  </a:cubicBezTo>
                  <a:cubicBezTo>
                    <a:pt x="1247492" y="2725545"/>
                    <a:pt x="1236518" y="2708563"/>
                    <a:pt x="1226127" y="2691245"/>
                  </a:cubicBezTo>
                  <a:cubicBezTo>
                    <a:pt x="1229591" y="2656609"/>
                    <a:pt x="1236518" y="2622145"/>
                    <a:pt x="1236518" y="2587336"/>
                  </a:cubicBezTo>
                  <a:cubicBezTo>
                    <a:pt x="1236518" y="2460269"/>
                    <a:pt x="1242560" y="2411057"/>
                    <a:pt x="1215736" y="2317172"/>
                  </a:cubicBezTo>
                  <a:cubicBezTo>
                    <a:pt x="1183871" y="2205647"/>
                    <a:pt x="1203622" y="2241850"/>
                    <a:pt x="1163781" y="2182091"/>
                  </a:cubicBezTo>
                  <a:cubicBezTo>
                    <a:pt x="1128660" y="2076725"/>
                    <a:pt x="1150836" y="2115912"/>
                    <a:pt x="1111827" y="2057400"/>
                  </a:cubicBezTo>
                  <a:cubicBezTo>
                    <a:pt x="1108363" y="2047009"/>
                    <a:pt x="1107802" y="2035140"/>
                    <a:pt x="1101436" y="2026227"/>
                  </a:cubicBezTo>
                  <a:cubicBezTo>
                    <a:pt x="1005928" y="1892516"/>
                    <a:pt x="1032804" y="1944744"/>
                    <a:pt x="945572" y="1849582"/>
                  </a:cubicBezTo>
                  <a:cubicBezTo>
                    <a:pt x="927292" y="1829641"/>
                    <a:pt x="912746" y="1806365"/>
                    <a:pt x="893618" y="1787236"/>
                  </a:cubicBezTo>
                  <a:cubicBezTo>
                    <a:pt x="877936" y="1771554"/>
                    <a:pt x="857345" y="1761354"/>
                    <a:pt x="841663" y="1745672"/>
                  </a:cubicBezTo>
                  <a:cubicBezTo>
                    <a:pt x="822535" y="1726544"/>
                    <a:pt x="808837" y="1702455"/>
                    <a:pt x="789709" y="1683327"/>
                  </a:cubicBezTo>
                  <a:cubicBezTo>
                    <a:pt x="767129" y="1660747"/>
                    <a:pt x="740437" y="1642642"/>
                    <a:pt x="716972" y="1620982"/>
                  </a:cubicBezTo>
                  <a:cubicBezTo>
                    <a:pt x="652291" y="1561276"/>
                    <a:pt x="623016" y="1510415"/>
                    <a:pt x="529936" y="1475509"/>
                  </a:cubicBezTo>
                  <a:cubicBezTo>
                    <a:pt x="502227" y="1465118"/>
                    <a:pt x="474884" y="1453694"/>
                    <a:pt x="446809" y="1444336"/>
                  </a:cubicBezTo>
                  <a:cubicBezTo>
                    <a:pt x="415808" y="1434002"/>
                    <a:pt x="373595" y="1428670"/>
                    <a:pt x="342900" y="1423554"/>
                  </a:cubicBezTo>
                  <a:cubicBezTo>
                    <a:pt x="294409" y="1388918"/>
                    <a:pt x="239564" y="1361782"/>
                    <a:pt x="197427" y="1319645"/>
                  </a:cubicBezTo>
                  <a:cubicBezTo>
                    <a:pt x="187036" y="1309254"/>
                    <a:pt x="175333" y="1300027"/>
                    <a:pt x="166254" y="1288472"/>
                  </a:cubicBezTo>
                  <a:cubicBezTo>
                    <a:pt x="142153" y="1257798"/>
                    <a:pt x="70177" y="1158325"/>
                    <a:pt x="41563" y="1111827"/>
                  </a:cubicBezTo>
                  <a:cubicBezTo>
                    <a:pt x="26928" y="1088045"/>
                    <a:pt x="13854" y="1063336"/>
                    <a:pt x="0" y="1039091"/>
                  </a:cubicBezTo>
                  <a:cubicBezTo>
                    <a:pt x="17318" y="987136"/>
                    <a:pt x="26330" y="931628"/>
                    <a:pt x="51954" y="883227"/>
                  </a:cubicBezTo>
                  <a:cubicBezTo>
                    <a:pt x="59202" y="869537"/>
                    <a:pt x="80017" y="870039"/>
                    <a:pt x="93518" y="862445"/>
                  </a:cubicBezTo>
                  <a:cubicBezTo>
                    <a:pt x="135457" y="838855"/>
                    <a:pt x="184185" y="823734"/>
                    <a:pt x="218209" y="789709"/>
                  </a:cubicBezTo>
                  <a:cubicBezTo>
                    <a:pt x="228600" y="779318"/>
                    <a:pt x="237154" y="766687"/>
                    <a:pt x="249381" y="758536"/>
                  </a:cubicBezTo>
                  <a:cubicBezTo>
                    <a:pt x="284903" y="734855"/>
                    <a:pt x="347608" y="714618"/>
                    <a:pt x="384463" y="696191"/>
                  </a:cubicBezTo>
                  <a:cubicBezTo>
                    <a:pt x="395633" y="690606"/>
                    <a:pt x="404041" y="680047"/>
                    <a:pt x="415636" y="675409"/>
                  </a:cubicBezTo>
                  <a:cubicBezTo>
                    <a:pt x="439048" y="666044"/>
                    <a:pt x="463973" y="660992"/>
                    <a:pt x="488372" y="654627"/>
                  </a:cubicBezTo>
                  <a:cubicBezTo>
                    <a:pt x="660885" y="609623"/>
                    <a:pt x="605581" y="620070"/>
                    <a:pt x="727363" y="602672"/>
                  </a:cubicBezTo>
                  <a:cubicBezTo>
                    <a:pt x="944137" y="515967"/>
                    <a:pt x="620495" y="641760"/>
                    <a:pt x="831272" y="571500"/>
                  </a:cubicBezTo>
                  <a:cubicBezTo>
                    <a:pt x="856297" y="563158"/>
                    <a:pt x="878872" y="548325"/>
                    <a:pt x="904009" y="540327"/>
                  </a:cubicBezTo>
                  <a:cubicBezTo>
                    <a:pt x="955248" y="524024"/>
                    <a:pt x="1007708" y="511804"/>
                    <a:pt x="1059872" y="498763"/>
                  </a:cubicBezTo>
                  <a:cubicBezTo>
                    <a:pt x="1104703" y="487555"/>
                    <a:pt x="1194954" y="467591"/>
                    <a:pt x="1194954" y="467591"/>
                  </a:cubicBezTo>
                  <a:cubicBezTo>
                    <a:pt x="1374597" y="377769"/>
                    <a:pt x="1151121" y="491500"/>
                    <a:pt x="1309254" y="405245"/>
                  </a:cubicBezTo>
                  <a:cubicBezTo>
                    <a:pt x="1329652" y="394119"/>
                    <a:pt x="1351202" y="385198"/>
                    <a:pt x="1371600" y="374072"/>
                  </a:cubicBezTo>
                  <a:cubicBezTo>
                    <a:pt x="1389330" y="364401"/>
                    <a:pt x="1405490" y="351932"/>
                    <a:pt x="1423554" y="342900"/>
                  </a:cubicBezTo>
                  <a:cubicBezTo>
                    <a:pt x="1440237" y="334558"/>
                    <a:pt x="1459692" y="332004"/>
                    <a:pt x="1475509" y="322118"/>
                  </a:cubicBezTo>
                  <a:cubicBezTo>
                    <a:pt x="1515459" y="297150"/>
                    <a:pt x="1556497" y="272304"/>
                    <a:pt x="1589809" y="238991"/>
                  </a:cubicBezTo>
                  <a:cubicBezTo>
                    <a:pt x="1635871" y="192927"/>
                    <a:pt x="1644410" y="181810"/>
                    <a:pt x="1714500" y="135082"/>
                  </a:cubicBezTo>
                  <a:cubicBezTo>
                    <a:pt x="1752891" y="109487"/>
                    <a:pt x="1770643" y="96619"/>
                    <a:pt x="1818409" y="72736"/>
                  </a:cubicBezTo>
                  <a:cubicBezTo>
                    <a:pt x="1849364" y="57258"/>
                    <a:pt x="1860874" y="67509"/>
                    <a:pt x="1891145" y="41563"/>
                  </a:cubicBezTo>
                  <a:cubicBezTo>
                    <a:pt x="1904294" y="30293"/>
                    <a:pt x="1911927" y="13854"/>
                    <a:pt x="1922318" y="0"/>
                  </a:cubicBezTo>
                </a:path>
              </a:pathLst>
            </a:custGeom>
            <a:ln w="7620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51" name="Forma libre: forma 50">
              <a:extLst>
                <a:ext uri="{FF2B5EF4-FFF2-40B4-BE49-F238E27FC236}">
                  <a16:creationId xmlns:a16="http://schemas.microsoft.com/office/drawing/2014/main" id="{92FED18A-E213-24C7-434F-9EF5DA9B2E61}"/>
                </a:ext>
              </a:extLst>
            </p:cNvPr>
            <p:cNvSpPr/>
            <p:nvPr/>
          </p:nvSpPr>
          <p:spPr>
            <a:xfrm>
              <a:off x="3200388" y="2691245"/>
              <a:ext cx="2909467" cy="820882"/>
            </a:xfrm>
            <a:custGeom>
              <a:avLst/>
              <a:gdLst>
                <a:gd name="connsiteX0" fmla="*/ 2909467 w 2909467"/>
                <a:gd name="connsiteY0" fmla="*/ 820882 h 820882"/>
                <a:gd name="connsiteX1" fmla="*/ 2867903 w 2909467"/>
                <a:gd name="connsiteY1" fmla="*/ 768928 h 820882"/>
                <a:gd name="connsiteX2" fmla="*/ 2826339 w 2909467"/>
                <a:gd name="connsiteY2" fmla="*/ 758537 h 820882"/>
                <a:gd name="connsiteX3" fmla="*/ 2774385 w 2909467"/>
                <a:gd name="connsiteY3" fmla="*/ 727364 h 820882"/>
                <a:gd name="connsiteX4" fmla="*/ 2608130 w 2909467"/>
                <a:gd name="connsiteY4" fmla="*/ 654628 h 820882"/>
                <a:gd name="connsiteX5" fmla="*/ 2400312 w 2909467"/>
                <a:gd name="connsiteY5" fmla="*/ 581891 h 820882"/>
                <a:gd name="connsiteX6" fmla="*/ 2358748 w 2909467"/>
                <a:gd name="connsiteY6" fmla="*/ 571500 h 820882"/>
                <a:gd name="connsiteX7" fmla="*/ 2286012 w 2909467"/>
                <a:gd name="connsiteY7" fmla="*/ 550719 h 820882"/>
                <a:gd name="connsiteX8" fmla="*/ 2254839 w 2909467"/>
                <a:gd name="connsiteY8" fmla="*/ 540328 h 820882"/>
                <a:gd name="connsiteX9" fmla="*/ 2192494 w 2909467"/>
                <a:gd name="connsiteY9" fmla="*/ 529937 h 820882"/>
                <a:gd name="connsiteX10" fmla="*/ 2098976 w 2909467"/>
                <a:gd name="connsiteY10" fmla="*/ 509155 h 820882"/>
                <a:gd name="connsiteX11" fmla="*/ 1963894 w 2909467"/>
                <a:gd name="connsiteY11" fmla="*/ 467591 h 820882"/>
                <a:gd name="connsiteX12" fmla="*/ 1818421 w 2909467"/>
                <a:gd name="connsiteY12" fmla="*/ 436419 h 820882"/>
                <a:gd name="connsiteX13" fmla="*/ 1787248 w 2909467"/>
                <a:gd name="connsiteY13" fmla="*/ 415637 h 820882"/>
                <a:gd name="connsiteX14" fmla="*/ 1548257 w 2909467"/>
                <a:gd name="connsiteY14" fmla="*/ 374073 h 820882"/>
                <a:gd name="connsiteX15" fmla="*/ 1496303 w 2909467"/>
                <a:gd name="connsiteY15" fmla="*/ 363682 h 820882"/>
                <a:gd name="connsiteX16" fmla="*/ 1433957 w 2909467"/>
                <a:gd name="connsiteY16" fmla="*/ 353291 h 820882"/>
                <a:gd name="connsiteX17" fmla="*/ 1392394 w 2909467"/>
                <a:gd name="connsiteY17" fmla="*/ 342900 h 820882"/>
                <a:gd name="connsiteX18" fmla="*/ 1330048 w 2909467"/>
                <a:gd name="connsiteY18" fmla="*/ 332510 h 820882"/>
                <a:gd name="connsiteX19" fmla="*/ 1278094 w 2909467"/>
                <a:gd name="connsiteY19" fmla="*/ 322119 h 820882"/>
                <a:gd name="connsiteX20" fmla="*/ 1215748 w 2909467"/>
                <a:gd name="connsiteY20" fmla="*/ 290946 h 820882"/>
                <a:gd name="connsiteX21" fmla="*/ 1143012 w 2909467"/>
                <a:gd name="connsiteY21" fmla="*/ 270164 h 820882"/>
                <a:gd name="connsiteX22" fmla="*/ 1049494 w 2909467"/>
                <a:gd name="connsiteY22" fmla="*/ 238991 h 820882"/>
                <a:gd name="connsiteX23" fmla="*/ 987148 w 2909467"/>
                <a:gd name="connsiteY23" fmla="*/ 218210 h 820882"/>
                <a:gd name="connsiteX24" fmla="*/ 914412 w 2909467"/>
                <a:gd name="connsiteY24" fmla="*/ 197428 h 820882"/>
                <a:gd name="connsiteX25" fmla="*/ 862457 w 2909467"/>
                <a:gd name="connsiteY25" fmla="*/ 176646 h 820882"/>
                <a:gd name="connsiteX26" fmla="*/ 800112 w 2909467"/>
                <a:gd name="connsiteY26" fmla="*/ 166255 h 820882"/>
                <a:gd name="connsiteX27" fmla="*/ 654639 w 2909467"/>
                <a:gd name="connsiteY27" fmla="*/ 145473 h 820882"/>
                <a:gd name="connsiteX28" fmla="*/ 540339 w 2909467"/>
                <a:gd name="connsiteY28" fmla="*/ 124691 h 820882"/>
                <a:gd name="connsiteX29" fmla="*/ 488385 w 2909467"/>
                <a:gd name="connsiteY29" fmla="*/ 114300 h 820882"/>
                <a:gd name="connsiteX30" fmla="*/ 311739 w 2909467"/>
                <a:gd name="connsiteY30" fmla="*/ 83128 h 820882"/>
                <a:gd name="connsiteX31" fmla="*/ 197439 w 2909467"/>
                <a:gd name="connsiteY31" fmla="*/ 51955 h 820882"/>
                <a:gd name="connsiteX32" fmla="*/ 145485 w 2909467"/>
                <a:gd name="connsiteY32" fmla="*/ 41564 h 820882"/>
                <a:gd name="connsiteX33" fmla="*/ 103921 w 2909467"/>
                <a:gd name="connsiteY33" fmla="*/ 31173 h 820882"/>
                <a:gd name="connsiteX34" fmla="*/ 12 w 2909467"/>
                <a:gd name="connsiteY34" fmla="*/ 0 h 820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09467" h="820882">
                  <a:moveTo>
                    <a:pt x="2909467" y="820882"/>
                  </a:moveTo>
                  <a:cubicBezTo>
                    <a:pt x="2895612" y="803564"/>
                    <a:pt x="2885646" y="782235"/>
                    <a:pt x="2867903" y="768928"/>
                  </a:cubicBezTo>
                  <a:cubicBezTo>
                    <a:pt x="2856478" y="760359"/>
                    <a:pt x="2839389" y="764337"/>
                    <a:pt x="2826339" y="758537"/>
                  </a:cubicBezTo>
                  <a:cubicBezTo>
                    <a:pt x="2807884" y="750334"/>
                    <a:pt x="2792205" y="736868"/>
                    <a:pt x="2774385" y="727364"/>
                  </a:cubicBezTo>
                  <a:cubicBezTo>
                    <a:pt x="2650580" y="661334"/>
                    <a:pt x="2707385" y="690076"/>
                    <a:pt x="2608130" y="654628"/>
                  </a:cubicBezTo>
                  <a:cubicBezTo>
                    <a:pt x="2543545" y="631562"/>
                    <a:pt x="2464895" y="598037"/>
                    <a:pt x="2400312" y="581891"/>
                  </a:cubicBezTo>
                  <a:cubicBezTo>
                    <a:pt x="2386457" y="578427"/>
                    <a:pt x="2372526" y="575258"/>
                    <a:pt x="2358748" y="571500"/>
                  </a:cubicBezTo>
                  <a:cubicBezTo>
                    <a:pt x="2334421" y="564866"/>
                    <a:pt x="2310164" y="557964"/>
                    <a:pt x="2286012" y="550719"/>
                  </a:cubicBezTo>
                  <a:cubicBezTo>
                    <a:pt x="2275521" y="547572"/>
                    <a:pt x="2265531" y="542704"/>
                    <a:pt x="2254839" y="540328"/>
                  </a:cubicBezTo>
                  <a:cubicBezTo>
                    <a:pt x="2234272" y="535758"/>
                    <a:pt x="2213222" y="533706"/>
                    <a:pt x="2192494" y="529937"/>
                  </a:cubicBezTo>
                  <a:cubicBezTo>
                    <a:pt x="2174374" y="526642"/>
                    <a:pt x="2118992" y="515827"/>
                    <a:pt x="2098976" y="509155"/>
                  </a:cubicBezTo>
                  <a:cubicBezTo>
                    <a:pt x="2006057" y="478182"/>
                    <a:pt x="2087235" y="492259"/>
                    <a:pt x="1963894" y="467591"/>
                  </a:cubicBezTo>
                  <a:cubicBezTo>
                    <a:pt x="1801052" y="435022"/>
                    <a:pt x="1981774" y="483090"/>
                    <a:pt x="1818421" y="436419"/>
                  </a:cubicBezTo>
                  <a:cubicBezTo>
                    <a:pt x="1808030" y="429492"/>
                    <a:pt x="1799096" y="419586"/>
                    <a:pt x="1787248" y="415637"/>
                  </a:cubicBezTo>
                  <a:cubicBezTo>
                    <a:pt x="1681063" y="380242"/>
                    <a:pt x="1655557" y="383828"/>
                    <a:pt x="1548257" y="374073"/>
                  </a:cubicBezTo>
                  <a:lnTo>
                    <a:pt x="1496303" y="363682"/>
                  </a:lnTo>
                  <a:cubicBezTo>
                    <a:pt x="1475574" y="359913"/>
                    <a:pt x="1454617" y="357423"/>
                    <a:pt x="1433957" y="353291"/>
                  </a:cubicBezTo>
                  <a:cubicBezTo>
                    <a:pt x="1419954" y="350490"/>
                    <a:pt x="1406397" y="345701"/>
                    <a:pt x="1392394" y="342900"/>
                  </a:cubicBezTo>
                  <a:cubicBezTo>
                    <a:pt x="1371735" y="338768"/>
                    <a:pt x="1350777" y="336279"/>
                    <a:pt x="1330048" y="332510"/>
                  </a:cubicBezTo>
                  <a:cubicBezTo>
                    <a:pt x="1312672" y="329351"/>
                    <a:pt x="1295412" y="325583"/>
                    <a:pt x="1278094" y="322119"/>
                  </a:cubicBezTo>
                  <a:cubicBezTo>
                    <a:pt x="1257312" y="311728"/>
                    <a:pt x="1236980" y="300383"/>
                    <a:pt x="1215748" y="290946"/>
                  </a:cubicBezTo>
                  <a:cubicBezTo>
                    <a:pt x="1190474" y="279713"/>
                    <a:pt x="1169847" y="278421"/>
                    <a:pt x="1143012" y="270164"/>
                  </a:cubicBezTo>
                  <a:cubicBezTo>
                    <a:pt x="1111606" y="260501"/>
                    <a:pt x="1080667" y="249382"/>
                    <a:pt x="1049494" y="238991"/>
                  </a:cubicBezTo>
                  <a:cubicBezTo>
                    <a:pt x="1028712" y="232064"/>
                    <a:pt x="1008211" y="224228"/>
                    <a:pt x="987148" y="218210"/>
                  </a:cubicBezTo>
                  <a:cubicBezTo>
                    <a:pt x="962903" y="211283"/>
                    <a:pt x="938334" y="205402"/>
                    <a:pt x="914412" y="197428"/>
                  </a:cubicBezTo>
                  <a:cubicBezTo>
                    <a:pt x="896717" y="191530"/>
                    <a:pt x="880452" y="181554"/>
                    <a:pt x="862457" y="176646"/>
                  </a:cubicBezTo>
                  <a:cubicBezTo>
                    <a:pt x="842131" y="171103"/>
                    <a:pt x="820947" y="169380"/>
                    <a:pt x="800112" y="166255"/>
                  </a:cubicBezTo>
                  <a:cubicBezTo>
                    <a:pt x="751671" y="158989"/>
                    <a:pt x="702160" y="157353"/>
                    <a:pt x="654639" y="145473"/>
                  </a:cubicBezTo>
                  <a:cubicBezTo>
                    <a:pt x="574843" y="125523"/>
                    <a:pt x="652034" y="143307"/>
                    <a:pt x="540339" y="124691"/>
                  </a:cubicBezTo>
                  <a:cubicBezTo>
                    <a:pt x="522918" y="121788"/>
                    <a:pt x="505777" y="117369"/>
                    <a:pt x="488385" y="114300"/>
                  </a:cubicBezTo>
                  <a:cubicBezTo>
                    <a:pt x="423901" y="102921"/>
                    <a:pt x="372476" y="96625"/>
                    <a:pt x="311739" y="83128"/>
                  </a:cubicBezTo>
                  <a:cubicBezTo>
                    <a:pt x="248789" y="69139"/>
                    <a:pt x="278475" y="72214"/>
                    <a:pt x="197439" y="51955"/>
                  </a:cubicBezTo>
                  <a:cubicBezTo>
                    <a:pt x="180305" y="47672"/>
                    <a:pt x="162725" y="45395"/>
                    <a:pt x="145485" y="41564"/>
                  </a:cubicBezTo>
                  <a:cubicBezTo>
                    <a:pt x="131544" y="38466"/>
                    <a:pt x="117885" y="34165"/>
                    <a:pt x="103921" y="31173"/>
                  </a:cubicBezTo>
                  <a:cubicBezTo>
                    <a:pt x="-3384" y="8179"/>
                    <a:pt x="12" y="45864"/>
                    <a:pt x="12" y="0"/>
                  </a:cubicBezTo>
                </a:path>
              </a:pathLst>
            </a:custGeom>
            <a:ln w="7620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9F601BFB-5436-4F7F-5AD2-DAEB88C3C852}"/>
              </a:ext>
            </a:extLst>
          </p:cNvPr>
          <p:cNvGrpSpPr/>
          <p:nvPr/>
        </p:nvGrpSpPr>
        <p:grpSpPr>
          <a:xfrm>
            <a:off x="10796155" y="228600"/>
            <a:ext cx="703604" cy="1364186"/>
            <a:chOff x="10796155" y="228600"/>
            <a:chExt cx="703604" cy="1364186"/>
          </a:xfrm>
        </p:grpSpPr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72D2EA22-80A3-6DFC-34D9-E9F798567557}"/>
                </a:ext>
              </a:extLst>
            </p:cNvPr>
            <p:cNvSpPr/>
            <p:nvPr/>
          </p:nvSpPr>
          <p:spPr>
            <a:xfrm>
              <a:off x="10796155" y="228600"/>
              <a:ext cx="696190" cy="28055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RH</a:t>
              </a:r>
              <a:endParaRPr lang="es-419" dirty="0"/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25D19B74-C35C-6E14-F237-861A746ED28C}"/>
                </a:ext>
              </a:extLst>
            </p:cNvPr>
            <p:cNvSpPr/>
            <p:nvPr/>
          </p:nvSpPr>
          <p:spPr>
            <a:xfrm>
              <a:off x="10796155" y="593905"/>
              <a:ext cx="696190" cy="280555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000" dirty="0"/>
                <a:t>Finanzas</a:t>
              </a:r>
              <a:endParaRPr lang="es-419" sz="1000" dirty="0"/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ED76CA22-8CCC-B8C9-D62A-068C0A8CAF4A}"/>
                </a:ext>
              </a:extLst>
            </p:cNvPr>
            <p:cNvSpPr/>
            <p:nvPr/>
          </p:nvSpPr>
          <p:spPr>
            <a:xfrm>
              <a:off x="10796155" y="959210"/>
              <a:ext cx="696190" cy="28055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BD</a:t>
              </a:r>
              <a:endParaRPr lang="es-419" dirty="0"/>
            </a:p>
          </p:txBody>
        </p: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895DB0DC-45D8-DE42-82D2-42713EF1099F}"/>
                </a:ext>
              </a:extLst>
            </p:cNvPr>
            <p:cNvSpPr/>
            <p:nvPr/>
          </p:nvSpPr>
          <p:spPr>
            <a:xfrm>
              <a:off x="10803569" y="1312231"/>
              <a:ext cx="696190" cy="280555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Web</a:t>
              </a:r>
              <a:endParaRPr lang="es-419" dirty="0"/>
            </a:p>
          </p:txBody>
        </p:sp>
      </p:grpSp>
    </p:spTree>
    <p:extLst>
      <p:ext uri="{BB962C8B-B14F-4D97-AF65-F5344CB8AC3E}">
        <p14:creationId xmlns:p14="http://schemas.microsoft.com/office/powerpoint/2010/main" val="168318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Como evoluciona el tráfico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3362" r="29655" b="33555"/>
          <a:stretch/>
        </p:blipFill>
        <p:spPr>
          <a:xfrm>
            <a:off x="5184598" y="467208"/>
            <a:ext cx="5861407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02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9" name="Rectangle 104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51" name="Rectangle 104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80FBA3-66A6-A015-ACD5-CD4648BC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Tenencia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11C082E-769E-A4AF-8A0D-7E78CFE14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3" y="2773345"/>
            <a:ext cx="6458827" cy="2793442"/>
          </a:xfrm>
          <a:prstGeom prst="rect">
            <a:avLst/>
          </a:prstGeom>
        </p:spPr>
      </p:pic>
      <p:pic>
        <p:nvPicPr>
          <p:cNvPr id="1028" name="Picture 4" descr="Single Tenant vs Multi Tenant: Which Path Should You Take? | OroCommerce">
            <a:extLst>
              <a:ext uri="{FF2B5EF4-FFF2-40B4-BE49-F238E27FC236}">
                <a16:creationId xmlns:a16="http://schemas.microsoft.com/office/drawing/2014/main" id="{1DB8F6D0-87C4-DD1F-23A6-BDEF99F49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1575" y="2401609"/>
            <a:ext cx="5832081" cy="398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207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E17E5-F698-ECD2-2CAE-B27BD23D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2BC7-16AF-DAFA-CCC6-167AB0292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s-MX" dirty="0"/>
              <a:t>Tarea</a:t>
            </a:r>
            <a:endParaRPr lang="es-419" dirty="0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82E722FF-7F49-474F-B0BA-484F5F9DC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s-MX" dirty="0"/>
              <a:t>Investiga que es </a:t>
            </a:r>
            <a:r>
              <a:rPr lang="es-MX" dirty="0" err="1"/>
              <a:t>Fog</a:t>
            </a:r>
            <a:r>
              <a:rPr lang="es-MX" dirty="0"/>
              <a:t> </a:t>
            </a:r>
            <a:r>
              <a:rPr lang="es-MX" dirty="0" err="1"/>
              <a:t>Computer</a:t>
            </a:r>
            <a:r>
              <a:rPr lang="es-MX" dirty="0"/>
              <a:t> y Edge Computing y compáralo con la nube.</a:t>
            </a:r>
          </a:p>
          <a:p>
            <a:pPr lvl="1"/>
            <a:r>
              <a:rPr lang="es-MX" dirty="0"/>
              <a:t>¿Qué es?</a:t>
            </a:r>
          </a:p>
          <a:p>
            <a:pPr lvl="1"/>
            <a:r>
              <a:rPr lang="es-MX" dirty="0"/>
              <a:t>¿Como se implementa?</a:t>
            </a:r>
          </a:p>
          <a:p>
            <a:pPr lvl="1"/>
            <a:r>
              <a:rPr lang="es-MX" dirty="0"/>
              <a:t>¿Cuál es su finalidad o donde aplica?</a:t>
            </a:r>
          </a:p>
          <a:p>
            <a:pPr lvl="1"/>
            <a:r>
              <a:rPr lang="es-MX" dirty="0"/>
              <a:t>¿Quién lo ofrece?</a:t>
            </a:r>
          </a:p>
          <a:p>
            <a:pPr lvl="1"/>
            <a:r>
              <a:rPr lang="es-MX" dirty="0"/>
              <a:t>Ventajas </a:t>
            </a:r>
            <a:r>
              <a:rPr lang="es-MX"/>
              <a:t>y desventajas</a:t>
            </a:r>
            <a:endParaRPr lang="es-419" dirty="0"/>
          </a:p>
          <a:p>
            <a:endParaRPr lang="es-419" dirty="0"/>
          </a:p>
        </p:txBody>
      </p:sp>
      <p:pic>
        <p:nvPicPr>
          <p:cNvPr id="25" name="Picture 24" descr="Nubes geométricas blancas en un cielo azul">
            <a:extLst>
              <a:ext uri="{FF2B5EF4-FFF2-40B4-BE49-F238E27FC236}">
                <a16:creationId xmlns:a16="http://schemas.microsoft.com/office/drawing/2014/main" id="{1F1ABEB2-FD13-681E-4048-D3EBB11A84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03" r="37897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0340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4516</TotalTime>
  <Words>749</Words>
  <Application>Microsoft Office PowerPoint</Application>
  <PresentationFormat>Panorámica</PresentationFormat>
  <Paragraphs>139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Tema de Office</vt:lpstr>
      <vt:lpstr>COMPUTO EN LA NUBE</vt:lpstr>
      <vt:lpstr>Tecnologías base</vt:lpstr>
      <vt:lpstr>Internet</vt:lpstr>
      <vt:lpstr>TCP/IP</vt:lpstr>
      <vt:lpstr>Jerarquía de internet</vt:lpstr>
      <vt:lpstr>Fibra óptica submarina</vt:lpstr>
      <vt:lpstr>DNS</vt:lpstr>
      <vt:lpstr>Centro de datos</vt:lpstr>
      <vt:lpstr>Presentación de PowerPoint</vt:lpstr>
      <vt:lpstr>Uptime Institute: Tier</vt:lpstr>
      <vt:lpstr>Enlaces adicionales</vt:lpstr>
      <vt:lpstr>Red de 3 capas tradicional DC</vt:lpstr>
      <vt:lpstr>Como evoluciona el tráfico</vt:lpstr>
      <vt:lpstr>Tenencia</vt:lpstr>
      <vt:lpstr>Tarea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Bonola Virues Hector</dc:creator>
  <cp:lastModifiedBy>Bonola Virues Hector</cp:lastModifiedBy>
  <cp:revision>1</cp:revision>
  <dcterms:created xsi:type="dcterms:W3CDTF">2026-03-07T23:34:33Z</dcterms:created>
  <dcterms:modified xsi:type="dcterms:W3CDTF">2026-04-14T13:07:38Z</dcterms:modified>
</cp:coreProperties>
</file>