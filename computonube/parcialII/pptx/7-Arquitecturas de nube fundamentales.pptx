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9" r:id="rId3"/>
    <p:sldId id="261" r:id="rId4"/>
    <p:sldId id="260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DB13B4-EC87-4532-9BE5-6B34679FA118}" v="19" dt="2026-06-01T04:18:38.8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7451" autoAdjust="0"/>
  </p:normalViewPr>
  <p:slideViewPr>
    <p:cSldViewPr snapToGrid="0">
      <p:cViewPr varScale="1">
        <p:scale>
          <a:sx n="72" d="100"/>
          <a:sy n="72" d="100"/>
        </p:scale>
        <p:origin x="110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nola Virues Hector" userId="6b1c84c4-e4f8-42d7-8d85-645df8b21457" providerId="ADAL" clId="{D63D1B71-6852-45FF-AC8D-51BE70EC0FF6}"/>
    <pc:docChg chg="undo custSel addSld delSld modSld sldOrd">
      <pc:chgData name="Bonola Virues Hector" userId="6b1c84c4-e4f8-42d7-8d85-645df8b21457" providerId="ADAL" clId="{D63D1B71-6852-45FF-AC8D-51BE70EC0FF6}" dt="2026-05-26T02:50:16.484" v="209" actId="1076"/>
      <pc:docMkLst>
        <pc:docMk/>
      </pc:docMkLst>
      <pc:sldChg chg="addSp delSp modSp mod">
        <pc:chgData name="Bonola Virues Hector" userId="6b1c84c4-e4f8-42d7-8d85-645df8b21457" providerId="ADAL" clId="{D63D1B71-6852-45FF-AC8D-51BE70EC0FF6}" dt="2026-05-26T02:41:45.115" v="37" actId="26606"/>
        <pc:sldMkLst>
          <pc:docMk/>
          <pc:sldMk cId="1909453794" sldId="259"/>
        </pc:sldMkLst>
        <pc:spChg chg="mod">
          <ac:chgData name="Bonola Virues Hector" userId="6b1c84c4-e4f8-42d7-8d85-645df8b21457" providerId="ADAL" clId="{D63D1B71-6852-45FF-AC8D-51BE70EC0FF6}" dt="2026-05-26T02:41:45.115" v="37" actId="26606"/>
          <ac:spMkLst>
            <pc:docMk/>
            <pc:sldMk cId="1909453794" sldId="259"/>
            <ac:spMk id="2" creationId="{CAC9C76A-E0B9-D078-6C3B-56D8BECFF933}"/>
          </ac:spMkLst>
        </pc:spChg>
        <pc:spChg chg="mod">
          <ac:chgData name="Bonola Virues Hector" userId="6b1c84c4-e4f8-42d7-8d85-645df8b21457" providerId="ADAL" clId="{D63D1B71-6852-45FF-AC8D-51BE70EC0FF6}" dt="2026-05-26T02:41:45.115" v="37" actId="26606"/>
          <ac:spMkLst>
            <pc:docMk/>
            <pc:sldMk cId="1909453794" sldId="259"/>
            <ac:spMk id="3" creationId="{2A45643B-8C48-789B-8D04-A25810081D76}"/>
          </ac:spMkLst>
        </pc:spChg>
        <pc:spChg chg="add">
          <ac:chgData name="Bonola Virues Hector" userId="6b1c84c4-e4f8-42d7-8d85-645df8b21457" providerId="ADAL" clId="{D63D1B71-6852-45FF-AC8D-51BE70EC0FF6}" dt="2026-05-26T02:41:45.115" v="37" actId="26606"/>
          <ac:spMkLst>
            <pc:docMk/>
            <pc:sldMk cId="1909453794" sldId="259"/>
            <ac:spMk id="42" creationId="{DC39DE25-0E4E-0AA7-0932-1D78C2372786}"/>
          </ac:spMkLst>
        </pc:spChg>
        <pc:spChg chg="add">
          <ac:chgData name="Bonola Virues Hector" userId="6b1c84c4-e4f8-42d7-8d85-645df8b21457" providerId="ADAL" clId="{D63D1B71-6852-45FF-AC8D-51BE70EC0FF6}" dt="2026-05-26T02:41:45.115" v="37" actId="26606"/>
          <ac:spMkLst>
            <pc:docMk/>
            <pc:sldMk cId="1909453794" sldId="259"/>
            <ac:spMk id="44" creationId="{8D6EA299-0840-6DEA-E670-C49AEBC87E89}"/>
          </ac:spMkLst>
        </pc:spChg>
        <pc:spChg chg="add">
          <ac:chgData name="Bonola Virues Hector" userId="6b1c84c4-e4f8-42d7-8d85-645df8b21457" providerId="ADAL" clId="{D63D1B71-6852-45FF-AC8D-51BE70EC0FF6}" dt="2026-05-26T02:41:45.115" v="37" actId="26606"/>
          <ac:spMkLst>
            <pc:docMk/>
            <pc:sldMk cId="1909453794" sldId="259"/>
            <ac:spMk id="45" creationId="{AE3A741D-C19B-960A-5803-1C5887147820}"/>
          </ac:spMkLst>
        </pc:spChg>
        <pc:picChg chg="add">
          <ac:chgData name="Bonola Virues Hector" userId="6b1c84c4-e4f8-42d7-8d85-645df8b21457" providerId="ADAL" clId="{D63D1B71-6852-45FF-AC8D-51BE70EC0FF6}" dt="2026-05-26T02:41:45.115" v="37" actId="26606"/>
          <ac:picMkLst>
            <pc:docMk/>
            <pc:sldMk cId="1909453794" sldId="259"/>
            <ac:picMk id="43" creationId="{45077E53-029C-B316-8091-E67DB0328141}"/>
          </ac:picMkLst>
        </pc:picChg>
      </pc:sldChg>
      <pc:sldChg chg="addSp new mod ord">
        <pc:chgData name="Bonola Virues Hector" userId="6b1c84c4-e4f8-42d7-8d85-645df8b21457" providerId="ADAL" clId="{D63D1B71-6852-45FF-AC8D-51BE70EC0FF6}" dt="2026-05-26T02:47:19.779" v="176"/>
        <pc:sldMkLst>
          <pc:docMk/>
          <pc:sldMk cId="684840120" sldId="260"/>
        </pc:sldMkLst>
        <pc:picChg chg="add">
          <ac:chgData name="Bonola Virues Hector" userId="6b1c84c4-e4f8-42d7-8d85-645df8b21457" providerId="ADAL" clId="{D63D1B71-6852-45FF-AC8D-51BE70EC0FF6}" dt="2026-05-26T02:42:58.947" v="43" actId="22"/>
          <ac:picMkLst>
            <pc:docMk/>
            <pc:sldMk cId="684840120" sldId="260"/>
            <ac:picMk id="7" creationId="{FE2765A9-7EDF-DB29-A5A1-42C94F3200A6}"/>
          </ac:picMkLst>
        </pc:picChg>
      </pc:sldChg>
      <pc:sldChg chg="addSp delSp modSp new mod">
        <pc:chgData name="Bonola Virues Hector" userId="6b1c84c4-e4f8-42d7-8d85-645df8b21457" providerId="ADAL" clId="{D63D1B71-6852-45FF-AC8D-51BE70EC0FF6}" dt="2026-05-26T02:50:16.484" v="209" actId="1076"/>
        <pc:sldMkLst>
          <pc:docMk/>
          <pc:sldMk cId="2208310540" sldId="261"/>
        </pc:sldMkLst>
        <pc:spChg chg="mod">
          <ac:chgData name="Bonola Virues Hector" userId="6b1c84c4-e4f8-42d7-8d85-645df8b21457" providerId="ADAL" clId="{D63D1B71-6852-45FF-AC8D-51BE70EC0FF6}" dt="2026-05-26T02:43:22.101" v="58" actId="20577"/>
          <ac:spMkLst>
            <pc:docMk/>
            <pc:sldMk cId="2208310540" sldId="261"/>
            <ac:spMk id="2" creationId="{2E809B41-7EAB-9EB9-0CCC-7FE005076FF9}"/>
          </ac:spMkLst>
        </pc:spChg>
        <pc:spChg chg="add del mod">
          <ac:chgData name="Bonola Virues Hector" userId="6b1c84c4-e4f8-42d7-8d85-645df8b21457" providerId="ADAL" clId="{D63D1B71-6852-45FF-AC8D-51BE70EC0FF6}" dt="2026-05-26T02:49:50.390" v="205" actId="5793"/>
          <ac:spMkLst>
            <pc:docMk/>
            <pc:sldMk cId="2208310540" sldId="261"/>
            <ac:spMk id="3" creationId="{40AA8000-F008-0588-E4C3-11ED8E2BDA21}"/>
          </ac:spMkLst>
        </pc:spChg>
        <pc:spChg chg="add mod">
          <ac:chgData name="Bonola Virues Hector" userId="6b1c84c4-e4f8-42d7-8d85-645df8b21457" providerId="ADAL" clId="{D63D1B71-6852-45FF-AC8D-51BE70EC0FF6}" dt="2026-05-26T02:50:16.484" v="209" actId="1076"/>
          <ac:spMkLst>
            <pc:docMk/>
            <pc:sldMk cId="2208310540" sldId="261"/>
            <ac:spMk id="8" creationId="{0837D0B3-0065-0C28-86DD-9D5D98205941}"/>
          </ac:spMkLst>
        </pc:spChg>
        <pc:graphicFrameChg chg="add mod modGraphic">
          <ac:chgData name="Bonola Virues Hector" userId="6b1c84c4-e4f8-42d7-8d85-645df8b21457" providerId="ADAL" clId="{D63D1B71-6852-45FF-AC8D-51BE70EC0FF6}" dt="2026-05-26T02:48:27.969" v="195" actId="1076"/>
          <ac:graphicFrameMkLst>
            <pc:docMk/>
            <pc:sldMk cId="2208310540" sldId="261"/>
            <ac:graphicFrameMk id="6" creationId="{73AC6AFA-DE37-EF23-09B0-9F296377463C}"/>
          </ac:graphicFrameMkLst>
        </pc:graphicFrameChg>
      </pc:sldChg>
      <pc:sldChg chg="addSp delSp modSp new mod">
        <pc:chgData name="Bonola Virues Hector" userId="6b1c84c4-e4f8-42d7-8d85-645df8b21457" providerId="ADAL" clId="{D63D1B71-6852-45FF-AC8D-51BE70EC0FF6}" dt="2026-05-26T02:43:54.179" v="71" actId="478"/>
        <pc:sldMkLst>
          <pc:docMk/>
          <pc:sldMk cId="4073840390" sldId="262"/>
        </pc:sldMkLst>
        <pc:spChg chg="mod">
          <ac:chgData name="Bonola Virues Hector" userId="6b1c84c4-e4f8-42d7-8d85-645df8b21457" providerId="ADAL" clId="{D63D1B71-6852-45FF-AC8D-51BE70EC0FF6}" dt="2026-05-26T02:43:49.644" v="70" actId="20577"/>
          <ac:spMkLst>
            <pc:docMk/>
            <pc:sldMk cId="4073840390" sldId="262"/>
            <ac:spMk id="2" creationId="{3F37E592-3FE5-69C9-37A8-93ED0BC21BF1}"/>
          </ac:spMkLst>
        </pc:spChg>
        <pc:picChg chg="add">
          <ac:chgData name="Bonola Virues Hector" userId="6b1c84c4-e4f8-42d7-8d85-645df8b21457" providerId="ADAL" clId="{D63D1B71-6852-45FF-AC8D-51BE70EC0FF6}" dt="2026-05-26T02:43:46.539" v="61" actId="22"/>
          <ac:picMkLst>
            <pc:docMk/>
            <pc:sldMk cId="4073840390" sldId="262"/>
            <ac:picMk id="6" creationId="{A0A058A4-DDF9-F576-DEE6-A78E901A9121}"/>
          </ac:picMkLst>
        </pc:picChg>
      </pc:sldChg>
      <pc:sldChg chg="addSp delSp modSp new mod">
        <pc:chgData name="Bonola Virues Hector" userId="6b1c84c4-e4f8-42d7-8d85-645df8b21457" providerId="ADAL" clId="{D63D1B71-6852-45FF-AC8D-51BE70EC0FF6}" dt="2026-05-26T02:44:25.306" v="93" actId="20577"/>
        <pc:sldMkLst>
          <pc:docMk/>
          <pc:sldMk cId="165137793" sldId="263"/>
        </pc:sldMkLst>
        <pc:spChg chg="mod">
          <ac:chgData name="Bonola Virues Hector" userId="6b1c84c4-e4f8-42d7-8d85-645df8b21457" providerId="ADAL" clId="{D63D1B71-6852-45FF-AC8D-51BE70EC0FF6}" dt="2026-05-26T02:44:25.306" v="93" actId="20577"/>
          <ac:spMkLst>
            <pc:docMk/>
            <pc:sldMk cId="165137793" sldId="263"/>
            <ac:spMk id="2" creationId="{3CEB5859-B608-8A9B-A773-9715C1781E8F}"/>
          </ac:spMkLst>
        </pc:spChg>
        <pc:picChg chg="add">
          <ac:chgData name="Bonola Virues Hector" userId="6b1c84c4-e4f8-42d7-8d85-645df8b21457" providerId="ADAL" clId="{D63D1B71-6852-45FF-AC8D-51BE70EC0FF6}" dt="2026-05-26T02:44:09.434" v="74" actId="22"/>
          <ac:picMkLst>
            <pc:docMk/>
            <pc:sldMk cId="165137793" sldId="263"/>
            <ac:picMk id="6" creationId="{6B5DE7AA-C410-DBEE-F7C1-627424752594}"/>
          </ac:picMkLst>
        </pc:picChg>
      </pc:sldChg>
      <pc:sldChg chg="addSp modSp new mod">
        <pc:chgData name="Bonola Virues Hector" userId="6b1c84c4-e4f8-42d7-8d85-645df8b21457" providerId="ADAL" clId="{D63D1B71-6852-45FF-AC8D-51BE70EC0FF6}" dt="2026-05-26T02:44:55.471" v="121" actId="14100"/>
        <pc:sldMkLst>
          <pc:docMk/>
          <pc:sldMk cId="28120874" sldId="264"/>
        </pc:sldMkLst>
        <pc:spChg chg="mod">
          <ac:chgData name="Bonola Virues Hector" userId="6b1c84c4-e4f8-42d7-8d85-645df8b21457" providerId="ADAL" clId="{D63D1B71-6852-45FF-AC8D-51BE70EC0FF6}" dt="2026-05-26T02:44:48.244" v="120" actId="20577"/>
          <ac:spMkLst>
            <pc:docMk/>
            <pc:sldMk cId="28120874" sldId="264"/>
            <ac:spMk id="2" creationId="{D87C44B1-5A85-DACB-2D70-8099417C39D7}"/>
          </ac:spMkLst>
        </pc:spChg>
        <pc:picChg chg="add mod">
          <ac:chgData name="Bonola Virues Hector" userId="6b1c84c4-e4f8-42d7-8d85-645df8b21457" providerId="ADAL" clId="{D63D1B71-6852-45FF-AC8D-51BE70EC0FF6}" dt="2026-05-26T02:44:55.471" v="121" actId="14100"/>
          <ac:picMkLst>
            <pc:docMk/>
            <pc:sldMk cId="28120874" sldId="264"/>
            <ac:picMk id="6" creationId="{3E850C5B-3494-54EA-E901-F40B88BDFBA9}"/>
          </ac:picMkLst>
        </pc:picChg>
      </pc:sldChg>
      <pc:sldChg chg="addSp modSp new mod">
        <pc:chgData name="Bonola Virues Hector" userId="6b1c84c4-e4f8-42d7-8d85-645df8b21457" providerId="ADAL" clId="{D63D1B71-6852-45FF-AC8D-51BE70EC0FF6}" dt="2026-05-26T02:45:11.560" v="131" actId="20577"/>
        <pc:sldMkLst>
          <pc:docMk/>
          <pc:sldMk cId="1823974401" sldId="265"/>
        </pc:sldMkLst>
        <pc:spChg chg="mod">
          <ac:chgData name="Bonola Virues Hector" userId="6b1c84c4-e4f8-42d7-8d85-645df8b21457" providerId="ADAL" clId="{D63D1B71-6852-45FF-AC8D-51BE70EC0FF6}" dt="2026-05-26T02:45:11.560" v="131" actId="20577"/>
          <ac:spMkLst>
            <pc:docMk/>
            <pc:sldMk cId="1823974401" sldId="265"/>
            <ac:spMk id="2" creationId="{000491BF-3D0B-4EA2-2092-344C2C116DCF}"/>
          </ac:spMkLst>
        </pc:spChg>
        <pc:picChg chg="add">
          <ac:chgData name="Bonola Virues Hector" userId="6b1c84c4-e4f8-42d7-8d85-645df8b21457" providerId="ADAL" clId="{D63D1B71-6852-45FF-AC8D-51BE70EC0FF6}" dt="2026-05-26T02:45:09.323" v="124" actId="22"/>
          <ac:picMkLst>
            <pc:docMk/>
            <pc:sldMk cId="1823974401" sldId="265"/>
            <ac:picMk id="6" creationId="{BD6A134B-84C1-3350-773F-B2C7252B4331}"/>
          </ac:picMkLst>
        </pc:picChg>
      </pc:sldChg>
      <pc:sldChg chg="addSp modSp new mod">
        <pc:chgData name="Bonola Virues Hector" userId="6b1c84c4-e4f8-42d7-8d85-645df8b21457" providerId="ADAL" clId="{D63D1B71-6852-45FF-AC8D-51BE70EC0FF6}" dt="2026-05-26T02:45:30.916" v="144" actId="20577"/>
        <pc:sldMkLst>
          <pc:docMk/>
          <pc:sldMk cId="1937074573" sldId="266"/>
        </pc:sldMkLst>
        <pc:spChg chg="mod">
          <ac:chgData name="Bonola Virues Hector" userId="6b1c84c4-e4f8-42d7-8d85-645df8b21457" providerId="ADAL" clId="{D63D1B71-6852-45FF-AC8D-51BE70EC0FF6}" dt="2026-05-26T02:45:30.916" v="144" actId="20577"/>
          <ac:spMkLst>
            <pc:docMk/>
            <pc:sldMk cId="1937074573" sldId="266"/>
            <ac:spMk id="2" creationId="{DDD9C56E-9B45-2E8A-04C6-41E864CF2B1C}"/>
          </ac:spMkLst>
        </pc:spChg>
        <pc:picChg chg="add">
          <ac:chgData name="Bonola Virues Hector" userId="6b1c84c4-e4f8-42d7-8d85-645df8b21457" providerId="ADAL" clId="{D63D1B71-6852-45FF-AC8D-51BE70EC0FF6}" dt="2026-05-26T02:45:27.946" v="134" actId="22"/>
          <ac:picMkLst>
            <pc:docMk/>
            <pc:sldMk cId="1937074573" sldId="266"/>
            <ac:picMk id="6" creationId="{1A2A53B0-167F-FE38-0512-00217D461FA9}"/>
          </ac:picMkLst>
        </pc:picChg>
      </pc:sldChg>
      <pc:sldChg chg="addSp modSp new mod">
        <pc:chgData name="Bonola Virues Hector" userId="6b1c84c4-e4f8-42d7-8d85-645df8b21457" providerId="ADAL" clId="{D63D1B71-6852-45FF-AC8D-51BE70EC0FF6}" dt="2026-05-26T02:46:00.573" v="174" actId="20577"/>
        <pc:sldMkLst>
          <pc:docMk/>
          <pc:sldMk cId="257134508" sldId="267"/>
        </pc:sldMkLst>
        <pc:spChg chg="mod">
          <ac:chgData name="Bonola Virues Hector" userId="6b1c84c4-e4f8-42d7-8d85-645df8b21457" providerId="ADAL" clId="{D63D1B71-6852-45FF-AC8D-51BE70EC0FF6}" dt="2026-05-26T02:46:00.573" v="174" actId="20577"/>
          <ac:spMkLst>
            <pc:docMk/>
            <pc:sldMk cId="257134508" sldId="267"/>
            <ac:spMk id="2" creationId="{B5A1984E-19B1-2053-7521-4F8B04CBCFBB}"/>
          </ac:spMkLst>
        </pc:spChg>
        <pc:picChg chg="add mod">
          <ac:chgData name="Bonola Virues Hector" userId="6b1c84c4-e4f8-42d7-8d85-645df8b21457" providerId="ADAL" clId="{D63D1B71-6852-45FF-AC8D-51BE70EC0FF6}" dt="2026-05-26T02:45:49.637" v="147" actId="1076"/>
          <ac:picMkLst>
            <pc:docMk/>
            <pc:sldMk cId="257134508" sldId="267"/>
            <ac:picMk id="7170" creationId="{BA3F9562-8C96-D0AA-AD24-FD65A5E3741D}"/>
          </ac:picMkLst>
        </pc:picChg>
      </pc:sldChg>
    </pc:docChg>
  </pc:docChgLst>
  <pc:docChgLst>
    <pc:chgData name="Bonola Virues Hector" userId="6b1c84c4-e4f8-42d7-8d85-645df8b21457" providerId="ADAL" clId="{B0ACCDE3-E60A-4DF5-ACD4-895F6C5B6608}"/>
    <pc:docChg chg="undo custSel modSld">
      <pc:chgData name="Bonola Virues Hector" userId="6b1c84c4-e4f8-42d7-8d85-645df8b21457" providerId="ADAL" clId="{B0ACCDE3-E60A-4DF5-ACD4-895F6C5B6608}" dt="2026-06-01T04:18:38.845" v="132" actId="14100"/>
      <pc:docMkLst>
        <pc:docMk/>
      </pc:docMkLst>
      <pc:sldChg chg="addSp delSp modSp mod setBg">
        <pc:chgData name="Bonola Virues Hector" userId="6b1c84c4-e4f8-42d7-8d85-645df8b21457" providerId="ADAL" clId="{B0ACCDE3-E60A-4DF5-ACD4-895F6C5B6608}" dt="2026-06-01T04:17:19.015" v="116"/>
        <pc:sldMkLst>
          <pc:docMk/>
          <pc:sldMk cId="684840120" sldId="260"/>
        </pc:sldMkLst>
        <pc:spChg chg="add">
          <ac:chgData name="Bonola Virues Hector" userId="6b1c84c4-e4f8-42d7-8d85-645df8b21457" providerId="ADAL" clId="{B0ACCDE3-E60A-4DF5-ACD4-895F6C5B6608}" dt="2026-06-01T04:16:57.867" v="113" actId="26606"/>
          <ac:spMkLst>
            <pc:docMk/>
            <pc:sldMk cId="684840120" sldId="260"/>
            <ac:spMk id="12" creationId="{F3060C83-F051-4F0E-ABAD-AA0DFC48B218}"/>
          </ac:spMkLst>
        </pc:spChg>
        <pc:spChg chg="add">
          <ac:chgData name="Bonola Virues Hector" userId="6b1c84c4-e4f8-42d7-8d85-645df8b21457" providerId="ADAL" clId="{B0ACCDE3-E60A-4DF5-ACD4-895F6C5B6608}" dt="2026-06-01T04:16:57.867" v="113" actId="26606"/>
          <ac:spMkLst>
            <pc:docMk/>
            <pc:sldMk cId="684840120" sldId="260"/>
            <ac:spMk id="14" creationId="{83C98ABE-055B-441F-B07E-44F97F083C39}"/>
          </ac:spMkLst>
        </pc:spChg>
        <pc:spChg chg="add">
          <ac:chgData name="Bonola Virues Hector" userId="6b1c84c4-e4f8-42d7-8d85-645df8b21457" providerId="ADAL" clId="{B0ACCDE3-E60A-4DF5-ACD4-895F6C5B6608}" dt="2026-06-01T04:16:57.867" v="113" actId="26606"/>
          <ac:spMkLst>
            <pc:docMk/>
            <pc:sldMk cId="684840120" sldId="260"/>
            <ac:spMk id="16" creationId="{29FDB030-9B49-4CED-8CCD-4D99382388AC}"/>
          </ac:spMkLst>
        </pc:spChg>
        <pc:spChg chg="add">
          <ac:chgData name="Bonola Virues Hector" userId="6b1c84c4-e4f8-42d7-8d85-645df8b21457" providerId="ADAL" clId="{B0ACCDE3-E60A-4DF5-ACD4-895F6C5B6608}" dt="2026-06-01T04:16:57.867" v="113" actId="26606"/>
          <ac:spMkLst>
            <pc:docMk/>
            <pc:sldMk cId="684840120" sldId="260"/>
            <ac:spMk id="18" creationId="{3783CA14-24A1-485C-8B30-D6A5D87987AD}"/>
          </ac:spMkLst>
        </pc:spChg>
        <pc:spChg chg="add">
          <ac:chgData name="Bonola Virues Hector" userId="6b1c84c4-e4f8-42d7-8d85-645df8b21457" providerId="ADAL" clId="{B0ACCDE3-E60A-4DF5-ACD4-895F6C5B6608}" dt="2026-06-01T04:16:57.867" v="113" actId="26606"/>
          <ac:spMkLst>
            <pc:docMk/>
            <pc:sldMk cId="684840120" sldId="260"/>
            <ac:spMk id="20" creationId="{9A97C86A-04D6-40F7-AE84-31AB43E6A846}"/>
          </ac:spMkLst>
        </pc:spChg>
        <pc:spChg chg="add">
          <ac:chgData name="Bonola Virues Hector" userId="6b1c84c4-e4f8-42d7-8d85-645df8b21457" providerId="ADAL" clId="{B0ACCDE3-E60A-4DF5-ACD4-895F6C5B6608}" dt="2026-06-01T04:16:57.867" v="113" actId="26606"/>
          <ac:spMkLst>
            <pc:docMk/>
            <pc:sldMk cId="684840120" sldId="260"/>
            <ac:spMk id="22" creationId="{FF9F2414-84E8-453E-B1F3-389FDE8192D9}"/>
          </ac:spMkLst>
        </pc:spChg>
        <pc:spChg chg="add">
          <ac:chgData name="Bonola Virues Hector" userId="6b1c84c4-e4f8-42d7-8d85-645df8b21457" providerId="ADAL" clId="{B0ACCDE3-E60A-4DF5-ACD4-895F6C5B6608}" dt="2026-06-01T04:16:57.867" v="113" actId="26606"/>
          <ac:spMkLst>
            <pc:docMk/>
            <pc:sldMk cId="684840120" sldId="260"/>
            <ac:spMk id="24" creationId="{3ECA69A1-7536-43AC-85EF-C7106179F5ED}"/>
          </ac:spMkLst>
        </pc:spChg>
        <pc:picChg chg="mod">
          <ac:chgData name="Bonola Virues Hector" userId="6b1c84c4-e4f8-42d7-8d85-645df8b21457" providerId="ADAL" clId="{B0ACCDE3-E60A-4DF5-ACD4-895F6C5B6608}" dt="2026-06-01T04:17:19.015" v="116"/>
          <ac:picMkLst>
            <pc:docMk/>
            <pc:sldMk cId="684840120" sldId="260"/>
            <ac:picMk id="7" creationId="{FE2765A9-7EDF-DB29-A5A1-42C94F3200A6}"/>
          </ac:picMkLst>
        </pc:picChg>
      </pc:sldChg>
      <pc:sldChg chg="modSp mod">
        <pc:chgData name="Bonola Virues Hector" userId="6b1c84c4-e4f8-42d7-8d85-645df8b21457" providerId="ADAL" clId="{B0ACCDE3-E60A-4DF5-ACD4-895F6C5B6608}" dt="2026-06-01T04:15:25.319" v="98" actId="20577"/>
        <pc:sldMkLst>
          <pc:docMk/>
          <pc:sldMk cId="2208310540" sldId="261"/>
        </pc:sldMkLst>
        <pc:spChg chg="mod">
          <ac:chgData name="Bonola Virues Hector" userId="6b1c84c4-e4f8-42d7-8d85-645df8b21457" providerId="ADAL" clId="{B0ACCDE3-E60A-4DF5-ACD4-895F6C5B6608}" dt="2026-06-01T04:13:07.973" v="43" actId="404"/>
          <ac:spMkLst>
            <pc:docMk/>
            <pc:sldMk cId="2208310540" sldId="261"/>
            <ac:spMk id="3" creationId="{40AA8000-F008-0588-E4C3-11ED8E2BDA21}"/>
          </ac:spMkLst>
        </pc:spChg>
        <pc:graphicFrameChg chg="mod modGraphic">
          <ac:chgData name="Bonola Virues Hector" userId="6b1c84c4-e4f8-42d7-8d85-645df8b21457" providerId="ADAL" clId="{B0ACCDE3-E60A-4DF5-ACD4-895F6C5B6608}" dt="2026-06-01T04:15:25.319" v="98" actId="20577"/>
          <ac:graphicFrameMkLst>
            <pc:docMk/>
            <pc:sldMk cId="2208310540" sldId="261"/>
            <ac:graphicFrameMk id="6" creationId="{73AC6AFA-DE37-EF23-09B0-9F296377463C}"/>
          </ac:graphicFrameMkLst>
        </pc:graphicFrameChg>
      </pc:sldChg>
      <pc:sldChg chg="addSp modSp mod setBg">
        <pc:chgData name="Bonola Virues Hector" userId="6b1c84c4-e4f8-42d7-8d85-645df8b21457" providerId="ADAL" clId="{B0ACCDE3-E60A-4DF5-ACD4-895F6C5B6608}" dt="2026-06-01T04:17:42.024" v="118" actId="26606"/>
        <pc:sldMkLst>
          <pc:docMk/>
          <pc:sldMk cId="4073840390" sldId="262"/>
        </pc:sldMkLst>
        <pc:spChg chg="mod">
          <ac:chgData name="Bonola Virues Hector" userId="6b1c84c4-e4f8-42d7-8d85-645df8b21457" providerId="ADAL" clId="{B0ACCDE3-E60A-4DF5-ACD4-895F6C5B6608}" dt="2026-06-01T04:17:42.024" v="118" actId="26606"/>
          <ac:spMkLst>
            <pc:docMk/>
            <pc:sldMk cId="4073840390" sldId="262"/>
            <ac:spMk id="2" creationId="{3F37E592-3FE5-69C9-37A8-93ED0BC21BF1}"/>
          </ac:spMkLst>
        </pc:spChg>
        <pc:spChg chg="add">
          <ac:chgData name="Bonola Virues Hector" userId="6b1c84c4-e4f8-42d7-8d85-645df8b21457" providerId="ADAL" clId="{B0ACCDE3-E60A-4DF5-ACD4-895F6C5B6608}" dt="2026-06-01T04:17:42.024" v="118" actId="26606"/>
          <ac:spMkLst>
            <pc:docMk/>
            <pc:sldMk cId="4073840390" sldId="262"/>
            <ac:spMk id="11" creationId="{A8384FB5-9ADC-4DDC-881B-597D56F5B15D}"/>
          </ac:spMkLst>
        </pc:spChg>
        <pc:spChg chg="add">
          <ac:chgData name="Bonola Virues Hector" userId="6b1c84c4-e4f8-42d7-8d85-645df8b21457" providerId="ADAL" clId="{B0ACCDE3-E60A-4DF5-ACD4-895F6C5B6608}" dt="2026-06-01T04:17:42.024" v="118" actId="26606"/>
          <ac:spMkLst>
            <pc:docMk/>
            <pc:sldMk cId="4073840390" sldId="262"/>
            <ac:spMk id="13" creationId="{1199E1B1-A8C0-4FE8-A5A8-1CB41D69F857}"/>
          </ac:spMkLst>
        </pc:spChg>
        <pc:spChg chg="add">
          <ac:chgData name="Bonola Virues Hector" userId="6b1c84c4-e4f8-42d7-8d85-645df8b21457" providerId="ADAL" clId="{B0ACCDE3-E60A-4DF5-ACD4-895F6C5B6608}" dt="2026-06-01T04:17:42.024" v="118" actId="26606"/>
          <ac:spMkLst>
            <pc:docMk/>
            <pc:sldMk cId="4073840390" sldId="262"/>
            <ac:spMk id="15" creationId="{84A8DE83-DE75-4B41-9DB4-A7EC0B0DEC0B}"/>
          </ac:spMkLst>
        </pc:spChg>
        <pc:spChg chg="add">
          <ac:chgData name="Bonola Virues Hector" userId="6b1c84c4-e4f8-42d7-8d85-645df8b21457" providerId="ADAL" clId="{B0ACCDE3-E60A-4DF5-ACD4-895F6C5B6608}" dt="2026-06-01T04:17:42.024" v="118" actId="26606"/>
          <ac:spMkLst>
            <pc:docMk/>
            <pc:sldMk cId="4073840390" sldId="262"/>
            <ac:spMk id="17" creationId="{A7009A0A-BEF5-4EAC-AF15-E4F9F002E239}"/>
          </ac:spMkLst>
        </pc:spChg>
        <pc:picChg chg="mod">
          <ac:chgData name="Bonola Virues Hector" userId="6b1c84c4-e4f8-42d7-8d85-645df8b21457" providerId="ADAL" clId="{B0ACCDE3-E60A-4DF5-ACD4-895F6C5B6608}" dt="2026-06-01T04:17:42.024" v="118" actId="26606"/>
          <ac:picMkLst>
            <pc:docMk/>
            <pc:sldMk cId="4073840390" sldId="262"/>
            <ac:picMk id="6" creationId="{A0A058A4-DDF9-F576-DEE6-A78E901A9121}"/>
          </ac:picMkLst>
        </pc:picChg>
      </pc:sldChg>
      <pc:sldChg chg="addSp delSp modSp mod setBg">
        <pc:chgData name="Bonola Virues Hector" userId="6b1c84c4-e4f8-42d7-8d85-645df8b21457" providerId="ADAL" clId="{B0ACCDE3-E60A-4DF5-ACD4-895F6C5B6608}" dt="2026-06-01T04:18:20.586" v="128" actId="26606"/>
        <pc:sldMkLst>
          <pc:docMk/>
          <pc:sldMk cId="165137793" sldId="263"/>
        </pc:sldMkLst>
        <pc:spChg chg="mod">
          <ac:chgData name="Bonola Virues Hector" userId="6b1c84c4-e4f8-42d7-8d85-645df8b21457" providerId="ADAL" clId="{B0ACCDE3-E60A-4DF5-ACD4-895F6C5B6608}" dt="2026-06-01T04:18:20.586" v="128" actId="26606"/>
          <ac:spMkLst>
            <pc:docMk/>
            <pc:sldMk cId="165137793" sldId="263"/>
            <ac:spMk id="2" creationId="{3CEB5859-B608-8A9B-A773-9715C1781E8F}"/>
          </ac:spMkLst>
        </pc:spChg>
        <pc:spChg chg="add del">
          <ac:chgData name="Bonola Virues Hector" userId="6b1c84c4-e4f8-42d7-8d85-645df8b21457" providerId="ADAL" clId="{B0ACCDE3-E60A-4DF5-ACD4-895F6C5B6608}" dt="2026-06-01T04:18:20.586" v="128" actId="26606"/>
          <ac:spMkLst>
            <pc:docMk/>
            <pc:sldMk cId="165137793" sldId="263"/>
            <ac:spMk id="11" creationId="{A8384FB5-9ADC-4DDC-881B-597D56F5B15D}"/>
          </ac:spMkLst>
        </pc:spChg>
        <pc:spChg chg="add del">
          <ac:chgData name="Bonola Virues Hector" userId="6b1c84c4-e4f8-42d7-8d85-645df8b21457" providerId="ADAL" clId="{B0ACCDE3-E60A-4DF5-ACD4-895F6C5B6608}" dt="2026-06-01T04:18:20.586" v="128" actId="26606"/>
          <ac:spMkLst>
            <pc:docMk/>
            <pc:sldMk cId="165137793" sldId="263"/>
            <ac:spMk id="13" creationId="{1199E1B1-A8C0-4FE8-A5A8-1CB41D69F857}"/>
          </ac:spMkLst>
        </pc:spChg>
        <pc:spChg chg="add del">
          <ac:chgData name="Bonola Virues Hector" userId="6b1c84c4-e4f8-42d7-8d85-645df8b21457" providerId="ADAL" clId="{B0ACCDE3-E60A-4DF5-ACD4-895F6C5B6608}" dt="2026-06-01T04:18:20.586" v="128" actId="26606"/>
          <ac:spMkLst>
            <pc:docMk/>
            <pc:sldMk cId="165137793" sldId="263"/>
            <ac:spMk id="15" creationId="{84A8DE83-DE75-4B41-9DB4-A7EC0B0DEC0B}"/>
          </ac:spMkLst>
        </pc:spChg>
        <pc:spChg chg="add del">
          <ac:chgData name="Bonola Virues Hector" userId="6b1c84c4-e4f8-42d7-8d85-645df8b21457" providerId="ADAL" clId="{B0ACCDE3-E60A-4DF5-ACD4-895F6C5B6608}" dt="2026-06-01T04:18:20.586" v="128" actId="26606"/>
          <ac:spMkLst>
            <pc:docMk/>
            <pc:sldMk cId="165137793" sldId="263"/>
            <ac:spMk id="17" creationId="{A7009A0A-BEF5-4EAC-AF15-E4F9F002E239}"/>
          </ac:spMkLst>
        </pc:spChg>
        <pc:spChg chg="add">
          <ac:chgData name="Bonola Virues Hector" userId="6b1c84c4-e4f8-42d7-8d85-645df8b21457" providerId="ADAL" clId="{B0ACCDE3-E60A-4DF5-ACD4-895F6C5B6608}" dt="2026-06-01T04:18:20.586" v="128" actId="26606"/>
          <ac:spMkLst>
            <pc:docMk/>
            <pc:sldMk cId="165137793" sldId="263"/>
            <ac:spMk id="22" creationId="{F0A604E4-7307-451C-93BE-F1F7E1BF3BF8}"/>
          </ac:spMkLst>
        </pc:spChg>
        <pc:spChg chg="add">
          <ac:chgData name="Bonola Virues Hector" userId="6b1c84c4-e4f8-42d7-8d85-645df8b21457" providerId="ADAL" clId="{B0ACCDE3-E60A-4DF5-ACD4-895F6C5B6608}" dt="2026-06-01T04:18:20.586" v="128" actId="26606"/>
          <ac:spMkLst>
            <pc:docMk/>
            <pc:sldMk cId="165137793" sldId="263"/>
            <ac:spMk id="24" creationId="{F7F3A0AA-35E5-4085-942B-737839030604}"/>
          </ac:spMkLst>
        </pc:spChg>
        <pc:spChg chg="add">
          <ac:chgData name="Bonola Virues Hector" userId="6b1c84c4-e4f8-42d7-8d85-645df8b21457" providerId="ADAL" clId="{B0ACCDE3-E60A-4DF5-ACD4-895F6C5B6608}" dt="2026-06-01T04:18:20.586" v="128" actId="26606"/>
          <ac:spMkLst>
            <pc:docMk/>
            <pc:sldMk cId="165137793" sldId="263"/>
            <ac:spMk id="26" creationId="{402F5C38-C747-4173-ABBF-656E39E82130}"/>
          </ac:spMkLst>
        </pc:spChg>
        <pc:spChg chg="add">
          <ac:chgData name="Bonola Virues Hector" userId="6b1c84c4-e4f8-42d7-8d85-645df8b21457" providerId="ADAL" clId="{B0ACCDE3-E60A-4DF5-ACD4-895F6C5B6608}" dt="2026-06-01T04:18:20.586" v="128" actId="26606"/>
          <ac:spMkLst>
            <pc:docMk/>
            <pc:sldMk cId="165137793" sldId="263"/>
            <ac:spMk id="28" creationId="{E37EECFC-A684-4391-AE85-4CDAF5565F61}"/>
          </ac:spMkLst>
        </pc:spChg>
        <pc:picChg chg="mod">
          <ac:chgData name="Bonola Virues Hector" userId="6b1c84c4-e4f8-42d7-8d85-645df8b21457" providerId="ADAL" clId="{B0ACCDE3-E60A-4DF5-ACD4-895F6C5B6608}" dt="2026-06-01T04:18:20.586" v="128" actId="26606"/>
          <ac:picMkLst>
            <pc:docMk/>
            <pc:sldMk cId="165137793" sldId="263"/>
            <ac:picMk id="6" creationId="{6B5DE7AA-C410-DBEE-F7C1-627424752594}"/>
          </ac:picMkLst>
        </pc:picChg>
      </pc:sldChg>
      <pc:sldChg chg="addSp delSp modSp mod setBg">
        <pc:chgData name="Bonola Virues Hector" userId="6b1c84c4-e4f8-42d7-8d85-645df8b21457" providerId="ADAL" clId="{B0ACCDE3-E60A-4DF5-ACD4-895F6C5B6608}" dt="2026-06-01T04:18:03.568" v="125" actId="14100"/>
        <pc:sldMkLst>
          <pc:docMk/>
          <pc:sldMk cId="28120874" sldId="264"/>
        </pc:sldMkLst>
        <pc:spChg chg="mod">
          <ac:chgData name="Bonola Virues Hector" userId="6b1c84c4-e4f8-42d7-8d85-645df8b21457" providerId="ADAL" clId="{B0ACCDE3-E60A-4DF5-ACD4-895F6C5B6608}" dt="2026-06-01T04:17:49.670" v="121" actId="26606"/>
          <ac:spMkLst>
            <pc:docMk/>
            <pc:sldMk cId="28120874" sldId="264"/>
            <ac:spMk id="2" creationId="{D87C44B1-5A85-DACB-2D70-8099417C39D7}"/>
          </ac:spMkLst>
        </pc:spChg>
        <pc:spChg chg="del">
          <ac:chgData name="Bonola Virues Hector" userId="6b1c84c4-e4f8-42d7-8d85-645df8b21457" providerId="ADAL" clId="{B0ACCDE3-E60A-4DF5-ACD4-895F6C5B6608}" dt="2026-06-01T04:15:56.698" v="102" actId="478"/>
          <ac:spMkLst>
            <pc:docMk/>
            <pc:sldMk cId="28120874" sldId="264"/>
            <ac:spMk id="3" creationId="{1AF61C2C-F575-1247-EBDD-98A0EB927AC5}"/>
          </ac:spMkLst>
        </pc:spChg>
        <pc:spChg chg="add del">
          <ac:chgData name="Bonola Virues Hector" userId="6b1c84c4-e4f8-42d7-8d85-645df8b21457" providerId="ADAL" clId="{B0ACCDE3-E60A-4DF5-ACD4-895F6C5B6608}" dt="2026-06-01T04:17:49.661" v="120" actId="26606"/>
          <ac:spMkLst>
            <pc:docMk/>
            <pc:sldMk cId="28120874" sldId="264"/>
            <ac:spMk id="11" creationId="{A8384FB5-9ADC-4DDC-881B-597D56F5B15D}"/>
          </ac:spMkLst>
        </pc:spChg>
        <pc:spChg chg="add del">
          <ac:chgData name="Bonola Virues Hector" userId="6b1c84c4-e4f8-42d7-8d85-645df8b21457" providerId="ADAL" clId="{B0ACCDE3-E60A-4DF5-ACD4-895F6C5B6608}" dt="2026-06-01T04:17:49.661" v="120" actId="26606"/>
          <ac:spMkLst>
            <pc:docMk/>
            <pc:sldMk cId="28120874" sldId="264"/>
            <ac:spMk id="13" creationId="{1199E1B1-A8C0-4FE8-A5A8-1CB41D69F857}"/>
          </ac:spMkLst>
        </pc:spChg>
        <pc:spChg chg="add del">
          <ac:chgData name="Bonola Virues Hector" userId="6b1c84c4-e4f8-42d7-8d85-645df8b21457" providerId="ADAL" clId="{B0ACCDE3-E60A-4DF5-ACD4-895F6C5B6608}" dt="2026-06-01T04:17:49.661" v="120" actId="26606"/>
          <ac:spMkLst>
            <pc:docMk/>
            <pc:sldMk cId="28120874" sldId="264"/>
            <ac:spMk id="15" creationId="{84A8DE83-DE75-4B41-9DB4-A7EC0B0DEC0B}"/>
          </ac:spMkLst>
        </pc:spChg>
        <pc:spChg chg="add del">
          <ac:chgData name="Bonola Virues Hector" userId="6b1c84c4-e4f8-42d7-8d85-645df8b21457" providerId="ADAL" clId="{B0ACCDE3-E60A-4DF5-ACD4-895F6C5B6608}" dt="2026-06-01T04:17:49.661" v="120" actId="26606"/>
          <ac:spMkLst>
            <pc:docMk/>
            <pc:sldMk cId="28120874" sldId="264"/>
            <ac:spMk id="17" creationId="{A7009A0A-BEF5-4EAC-AF15-E4F9F002E239}"/>
          </ac:spMkLst>
        </pc:spChg>
        <pc:spChg chg="add">
          <ac:chgData name="Bonola Virues Hector" userId="6b1c84c4-e4f8-42d7-8d85-645df8b21457" providerId="ADAL" clId="{B0ACCDE3-E60A-4DF5-ACD4-895F6C5B6608}" dt="2026-06-01T04:17:49.670" v="121" actId="26606"/>
          <ac:spMkLst>
            <pc:docMk/>
            <pc:sldMk cId="28120874" sldId="264"/>
            <ac:spMk id="19" creationId="{F8260ED5-17F7-4158-B241-D51DD4CF1B7E}"/>
          </ac:spMkLst>
        </pc:spChg>
        <pc:spChg chg="add">
          <ac:chgData name="Bonola Virues Hector" userId="6b1c84c4-e4f8-42d7-8d85-645df8b21457" providerId="ADAL" clId="{B0ACCDE3-E60A-4DF5-ACD4-895F6C5B6608}" dt="2026-06-01T04:17:49.670" v="121" actId="26606"/>
          <ac:spMkLst>
            <pc:docMk/>
            <pc:sldMk cId="28120874" sldId="264"/>
            <ac:spMk id="20" creationId="{A8384FB5-9ADC-4DDC-881B-597D56F5B15D}"/>
          </ac:spMkLst>
        </pc:spChg>
        <pc:spChg chg="add">
          <ac:chgData name="Bonola Virues Hector" userId="6b1c84c4-e4f8-42d7-8d85-645df8b21457" providerId="ADAL" clId="{B0ACCDE3-E60A-4DF5-ACD4-895F6C5B6608}" dt="2026-06-01T04:17:49.670" v="121" actId="26606"/>
          <ac:spMkLst>
            <pc:docMk/>
            <pc:sldMk cId="28120874" sldId="264"/>
            <ac:spMk id="21" creationId="{91E5A9A7-95C6-4F4F-B00E-C82E07FE62EF}"/>
          </ac:spMkLst>
        </pc:spChg>
        <pc:spChg chg="add">
          <ac:chgData name="Bonola Virues Hector" userId="6b1c84c4-e4f8-42d7-8d85-645df8b21457" providerId="ADAL" clId="{B0ACCDE3-E60A-4DF5-ACD4-895F6C5B6608}" dt="2026-06-01T04:17:49.670" v="121" actId="26606"/>
          <ac:spMkLst>
            <pc:docMk/>
            <pc:sldMk cId="28120874" sldId="264"/>
            <ac:spMk id="22" creationId="{D07DD2DE-F619-49DD-B5E7-03A290FF4ED1}"/>
          </ac:spMkLst>
        </pc:spChg>
        <pc:spChg chg="add">
          <ac:chgData name="Bonola Virues Hector" userId="6b1c84c4-e4f8-42d7-8d85-645df8b21457" providerId="ADAL" clId="{B0ACCDE3-E60A-4DF5-ACD4-895F6C5B6608}" dt="2026-06-01T04:17:49.670" v="121" actId="26606"/>
          <ac:spMkLst>
            <pc:docMk/>
            <pc:sldMk cId="28120874" sldId="264"/>
            <ac:spMk id="23" creationId="{85149191-5F60-4A28-AAFF-039F96B0F3EC}"/>
          </ac:spMkLst>
        </pc:spChg>
        <pc:picChg chg="mod">
          <ac:chgData name="Bonola Virues Hector" userId="6b1c84c4-e4f8-42d7-8d85-645df8b21457" providerId="ADAL" clId="{B0ACCDE3-E60A-4DF5-ACD4-895F6C5B6608}" dt="2026-06-01T04:18:03.568" v="125" actId="14100"/>
          <ac:picMkLst>
            <pc:docMk/>
            <pc:sldMk cId="28120874" sldId="264"/>
            <ac:picMk id="6" creationId="{3E850C5B-3494-54EA-E901-F40B88BDFBA9}"/>
          </ac:picMkLst>
        </pc:picChg>
      </pc:sldChg>
      <pc:sldChg chg="addSp delSp modSp mod setBg">
        <pc:chgData name="Bonola Virues Hector" userId="6b1c84c4-e4f8-42d7-8d85-645df8b21457" providerId="ADAL" clId="{B0ACCDE3-E60A-4DF5-ACD4-895F6C5B6608}" dt="2026-06-01T04:18:11.821" v="126" actId="26606"/>
        <pc:sldMkLst>
          <pc:docMk/>
          <pc:sldMk cId="1823974401" sldId="265"/>
        </pc:sldMkLst>
        <pc:spChg chg="mod">
          <ac:chgData name="Bonola Virues Hector" userId="6b1c84c4-e4f8-42d7-8d85-645df8b21457" providerId="ADAL" clId="{B0ACCDE3-E60A-4DF5-ACD4-895F6C5B6608}" dt="2026-06-01T04:18:11.821" v="126" actId="26606"/>
          <ac:spMkLst>
            <pc:docMk/>
            <pc:sldMk cId="1823974401" sldId="265"/>
            <ac:spMk id="2" creationId="{000491BF-3D0B-4EA2-2092-344C2C116DCF}"/>
          </ac:spMkLst>
        </pc:spChg>
        <pc:spChg chg="del">
          <ac:chgData name="Bonola Virues Hector" userId="6b1c84c4-e4f8-42d7-8d85-645df8b21457" providerId="ADAL" clId="{B0ACCDE3-E60A-4DF5-ACD4-895F6C5B6608}" dt="2026-06-01T04:16:04.039" v="103" actId="478"/>
          <ac:spMkLst>
            <pc:docMk/>
            <pc:sldMk cId="1823974401" sldId="265"/>
            <ac:spMk id="3" creationId="{CA4B2B20-80FA-7160-E61B-5CD2A078BB27}"/>
          </ac:spMkLst>
        </pc:spChg>
        <pc:spChg chg="add">
          <ac:chgData name="Bonola Virues Hector" userId="6b1c84c4-e4f8-42d7-8d85-645df8b21457" providerId="ADAL" clId="{B0ACCDE3-E60A-4DF5-ACD4-895F6C5B6608}" dt="2026-06-01T04:18:11.821" v="126" actId="26606"/>
          <ac:spMkLst>
            <pc:docMk/>
            <pc:sldMk cId="1823974401" sldId="265"/>
            <ac:spMk id="11" creationId="{A8384FB5-9ADC-4DDC-881B-597D56F5B15D}"/>
          </ac:spMkLst>
        </pc:spChg>
        <pc:spChg chg="add">
          <ac:chgData name="Bonola Virues Hector" userId="6b1c84c4-e4f8-42d7-8d85-645df8b21457" providerId="ADAL" clId="{B0ACCDE3-E60A-4DF5-ACD4-895F6C5B6608}" dt="2026-06-01T04:18:11.821" v="126" actId="26606"/>
          <ac:spMkLst>
            <pc:docMk/>
            <pc:sldMk cId="1823974401" sldId="265"/>
            <ac:spMk id="13" creationId="{1199E1B1-A8C0-4FE8-A5A8-1CB41D69F857}"/>
          </ac:spMkLst>
        </pc:spChg>
        <pc:spChg chg="add">
          <ac:chgData name="Bonola Virues Hector" userId="6b1c84c4-e4f8-42d7-8d85-645df8b21457" providerId="ADAL" clId="{B0ACCDE3-E60A-4DF5-ACD4-895F6C5B6608}" dt="2026-06-01T04:18:11.821" v="126" actId="26606"/>
          <ac:spMkLst>
            <pc:docMk/>
            <pc:sldMk cId="1823974401" sldId="265"/>
            <ac:spMk id="15" creationId="{84A8DE83-DE75-4B41-9DB4-A7EC0B0DEC0B}"/>
          </ac:spMkLst>
        </pc:spChg>
        <pc:spChg chg="add">
          <ac:chgData name="Bonola Virues Hector" userId="6b1c84c4-e4f8-42d7-8d85-645df8b21457" providerId="ADAL" clId="{B0ACCDE3-E60A-4DF5-ACD4-895F6C5B6608}" dt="2026-06-01T04:18:11.821" v="126" actId="26606"/>
          <ac:spMkLst>
            <pc:docMk/>
            <pc:sldMk cId="1823974401" sldId="265"/>
            <ac:spMk id="17" creationId="{A7009A0A-BEF5-4EAC-AF15-E4F9F002E239}"/>
          </ac:spMkLst>
        </pc:spChg>
        <pc:picChg chg="mod">
          <ac:chgData name="Bonola Virues Hector" userId="6b1c84c4-e4f8-42d7-8d85-645df8b21457" providerId="ADAL" clId="{B0ACCDE3-E60A-4DF5-ACD4-895F6C5B6608}" dt="2026-06-01T04:18:11.821" v="126" actId="26606"/>
          <ac:picMkLst>
            <pc:docMk/>
            <pc:sldMk cId="1823974401" sldId="265"/>
            <ac:picMk id="6" creationId="{BD6A134B-84C1-3350-773F-B2C7252B4331}"/>
          </ac:picMkLst>
        </pc:picChg>
      </pc:sldChg>
      <pc:sldChg chg="addSp delSp modSp mod setBg">
        <pc:chgData name="Bonola Virues Hector" userId="6b1c84c4-e4f8-42d7-8d85-645df8b21457" providerId="ADAL" clId="{B0ACCDE3-E60A-4DF5-ACD4-895F6C5B6608}" dt="2026-06-01T04:18:24.532" v="129" actId="26606"/>
        <pc:sldMkLst>
          <pc:docMk/>
          <pc:sldMk cId="1937074573" sldId="266"/>
        </pc:sldMkLst>
        <pc:spChg chg="mod">
          <ac:chgData name="Bonola Virues Hector" userId="6b1c84c4-e4f8-42d7-8d85-645df8b21457" providerId="ADAL" clId="{B0ACCDE3-E60A-4DF5-ACD4-895F6C5B6608}" dt="2026-06-01T04:18:24.532" v="129" actId="26606"/>
          <ac:spMkLst>
            <pc:docMk/>
            <pc:sldMk cId="1937074573" sldId="266"/>
            <ac:spMk id="2" creationId="{DDD9C56E-9B45-2E8A-04C6-41E864CF2B1C}"/>
          </ac:spMkLst>
        </pc:spChg>
        <pc:spChg chg="del">
          <ac:chgData name="Bonola Virues Hector" userId="6b1c84c4-e4f8-42d7-8d85-645df8b21457" providerId="ADAL" clId="{B0ACCDE3-E60A-4DF5-ACD4-895F6C5B6608}" dt="2026-06-01T04:16:15.073" v="106" actId="478"/>
          <ac:spMkLst>
            <pc:docMk/>
            <pc:sldMk cId="1937074573" sldId="266"/>
            <ac:spMk id="3" creationId="{B0D4CA89-565D-55E5-1BE0-844EE9C9D37A}"/>
          </ac:spMkLst>
        </pc:spChg>
        <pc:spChg chg="add del">
          <ac:chgData name="Bonola Virues Hector" userId="6b1c84c4-e4f8-42d7-8d85-645df8b21457" providerId="ADAL" clId="{B0ACCDE3-E60A-4DF5-ACD4-895F6C5B6608}" dt="2026-06-01T04:18:24.532" v="129" actId="26606"/>
          <ac:spMkLst>
            <pc:docMk/>
            <pc:sldMk cId="1937074573" sldId="266"/>
            <ac:spMk id="11" creationId="{A8384FB5-9ADC-4DDC-881B-597D56F5B15D}"/>
          </ac:spMkLst>
        </pc:spChg>
        <pc:spChg chg="add del">
          <ac:chgData name="Bonola Virues Hector" userId="6b1c84c4-e4f8-42d7-8d85-645df8b21457" providerId="ADAL" clId="{B0ACCDE3-E60A-4DF5-ACD4-895F6C5B6608}" dt="2026-06-01T04:18:24.532" v="129" actId="26606"/>
          <ac:spMkLst>
            <pc:docMk/>
            <pc:sldMk cId="1937074573" sldId="266"/>
            <ac:spMk id="13" creationId="{1199E1B1-A8C0-4FE8-A5A8-1CB41D69F857}"/>
          </ac:spMkLst>
        </pc:spChg>
        <pc:spChg chg="add del">
          <ac:chgData name="Bonola Virues Hector" userId="6b1c84c4-e4f8-42d7-8d85-645df8b21457" providerId="ADAL" clId="{B0ACCDE3-E60A-4DF5-ACD4-895F6C5B6608}" dt="2026-06-01T04:18:24.532" v="129" actId="26606"/>
          <ac:spMkLst>
            <pc:docMk/>
            <pc:sldMk cId="1937074573" sldId="266"/>
            <ac:spMk id="15" creationId="{84A8DE83-DE75-4B41-9DB4-A7EC0B0DEC0B}"/>
          </ac:spMkLst>
        </pc:spChg>
        <pc:spChg chg="add del">
          <ac:chgData name="Bonola Virues Hector" userId="6b1c84c4-e4f8-42d7-8d85-645df8b21457" providerId="ADAL" clId="{B0ACCDE3-E60A-4DF5-ACD4-895F6C5B6608}" dt="2026-06-01T04:18:24.532" v="129" actId="26606"/>
          <ac:spMkLst>
            <pc:docMk/>
            <pc:sldMk cId="1937074573" sldId="266"/>
            <ac:spMk id="17" creationId="{A7009A0A-BEF5-4EAC-AF15-E4F9F002E239}"/>
          </ac:spMkLst>
        </pc:spChg>
        <pc:spChg chg="add">
          <ac:chgData name="Bonola Virues Hector" userId="6b1c84c4-e4f8-42d7-8d85-645df8b21457" providerId="ADAL" clId="{B0ACCDE3-E60A-4DF5-ACD4-895F6C5B6608}" dt="2026-06-01T04:18:24.532" v="129" actId="26606"/>
          <ac:spMkLst>
            <pc:docMk/>
            <pc:sldMk cId="1937074573" sldId="266"/>
            <ac:spMk id="22" creationId="{F0A604E4-7307-451C-93BE-F1F7E1BF3BF8}"/>
          </ac:spMkLst>
        </pc:spChg>
        <pc:spChg chg="add">
          <ac:chgData name="Bonola Virues Hector" userId="6b1c84c4-e4f8-42d7-8d85-645df8b21457" providerId="ADAL" clId="{B0ACCDE3-E60A-4DF5-ACD4-895F6C5B6608}" dt="2026-06-01T04:18:24.532" v="129" actId="26606"/>
          <ac:spMkLst>
            <pc:docMk/>
            <pc:sldMk cId="1937074573" sldId="266"/>
            <ac:spMk id="24" creationId="{F7F3A0AA-35E5-4085-942B-737839030604}"/>
          </ac:spMkLst>
        </pc:spChg>
        <pc:spChg chg="add">
          <ac:chgData name="Bonola Virues Hector" userId="6b1c84c4-e4f8-42d7-8d85-645df8b21457" providerId="ADAL" clId="{B0ACCDE3-E60A-4DF5-ACD4-895F6C5B6608}" dt="2026-06-01T04:18:24.532" v="129" actId="26606"/>
          <ac:spMkLst>
            <pc:docMk/>
            <pc:sldMk cId="1937074573" sldId="266"/>
            <ac:spMk id="26" creationId="{402F5C38-C747-4173-ABBF-656E39E82130}"/>
          </ac:spMkLst>
        </pc:spChg>
        <pc:spChg chg="add">
          <ac:chgData name="Bonola Virues Hector" userId="6b1c84c4-e4f8-42d7-8d85-645df8b21457" providerId="ADAL" clId="{B0ACCDE3-E60A-4DF5-ACD4-895F6C5B6608}" dt="2026-06-01T04:18:24.532" v="129" actId="26606"/>
          <ac:spMkLst>
            <pc:docMk/>
            <pc:sldMk cId="1937074573" sldId="266"/>
            <ac:spMk id="28" creationId="{E37EECFC-A684-4391-AE85-4CDAF5565F61}"/>
          </ac:spMkLst>
        </pc:spChg>
        <pc:picChg chg="mod">
          <ac:chgData name="Bonola Virues Hector" userId="6b1c84c4-e4f8-42d7-8d85-645df8b21457" providerId="ADAL" clId="{B0ACCDE3-E60A-4DF5-ACD4-895F6C5B6608}" dt="2026-06-01T04:18:24.532" v="129" actId="26606"/>
          <ac:picMkLst>
            <pc:docMk/>
            <pc:sldMk cId="1937074573" sldId="266"/>
            <ac:picMk id="6" creationId="{1A2A53B0-167F-FE38-0512-00217D461FA9}"/>
          </ac:picMkLst>
        </pc:picChg>
      </pc:sldChg>
      <pc:sldChg chg="addSp delSp modSp mod setBg">
        <pc:chgData name="Bonola Virues Hector" userId="6b1c84c4-e4f8-42d7-8d85-645df8b21457" providerId="ADAL" clId="{B0ACCDE3-E60A-4DF5-ACD4-895F6C5B6608}" dt="2026-06-01T04:18:38.845" v="132" actId="14100"/>
        <pc:sldMkLst>
          <pc:docMk/>
          <pc:sldMk cId="257134508" sldId="267"/>
        </pc:sldMkLst>
        <pc:spChg chg="mod">
          <ac:chgData name="Bonola Virues Hector" userId="6b1c84c4-e4f8-42d7-8d85-645df8b21457" providerId="ADAL" clId="{B0ACCDE3-E60A-4DF5-ACD4-895F6C5B6608}" dt="2026-06-01T04:18:32.258" v="130" actId="26606"/>
          <ac:spMkLst>
            <pc:docMk/>
            <pc:sldMk cId="257134508" sldId="267"/>
            <ac:spMk id="2" creationId="{B5A1984E-19B1-2053-7521-4F8B04CBCFBB}"/>
          </ac:spMkLst>
        </pc:spChg>
        <pc:spChg chg="del">
          <ac:chgData name="Bonola Virues Hector" userId="6b1c84c4-e4f8-42d7-8d85-645df8b21457" providerId="ADAL" clId="{B0ACCDE3-E60A-4DF5-ACD4-895F6C5B6608}" dt="2026-06-01T04:16:27.151" v="109" actId="478"/>
          <ac:spMkLst>
            <pc:docMk/>
            <pc:sldMk cId="257134508" sldId="267"/>
            <ac:spMk id="3" creationId="{B926908D-3790-53AD-A27F-1209A3DD840B}"/>
          </ac:spMkLst>
        </pc:spChg>
        <pc:spChg chg="add">
          <ac:chgData name="Bonola Virues Hector" userId="6b1c84c4-e4f8-42d7-8d85-645df8b21457" providerId="ADAL" clId="{B0ACCDE3-E60A-4DF5-ACD4-895F6C5B6608}" dt="2026-06-01T04:18:32.258" v="130" actId="26606"/>
          <ac:spMkLst>
            <pc:docMk/>
            <pc:sldMk cId="257134508" sldId="267"/>
            <ac:spMk id="7175" creationId="{A8384FB5-9ADC-4DDC-881B-597D56F5B15D}"/>
          </ac:spMkLst>
        </pc:spChg>
        <pc:spChg chg="add">
          <ac:chgData name="Bonola Virues Hector" userId="6b1c84c4-e4f8-42d7-8d85-645df8b21457" providerId="ADAL" clId="{B0ACCDE3-E60A-4DF5-ACD4-895F6C5B6608}" dt="2026-06-01T04:18:32.258" v="130" actId="26606"/>
          <ac:spMkLst>
            <pc:docMk/>
            <pc:sldMk cId="257134508" sldId="267"/>
            <ac:spMk id="7177" creationId="{1199E1B1-A8C0-4FE8-A5A8-1CB41D69F857}"/>
          </ac:spMkLst>
        </pc:spChg>
        <pc:spChg chg="add">
          <ac:chgData name="Bonola Virues Hector" userId="6b1c84c4-e4f8-42d7-8d85-645df8b21457" providerId="ADAL" clId="{B0ACCDE3-E60A-4DF5-ACD4-895F6C5B6608}" dt="2026-06-01T04:18:32.258" v="130" actId="26606"/>
          <ac:spMkLst>
            <pc:docMk/>
            <pc:sldMk cId="257134508" sldId="267"/>
            <ac:spMk id="7179" creationId="{84A8DE83-DE75-4B41-9DB4-A7EC0B0DEC0B}"/>
          </ac:spMkLst>
        </pc:spChg>
        <pc:spChg chg="add">
          <ac:chgData name="Bonola Virues Hector" userId="6b1c84c4-e4f8-42d7-8d85-645df8b21457" providerId="ADAL" clId="{B0ACCDE3-E60A-4DF5-ACD4-895F6C5B6608}" dt="2026-06-01T04:18:32.258" v="130" actId="26606"/>
          <ac:spMkLst>
            <pc:docMk/>
            <pc:sldMk cId="257134508" sldId="267"/>
            <ac:spMk id="7181" creationId="{A7009A0A-BEF5-4EAC-AF15-E4F9F002E239}"/>
          </ac:spMkLst>
        </pc:spChg>
        <pc:picChg chg="mod">
          <ac:chgData name="Bonola Virues Hector" userId="6b1c84c4-e4f8-42d7-8d85-645df8b21457" providerId="ADAL" clId="{B0ACCDE3-E60A-4DF5-ACD4-895F6C5B6608}" dt="2026-06-01T04:18:38.845" v="132" actId="14100"/>
          <ac:picMkLst>
            <pc:docMk/>
            <pc:sldMk cId="257134508" sldId="267"/>
            <ac:picMk id="7170" creationId="{BA3F9562-8C96-D0AA-AD24-FD65A5E3741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492684-F6B9-4445-BA49-9AA10E6CFAD6}" type="datetimeFigureOut">
              <a:rPr lang="es-419" smtClean="0"/>
              <a:t>31/5/2026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BF0A9F-34CB-4839-893C-8D162E776B0C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9435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EC721A-CADD-D95C-3CA6-7ADDA5E75B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7785E1-E09A-AA0A-110B-51EF0083E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974158-5857-53D5-0C60-7BCB82236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6DEF-FE22-476F-B9DE-893C0B834F50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C47C83-3E00-9F9E-4EC2-E75B76FCD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900001-F2B5-AF8C-DC4E-E512ED4FE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E3C8-7CBE-48F5-940E-528851FE4B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425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C23D0B-7ABC-0B14-CEBD-60CB7BA6B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FA20FB-A896-552A-9EC6-8F52104DF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3E5C51-02EA-70A8-DDA9-A49F1DF23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6DEF-FE22-476F-B9DE-893C0B834F50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DBCD43-F510-835B-B4BD-C92086E35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0DFD79-6131-A07A-57DD-12EECB7BE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E3C8-7CBE-48F5-940E-528851FE4B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93060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5DCC65-B004-FF08-443A-06C3AC7E9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688461-2399-EB84-87C0-C1983D747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B0B20D-C643-9AA2-CE92-609866AC0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6DEF-FE22-476F-B9DE-893C0B834F50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59F945-04CA-3462-B6FF-453F04DD1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0854A4-3397-4CCD-9B33-55C20622A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E3C8-7CBE-48F5-940E-528851FE4B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69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27353A-1FB8-C8CE-7268-C074FBAC1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8B6B9B-0986-85DF-F608-F4A53CC47A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55A8D05-3061-F21C-397F-6A00A31DAC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8D06941-CE49-F8A9-CB08-62E7571C6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6DEF-FE22-476F-B9DE-893C0B834F50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FA98F72-18DB-B158-58EB-E56FE23A5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B61148A-683D-12BF-8139-FE0DD3EEE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E3C8-7CBE-48F5-940E-528851FE4B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10876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5556C8-F6E3-AF6B-93BF-F006746BB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BF343B-1347-ADA5-5A38-6E107DDF3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154F48C-7627-BA29-A4B0-8D11295A5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6789105-344C-D70B-8ED6-82260574F2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CD78EA5-8828-5755-0113-1428639FF7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C8FC9F7-E5AC-9465-98EE-1B0E5E2E4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6DEF-FE22-476F-B9DE-893C0B834F50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8EC1DF7-8714-5972-4EBA-26B497DD9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15DE81B-E5FC-D3FD-666A-F8F486B8F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E3C8-7CBE-48F5-940E-528851FE4B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1120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23614-8255-A4BE-C7E0-06235FC67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73DFACA-9E59-6813-1461-FF4D05960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6DEF-FE22-476F-B9DE-893C0B834F50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F031215-85D6-1F80-AFBD-359CF4DE7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0C75492-B089-97D8-54C3-210C5A14E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E3C8-7CBE-48F5-940E-528851FE4B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10385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EC2B280-6B07-4A01-BC62-E8908E92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6DEF-FE22-476F-B9DE-893C0B834F50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B33A184-93B5-ED19-C322-753F2F2B9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B94A408-65A1-7CDB-CC39-2A9BB0492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E3C8-7CBE-48F5-940E-528851FE4B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90551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2B952-6A80-EA6C-2D26-1D006DF7C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56FA28-905A-EB27-4B5D-06E9F30EB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2D638D5-8F7C-9A57-B0BF-8510D41BE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4A4182-8747-565D-F67C-ECAC63AB6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6DEF-FE22-476F-B9DE-893C0B834F50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040A1A-9801-890E-4444-6B1F6D191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262311-8283-11B8-DFB1-5E9C69636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E3C8-7CBE-48F5-940E-528851FE4B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03691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EB727F-4D07-C9B6-457C-585E640C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0B985CB-42FB-0E4F-2794-48276B1E42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33BFB1E-EDC2-BD4A-C4A7-785CE68E2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0BF186-8C9A-4E75-E49C-1FE515AE5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6DEF-FE22-476F-B9DE-893C0B834F50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1CCA8F-6D8F-77DC-97FB-0EED81453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10A1FBD-446A-1226-863F-B97882F3A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E3C8-7CBE-48F5-940E-528851FE4B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95550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D49EED-2667-BE17-6006-ED84CA4B3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CA6C9DA-FBF3-1FC5-C5FE-0D7E17E63D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0CF7FC-B671-7794-9B65-8F0C08242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6DEF-FE22-476F-B9DE-893C0B834F50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087168-3CCE-1917-5378-0951ABA91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F5AB76-2B33-C9A7-3A10-2010D040E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E3C8-7CBE-48F5-940E-528851FE4B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84464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E6D32C3-C594-D2CB-C698-FE9FB4E80A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7A12C02-37F5-77DE-F57A-0B4C807FD4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A230F6-20A4-7FBA-9444-1AF94C684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6DEF-FE22-476F-B9DE-893C0B834F50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421212-86B1-4146-6ABE-645A20325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8D27DA-01EA-578B-8DFE-E18E28EEE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E3C8-7CBE-48F5-940E-528851FE4B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53887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BC66379-1153-ACEE-CC29-A912B2C95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C26D6A-983A-1FCA-677E-A6976DEFF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AF8BD8-9938-1977-8CD6-6D828A8185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616DEF-FE22-476F-B9DE-893C0B834F50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FF62A4-FB5C-0E65-9791-2A711B1663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29DCEB-A5FF-4CA9-166F-A2DAC71B5B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AAE3C8-7CBE-48F5-940E-528851FE4B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22602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s-es/azure/architecture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8B507B-8437-A7D9-87D1-EF33E29885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080" r="9091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4E6DA5A-F94F-67BA-8A5D-102D70289B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8737" y="1562101"/>
            <a:ext cx="4359744" cy="2738530"/>
          </a:xfrm>
        </p:spPr>
        <p:txBody>
          <a:bodyPr anchor="t">
            <a:normAutofit/>
          </a:bodyPr>
          <a:lstStyle/>
          <a:p>
            <a:r>
              <a:rPr lang="es-419"/>
              <a:t>COMPUTO EN LA NUBE</a:t>
            </a:r>
            <a:endParaRPr lang="es-419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FB2F6E-3F45-8858-4F77-833DFC66D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0273" y="4300631"/>
            <a:ext cx="4358208" cy="93376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s-419" sz="1500"/>
              <a:t>INGENIERIA DE CIBERSEGURIDAD E INFRAESTRUCTURA DE COMPUTO</a:t>
            </a:r>
          </a:p>
        </p:txBody>
      </p:sp>
    </p:spTree>
    <p:extLst>
      <p:ext uri="{BB962C8B-B14F-4D97-AF65-F5344CB8AC3E}">
        <p14:creationId xmlns:p14="http://schemas.microsoft.com/office/powerpoint/2010/main" val="2626740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9C76A-E0B9-D078-6C3B-56D8BECFF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9978" y="741391"/>
            <a:ext cx="3369234" cy="1616203"/>
          </a:xfrm>
        </p:spPr>
        <p:txBody>
          <a:bodyPr anchor="b">
            <a:normAutofit/>
          </a:bodyPr>
          <a:lstStyle/>
          <a:p>
            <a:r>
              <a:rPr lang="es-MX" sz="3200"/>
              <a:t>Arquitecturas de nube fundamentales</a:t>
            </a:r>
            <a:endParaRPr lang="es-419" sz="3200"/>
          </a:p>
        </p:txBody>
      </p:sp>
      <p:pic>
        <p:nvPicPr>
          <p:cNvPr id="43" name="Picture 35" descr="Edificio de gran altura entre rascacielos">
            <a:extLst>
              <a:ext uri="{FF2B5EF4-FFF2-40B4-BE49-F238E27FC236}">
                <a16:creationId xmlns:a16="http://schemas.microsoft.com/office/drawing/2014/main" id="{45077E53-029C-B316-8091-E67DB0328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21" r="4258"/>
          <a:stretch>
            <a:fillRect/>
          </a:stretch>
        </p:blipFill>
        <p:spPr>
          <a:xfrm>
            <a:off x="20" y="10"/>
            <a:ext cx="7390243" cy="6857990"/>
          </a:xfrm>
          <a:prstGeom prst="rect">
            <a:avLst/>
          </a:prstGeom>
        </p:spPr>
      </p:pic>
      <p:sp>
        <p:nvSpPr>
          <p:cNvPr id="45" name="Rectangle 39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79677" y="2347416"/>
            <a:ext cx="1630908" cy="7390262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1919061" y="1919060"/>
            <a:ext cx="6854280" cy="30161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461657" y="4425055"/>
            <a:ext cx="2928605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45643B-8C48-789B-8D04-A25810081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9978" y="2533476"/>
            <a:ext cx="3369234" cy="3447832"/>
          </a:xfrm>
        </p:spPr>
        <p:txBody>
          <a:bodyPr anchor="t">
            <a:normAutofit/>
          </a:bodyPr>
          <a:lstStyle/>
          <a:p>
            <a:r>
              <a:rPr lang="es-ES" sz="1300"/>
              <a:t>Arquitectura de distribución de carga </a:t>
            </a:r>
          </a:p>
          <a:p>
            <a:r>
              <a:rPr lang="es-ES" sz="1300"/>
              <a:t>Arquitectura de asignación de servicios </a:t>
            </a:r>
          </a:p>
          <a:p>
            <a:r>
              <a:rPr lang="es-ES" sz="1300"/>
              <a:t>Arquitectura de escalabilidad dinámica </a:t>
            </a:r>
          </a:p>
          <a:p>
            <a:r>
              <a:rPr lang="es-ES" sz="1300"/>
              <a:t>Arquitectura de capacidad elástica de recursos </a:t>
            </a:r>
          </a:p>
          <a:p>
            <a:r>
              <a:rPr lang="es-ES" sz="1300"/>
              <a:t>Arquitectura de balance de servicio </a:t>
            </a:r>
          </a:p>
          <a:p>
            <a:r>
              <a:rPr lang="es-ES" sz="1300"/>
              <a:t>Arquitectura bursting de nube </a:t>
            </a:r>
          </a:p>
          <a:p>
            <a:r>
              <a:rPr lang="es-ES" sz="1300"/>
              <a:t>Arquitectura elástica de aprovisionamiento de disco </a:t>
            </a:r>
          </a:p>
          <a:p>
            <a:r>
              <a:rPr lang="es-ES" sz="1300"/>
              <a:t>Arquitectura de redundancia de almacenamiento</a:t>
            </a:r>
          </a:p>
        </p:txBody>
      </p:sp>
    </p:spTree>
    <p:extLst>
      <p:ext uri="{BB962C8B-B14F-4D97-AF65-F5344CB8AC3E}">
        <p14:creationId xmlns:p14="http://schemas.microsoft.com/office/powerpoint/2010/main" val="1909453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809B41-7EAB-9EB9-0CCC-7FE005076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Arquitecturas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AA8000-F008-0588-E4C3-11ED8E2BD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737"/>
            <a:ext cx="10515600" cy="48002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 dirty="0"/>
              <a:t>Es el diseño y organización de todos los componentes tecnológicos que permiten que una aplicación o sistema funcione en internet en lugar de en servidores locales.</a:t>
            </a:r>
            <a:endParaRPr lang="es-MX" sz="2000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73AC6AFA-DE37-EF23-09B0-9F29637746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609776"/>
              </p:ext>
            </p:extLst>
          </p:nvPr>
        </p:nvGraphicFramePr>
        <p:xfrm>
          <a:off x="396949" y="1998465"/>
          <a:ext cx="11398102" cy="458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9051">
                  <a:extLst>
                    <a:ext uri="{9D8B030D-6E8A-4147-A177-3AD203B41FA5}">
                      <a16:colId xmlns:a16="http://schemas.microsoft.com/office/drawing/2014/main" val="3928066432"/>
                    </a:ext>
                  </a:extLst>
                </a:gridCol>
                <a:gridCol w="5699051">
                  <a:extLst>
                    <a:ext uri="{9D8B030D-6E8A-4147-A177-3AD203B41FA5}">
                      <a16:colId xmlns:a16="http://schemas.microsoft.com/office/drawing/2014/main" val="13986081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Diseño típico en las instalaciones</a:t>
                      </a:r>
                      <a:endParaRPr lang="es-MX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Diseño típico de nube</a:t>
                      </a:r>
                      <a:endParaRPr lang="es-ES" sz="18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923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Funcionalidad y datos monolíticos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Funcionalidad y datos distribuidos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5847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Diseñado para una escala predecible o está sobre aprovisionado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Diseñado para la escala elástica</a:t>
                      </a:r>
                    </a:p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0181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Base de datos relacional</a:t>
                      </a:r>
                    </a:p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Persistencia políglota mediante una combinación de tecnologías de almacenamiento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412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Procesamiento sincronizado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Procesamiento asincrónico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281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Diseñado para evitar fallos y mide el tiempo medio entre fallos (MTBF)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Diseñado para resistir fallos y mide el MTBF</a:t>
                      </a:r>
                    </a:p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137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Los recursos se aprovisionan mediante funciones de 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Preparado para fallos y mide el tiempo medio de reparación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492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Administración de servidores manual o semiautomática</a:t>
                      </a:r>
                    </a:p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Los recursos se aprovisionan según sea necesario mediante la infraestructura como código</a:t>
                      </a:r>
                    </a:p>
                    <a:p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Infraestructura inmutable y reemplazable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403637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0837D0B3-0065-0C28-86DD-9D5D98205941}"/>
              </a:ext>
            </a:extLst>
          </p:cNvPr>
          <p:cNvSpPr txBox="1"/>
          <p:nvPr/>
        </p:nvSpPr>
        <p:spPr>
          <a:xfrm>
            <a:off x="4341688" y="57348"/>
            <a:ext cx="78503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hlinkClick r:id="rId2"/>
              </a:rPr>
              <a:t>Centro de </a:t>
            </a:r>
            <a:r>
              <a:rPr lang="pt-BR" sz="1400" dirty="0" err="1">
                <a:hlinkClick r:id="rId2"/>
              </a:rPr>
              <a:t>arquitectura</a:t>
            </a:r>
            <a:r>
              <a:rPr lang="pt-BR" sz="1400" dirty="0">
                <a:hlinkClick r:id="rId2"/>
              </a:rPr>
              <a:t> de Azure - Azure </a:t>
            </a:r>
            <a:r>
              <a:rPr lang="pt-BR" sz="1400" dirty="0" err="1">
                <a:hlinkClick r:id="rId2"/>
              </a:rPr>
              <a:t>Architecture</a:t>
            </a:r>
            <a:r>
              <a:rPr lang="pt-BR" sz="1400" dirty="0">
                <a:hlinkClick r:id="rId2"/>
              </a:rPr>
              <a:t> Center | Microsoft </a:t>
            </a:r>
            <a:r>
              <a:rPr lang="pt-BR" sz="1400" dirty="0" err="1">
                <a:hlinkClick r:id="rId2"/>
              </a:rPr>
              <a:t>Learn</a:t>
            </a:r>
            <a:endParaRPr lang="es-MX" sz="1400" dirty="0"/>
          </a:p>
        </p:txBody>
      </p:sp>
    </p:spTree>
    <p:extLst>
      <p:ext uri="{BB962C8B-B14F-4D97-AF65-F5344CB8AC3E}">
        <p14:creationId xmlns:p14="http://schemas.microsoft.com/office/powerpoint/2010/main" val="2208310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E2765A9-7EDF-DB29-A5A1-42C94F3200A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70670" y="10433"/>
            <a:ext cx="8864165" cy="6847568"/>
          </a:xfrm>
          <a:prstGeom prst="rect">
            <a:avLst/>
          </a:prstGeom>
          <a:ln>
            <a:noFill/>
          </a:ln>
        </p:spPr>
      </p:pic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840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37E592-3FE5-69C9-37A8-93ED0BC21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 niveles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0A058A4-DDF9-F576-DEE6-A78E901A9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853" y="1966293"/>
            <a:ext cx="9626292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840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CEB5859-B608-8A9B-A773-9715C1781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5490971"/>
            <a:ext cx="6962072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Web-Cola-Trabajo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B5DE7AA-C410-DBEE-F7C1-627424752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52" y="390832"/>
            <a:ext cx="10270714" cy="451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37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1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87C44B1-5A85-DACB-2D70-8099417C3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Microservicios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E850C5B-3494-54EA-E901-F40B88BDF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4" y="478712"/>
            <a:ext cx="8063573" cy="596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0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0491BF-3D0B-4EA2-2092-344C2C116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Eventos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D6A134B-84C1-3350-773F-B2C7252B4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25" y="2011820"/>
            <a:ext cx="11327549" cy="436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974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DD9C56E-9B45-2E8A-04C6-41E864CF2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5490971"/>
            <a:ext cx="6962072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Macrodatos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A2A53B0-167F-FE38-0512-00217D461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35" y="639749"/>
            <a:ext cx="11327549" cy="402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074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77" name="Rectangle 717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79" name="Rectangle 717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81" name="Rectangle 718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5A1984E-19B1-2053-7521-4F8B04CBC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Computación a gran escala</a:t>
            </a:r>
          </a:p>
        </p:txBody>
      </p:sp>
      <p:pic>
        <p:nvPicPr>
          <p:cNvPr id="7170" name="Picture 2" descr="Diagrama que muestra un estilo de arquitectura de proceso grande.">
            <a:extLst>
              <a:ext uri="{FF2B5EF4-FFF2-40B4-BE49-F238E27FC236}">
                <a16:creationId xmlns:a16="http://schemas.microsoft.com/office/drawing/2014/main" id="{BA3F9562-8C96-D0AA-AD24-FD65A5E37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96633" y="1966292"/>
            <a:ext cx="7697971" cy="4821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1345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4697</TotalTime>
  <Words>215</Words>
  <Application>Microsoft Office PowerPoint</Application>
  <PresentationFormat>Panorámica</PresentationFormat>
  <Paragraphs>37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COMPUTO EN LA NUBE</vt:lpstr>
      <vt:lpstr>Arquitecturas de nube fundamentales</vt:lpstr>
      <vt:lpstr>Arquitecturas</vt:lpstr>
      <vt:lpstr>Presentación de PowerPoint</vt:lpstr>
      <vt:lpstr>N niveles</vt:lpstr>
      <vt:lpstr>Web-Cola-Trabajo</vt:lpstr>
      <vt:lpstr>Microservicios</vt:lpstr>
      <vt:lpstr>Eventos</vt:lpstr>
      <vt:lpstr>Macrodatos</vt:lpstr>
      <vt:lpstr>Computación a gran escala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Bonola Virues Hector</dc:creator>
  <cp:lastModifiedBy>Bonola Virues Hector</cp:lastModifiedBy>
  <cp:revision>4</cp:revision>
  <dcterms:created xsi:type="dcterms:W3CDTF">2026-03-07T23:34:33Z</dcterms:created>
  <dcterms:modified xsi:type="dcterms:W3CDTF">2026-06-01T04:18:47Z</dcterms:modified>
</cp:coreProperties>
</file>