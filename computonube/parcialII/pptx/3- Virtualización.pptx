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5.xml" ContentType="application/vnd.openxmlformats-officedocument.presentationml.tags+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9.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0.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7" r:id="rId2"/>
    <p:sldId id="259" r:id="rId3"/>
    <p:sldId id="354" r:id="rId4"/>
    <p:sldId id="352" r:id="rId5"/>
    <p:sldId id="353" r:id="rId6"/>
    <p:sldId id="267" r:id="rId7"/>
    <p:sldId id="345" r:id="rId8"/>
    <p:sldId id="270" r:id="rId9"/>
    <p:sldId id="269" r:id="rId10"/>
    <p:sldId id="346" r:id="rId11"/>
    <p:sldId id="271" r:id="rId12"/>
    <p:sldId id="347" r:id="rId13"/>
    <p:sldId id="337" r:id="rId14"/>
    <p:sldId id="338" r:id="rId15"/>
    <p:sldId id="278" r:id="rId16"/>
    <p:sldId id="311" r:id="rId17"/>
    <p:sldId id="313" r:id="rId18"/>
    <p:sldId id="350" r:id="rId19"/>
    <p:sldId id="356" r:id="rId20"/>
    <p:sldId id="357" r:id="rId21"/>
    <p:sldId id="349" r:id="rId22"/>
    <p:sldId id="312" r:id="rId23"/>
    <p:sldId id="279" r:id="rId24"/>
    <p:sldId id="315" r:id="rId25"/>
    <p:sldId id="340" r:id="rId26"/>
    <p:sldId id="341" r:id="rId27"/>
    <p:sldId id="348" r:id="rId28"/>
    <p:sldId id="355" r:id="rId29"/>
    <p:sldId id="331" r:id="rId30"/>
    <p:sldId id="344" r:id="rId31"/>
    <p:sldId id="343" r:id="rId32"/>
    <p:sldId id="280" r:id="rId33"/>
    <p:sldId id="342" r:id="rId34"/>
    <p:sldId id="317" r:id="rId35"/>
    <p:sldId id="324" r:id="rId36"/>
    <p:sldId id="332" r:id="rId37"/>
    <p:sldId id="358" r:id="rId38"/>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7451" autoAdjust="0"/>
  </p:normalViewPr>
  <p:slideViewPr>
    <p:cSldViewPr snapToGrid="0">
      <p:cViewPr varScale="1">
        <p:scale>
          <a:sx n="72" d="100"/>
          <a:sy n="72" d="100"/>
        </p:scale>
        <p:origin x="1104" y="58"/>
      </p:cViewPr>
      <p:guideLst/>
    </p:cSldViewPr>
  </p:slideViewPr>
  <p:notesTextViewPr>
    <p:cViewPr>
      <p:scale>
        <a:sx n="3" d="2"/>
        <a:sy n="3" d="2"/>
      </p:scale>
      <p:origin x="0" y="-5"/>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nola Virues Hector" userId="6b1c84c4-e4f8-42d7-8d85-645df8b21457" providerId="ADAL" clId="{D63D1B71-6852-45FF-AC8D-51BE70EC0FF6}"/>
    <pc:docChg chg="undo custSel addSld delSld modSld sldOrd">
      <pc:chgData name="Bonola Virues Hector" userId="6b1c84c4-e4f8-42d7-8d85-645df8b21457" providerId="ADAL" clId="{D63D1B71-6852-45FF-AC8D-51BE70EC0FF6}" dt="2026-05-12T00:13:12.507" v="563"/>
      <pc:docMkLst>
        <pc:docMk/>
      </pc:docMkLst>
      <pc:sldChg chg="addSp delSp modSp add mod ord setBg delDesignElem">
        <pc:chgData name="Bonola Virues Hector" userId="6b1c84c4-e4f8-42d7-8d85-645df8b21457" providerId="ADAL" clId="{D63D1B71-6852-45FF-AC8D-51BE70EC0FF6}" dt="2026-04-28T02:28:44.276" v="234"/>
        <pc:sldMkLst>
          <pc:docMk/>
          <pc:sldMk cId="3254877361" sldId="311"/>
        </pc:sldMkLst>
      </pc:sldChg>
      <pc:sldChg chg="add">
        <pc:chgData name="Bonola Virues Hector" userId="6b1c84c4-e4f8-42d7-8d85-645df8b21457" providerId="ADAL" clId="{D63D1B71-6852-45FF-AC8D-51BE70EC0FF6}" dt="2026-05-12T00:13:12.507" v="563"/>
        <pc:sldMkLst>
          <pc:docMk/>
          <pc:sldMk cId="228899859" sldId="324"/>
        </pc:sldMkLst>
      </pc:sldChg>
      <pc:sldChg chg="addSp modSp add mod ord setBg">
        <pc:chgData name="Bonola Virues Hector" userId="6b1c84c4-e4f8-42d7-8d85-645df8b21457" providerId="ADAL" clId="{D63D1B71-6852-45FF-AC8D-51BE70EC0FF6}" dt="2026-04-28T02:19:49.441" v="86"/>
        <pc:sldMkLst>
          <pc:docMk/>
          <pc:sldMk cId="3441720279" sldId="350"/>
        </pc:sldMkLst>
      </pc:sldChg>
      <pc:sldChg chg="addSp delSp modSp new mod">
        <pc:chgData name="Bonola Virues Hector" userId="6b1c84c4-e4f8-42d7-8d85-645df8b21457" providerId="ADAL" clId="{D63D1B71-6852-45FF-AC8D-51BE70EC0FF6}" dt="2026-04-28T02:27:51.963" v="232" actId="1076"/>
        <pc:sldMkLst>
          <pc:docMk/>
          <pc:sldMk cId="1128397689" sldId="356"/>
        </pc:sldMkLst>
        <pc:spChg chg="mod">
          <ac:chgData name="Bonola Virues Hector" userId="6b1c84c4-e4f8-42d7-8d85-645df8b21457" providerId="ADAL" clId="{D63D1B71-6852-45FF-AC8D-51BE70EC0FF6}" dt="2026-04-28T02:23:08.736" v="116" actId="20577"/>
          <ac:spMkLst>
            <pc:docMk/>
            <pc:sldMk cId="1128397689" sldId="356"/>
            <ac:spMk id="2" creationId="{190A3CCC-5893-7D76-0F09-A58AD5E3269D}"/>
          </ac:spMkLst>
        </pc:spChg>
        <pc:spChg chg="add mod">
          <ac:chgData name="Bonola Virues Hector" userId="6b1c84c4-e4f8-42d7-8d85-645df8b21457" providerId="ADAL" clId="{D63D1B71-6852-45FF-AC8D-51BE70EC0FF6}" dt="2026-04-28T02:25:28.297" v="161" actId="20577"/>
          <ac:spMkLst>
            <pc:docMk/>
            <pc:sldMk cId="1128397689" sldId="356"/>
            <ac:spMk id="16" creationId="{53D481D1-42E0-607A-446E-281B75256D9A}"/>
          </ac:spMkLst>
        </pc:spChg>
        <pc:spChg chg="add mod">
          <ac:chgData name="Bonola Virues Hector" userId="6b1c84c4-e4f8-42d7-8d85-645df8b21457" providerId="ADAL" clId="{D63D1B71-6852-45FF-AC8D-51BE70EC0FF6}" dt="2026-04-28T02:24:33.554" v="149" actId="1076"/>
          <ac:spMkLst>
            <pc:docMk/>
            <pc:sldMk cId="1128397689" sldId="356"/>
            <ac:spMk id="17" creationId="{58785998-6C04-61D0-5CC8-2EF6D8F45C46}"/>
          </ac:spMkLst>
        </pc:spChg>
        <pc:spChg chg="add mod">
          <ac:chgData name="Bonola Virues Hector" userId="6b1c84c4-e4f8-42d7-8d85-645df8b21457" providerId="ADAL" clId="{D63D1B71-6852-45FF-AC8D-51BE70EC0FF6}" dt="2026-04-28T02:24:33.554" v="149" actId="1076"/>
          <ac:spMkLst>
            <pc:docMk/>
            <pc:sldMk cId="1128397689" sldId="356"/>
            <ac:spMk id="18" creationId="{ADC5978D-52E8-B585-FB56-D1DC41D3A541}"/>
          </ac:spMkLst>
        </pc:spChg>
        <pc:spChg chg="add mod">
          <ac:chgData name="Bonola Virues Hector" userId="6b1c84c4-e4f8-42d7-8d85-645df8b21457" providerId="ADAL" clId="{D63D1B71-6852-45FF-AC8D-51BE70EC0FF6}" dt="2026-04-28T02:24:33.554" v="149" actId="1076"/>
          <ac:spMkLst>
            <pc:docMk/>
            <pc:sldMk cId="1128397689" sldId="356"/>
            <ac:spMk id="19" creationId="{9B8D50E8-18F6-B0F0-FA43-E36DC1361142}"/>
          </ac:spMkLst>
        </pc:spChg>
        <pc:spChg chg="add mod ord">
          <ac:chgData name="Bonola Virues Hector" userId="6b1c84c4-e4f8-42d7-8d85-645df8b21457" providerId="ADAL" clId="{D63D1B71-6852-45FF-AC8D-51BE70EC0FF6}" dt="2026-04-28T02:25:12.757" v="153" actId="17032"/>
          <ac:spMkLst>
            <pc:docMk/>
            <pc:sldMk cId="1128397689" sldId="356"/>
            <ac:spMk id="22" creationId="{6401097C-2534-048F-4F45-CCD878F25D5E}"/>
          </ac:spMkLst>
        </pc:spChg>
        <pc:spChg chg="add mod">
          <ac:chgData name="Bonola Virues Hector" userId="6b1c84c4-e4f8-42d7-8d85-645df8b21457" providerId="ADAL" clId="{D63D1B71-6852-45FF-AC8D-51BE70EC0FF6}" dt="2026-04-28T02:25:18.994" v="154"/>
          <ac:spMkLst>
            <pc:docMk/>
            <pc:sldMk cId="1128397689" sldId="356"/>
            <ac:spMk id="23" creationId="{8CC87545-46F9-A8F1-A3FB-2CD9D3C3EE32}"/>
          </ac:spMkLst>
        </pc:spChg>
        <pc:spChg chg="add mod">
          <ac:chgData name="Bonola Virues Hector" userId="6b1c84c4-e4f8-42d7-8d85-645df8b21457" providerId="ADAL" clId="{D63D1B71-6852-45FF-AC8D-51BE70EC0FF6}" dt="2026-04-28T02:26:29.726" v="164" actId="17032"/>
          <ac:spMkLst>
            <pc:docMk/>
            <pc:sldMk cId="1128397689" sldId="356"/>
            <ac:spMk id="24" creationId="{1A49E27F-72F7-3BAA-E64B-2C20FD80F85B}"/>
          </ac:spMkLst>
        </pc:spChg>
        <pc:spChg chg="add mod">
          <ac:chgData name="Bonola Virues Hector" userId="6b1c84c4-e4f8-42d7-8d85-645df8b21457" providerId="ADAL" clId="{D63D1B71-6852-45FF-AC8D-51BE70EC0FF6}" dt="2026-04-28T02:27:51.963" v="232" actId="1076"/>
          <ac:spMkLst>
            <pc:docMk/>
            <pc:sldMk cId="1128397689" sldId="356"/>
            <ac:spMk id="25" creationId="{4C691CEC-1423-E2BD-117D-0401EEDEFFE9}"/>
          </ac:spMkLst>
        </pc:spChg>
        <pc:spChg chg="add mod">
          <ac:chgData name="Bonola Virues Hector" userId="6b1c84c4-e4f8-42d7-8d85-645df8b21457" providerId="ADAL" clId="{D63D1B71-6852-45FF-AC8D-51BE70EC0FF6}" dt="2026-04-28T02:27:47.276" v="231" actId="1076"/>
          <ac:spMkLst>
            <pc:docMk/>
            <pc:sldMk cId="1128397689" sldId="356"/>
            <ac:spMk id="26" creationId="{AC0205DC-C9BC-80DE-59C7-B41977AFCB5C}"/>
          </ac:spMkLst>
        </pc:spChg>
        <pc:picChg chg="add mod">
          <ac:chgData name="Bonola Virues Hector" userId="6b1c84c4-e4f8-42d7-8d85-645df8b21457" providerId="ADAL" clId="{D63D1B71-6852-45FF-AC8D-51BE70EC0FF6}" dt="2026-04-28T02:24:33.554" v="149" actId="1076"/>
          <ac:picMkLst>
            <pc:docMk/>
            <pc:sldMk cId="1128397689" sldId="356"/>
            <ac:picMk id="5" creationId="{C954BAB6-41EC-9733-5793-559D4F49E5E9}"/>
          </ac:picMkLst>
        </pc:picChg>
        <pc:picChg chg="add mod">
          <ac:chgData name="Bonola Virues Hector" userId="6b1c84c4-e4f8-42d7-8d85-645df8b21457" providerId="ADAL" clId="{D63D1B71-6852-45FF-AC8D-51BE70EC0FF6}" dt="2026-04-28T02:24:33.554" v="149" actId="1076"/>
          <ac:picMkLst>
            <pc:docMk/>
            <pc:sldMk cId="1128397689" sldId="356"/>
            <ac:picMk id="6" creationId="{3AB59400-5998-459D-9BC6-2B806D88AF8D}"/>
          </ac:picMkLst>
        </pc:picChg>
        <pc:picChg chg="add mod">
          <ac:chgData name="Bonola Virues Hector" userId="6b1c84c4-e4f8-42d7-8d85-645df8b21457" providerId="ADAL" clId="{D63D1B71-6852-45FF-AC8D-51BE70EC0FF6}" dt="2026-04-28T02:24:33.554" v="149" actId="1076"/>
          <ac:picMkLst>
            <pc:docMk/>
            <pc:sldMk cId="1128397689" sldId="356"/>
            <ac:picMk id="7" creationId="{C46F42AC-EB33-FB10-7102-21B68AB1E8C6}"/>
          </ac:picMkLst>
        </pc:picChg>
        <pc:cxnChg chg="add mod">
          <ac:chgData name="Bonola Virues Hector" userId="6b1c84c4-e4f8-42d7-8d85-645df8b21457" providerId="ADAL" clId="{D63D1B71-6852-45FF-AC8D-51BE70EC0FF6}" dt="2026-04-28T02:24:33.554" v="149" actId="1076"/>
          <ac:cxnSpMkLst>
            <pc:docMk/>
            <pc:sldMk cId="1128397689" sldId="356"/>
            <ac:cxnSpMk id="9" creationId="{BA2481BD-0E33-475A-CE34-5468186700D0}"/>
          </ac:cxnSpMkLst>
        </pc:cxnChg>
        <pc:cxnChg chg="add mod">
          <ac:chgData name="Bonola Virues Hector" userId="6b1c84c4-e4f8-42d7-8d85-645df8b21457" providerId="ADAL" clId="{D63D1B71-6852-45FF-AC8D-51BE70EC0FF6}" dt="2026-04-28T02:24:33.554" v="149" actId="1076"/>
          <ac:cxnSpMkLst>
            <pc:docMk/>
            <pc:sldMk cId="1128397689" sldId="356"/>
            <ac:cxnSpMk id="11" creationId="{01BBFFDF-F305-E40F-9B02-AF7E034D1734}"/>
          </ac:cxnSpMkLst>
        </pc:cxnChg>
        <pc:cxnChg chg="add mod">
          <ac:chgData name="Bonola Virues Hector" userId="6b1c84c4-e4f8-42d7-8d85-645df8b21457" providerId="ADAL" clId="{D63D1B71-6852-45FF-AC8D-51BE70EC0FF6}" dt="2026-04-28T02:24:33.554" v="149" actId="1076"/>
          <ac:cxnSpMkLst>
            <pc:docMk/>
            <pc:sldMk cId="1128397689" sldId="356"/>
            <ac:cxnSpMk id="21" creationId="{5D2BB5FA-02C5-D346-F28E-35910E3ED511}"/>
          </ac:cxnSpMkLst>
        </pc:cxnChg>
      </pc:sldChg>
      <pc:sldChg chg="addSp modSp new mod setBg modAnim modNotesTx">
        <pc:chgData name="Bonola Virues Hector" userId="6b1c84c4-e4f8-42d7-8d85-645df8b21457" providerId="ADAL" clId="{D63D1B71-6852-45FF-AC8D-51BE70EC0FF6}" dt="2026-05-05T23:52:52.078" v="562" actId="26606"/>
        <pc:sldMkLst>
          <pc:docMk/>
          <pc:sldMk cId="2375162487" sldId="358"/>
        </pc:sldMkLst>
        <pc:spChg chg="mod">
          <ac:chgData name="Bonola Virues Hector" userId="6b1c84c4-e4f8-42d7-8d85-645df8b21457" providerId="ADAL" clId="{D63D1B71-6852-45FF-AC8D-51BE70EC0FF6}" dt="2026-05-05T23:52:52.078" v="562" actId="26606"/>
          <ac:spMkLst>
            <pc:docMk/>
            <pc:sldMk cId="2375162487" sldId="358"/>
            <ac:spMk id="2" creationId="{0B1635D7-8A58-C5F8-ABA0-1B656D340CB4}"/>
          </ac:spMkLst>
        </pc:spChg>
        <pc:spChg chg="mod">
          <ac:chgData name="Bonola Virues Hector" userId="6b1c84c4-e4f8-42d7-8d85-645df8b21457" providerId="ADAL" clId="{D63D1B71-6852-45FF-AC8D-51BE70EC0FF6}" dt="2026-05-05T23:52:52.078" v="562" actId="26606"/>
          <ac:spMkLst>
            <pc:docMk/>
            <pc:sldMk cId="2375162487" sldId="358"/>
            <ac:spMk id="3" creationId="{8DD7D2D2-1AA0-44E2-4B83-E191BDA5156D}"/>
          </ac:spMkLst>
        </pc:spChg>
        <pc:spChg chg="add">
          <ac:chgData name="Bonola Virues Hector" userId="6b1c84c4-e4f8-42d7-8d85-645df8b21457" providerId="ADAL" clId="{D63D1B71-6852-45FF-AC8D-51BE70EC0FF6}" dt="2026-05-05T23:52:52.078" v="562" actId="26606"/>
          <ac:spMkLst>
            <pc:docMk/>
            <pc:sldMk cId="2375162487" sldId="358"/>
            <ac:spMk id="8" creationId="{DAF1966E-FD40-4A4A-B61B-C4DF7FA05F06}"/>
          </ac:spMkLst>
        </pc:spChg>
        <pc:spChg chg="add">
          <ac:chgData name="Bonola Virues Hector" userId="6b1c84c4-e4f8-42d7-8d85-645df8b21457" providerId="ADAL" clId="{D63D1B71-6852-45FF-AC8D-51BE70EC0FF6}" dt="2026-05-05T23:52:52.078" v="562" actId="26606"/>
          <ac:spMkLst>
            <pc:docMk/>
            <pc:sldMk cId="2375162487" sldId="358"/>
            <ac:spMk id="10" creationId="{047BFA19-D45E-416B-A404-7AF2F3F27017}"/>
          </ac:spMkLst>
        </pc:spChg>
        <pc:spChg chg="add">
          <ac:chgData name="Bonola Virues Hector" userId="6b1c84c4-e4f8-42d7-8d85-645df8b21457" providerId="ADAL" clId="{D63D1B71-6852-45FF-AC8D-51BE70EC0FF6}" dt="2026-05-05T23:52:52.078" v="562" actId="26606"/>
          <ac:spMkLst>
            <pc:docMk/>
            <pc:sldMk cId="2375162487" sldId="358"/>
            <ac:spMk id="12" creationId="{8E0105E7-23DB-4CF2-8258-FF47C7620F6E}"/>
          </ac:spMkLst>
        </pc:spChg>
        <pc:spChg chg="add">
          <ac:chgData name="Bonola Virues Hector" userId="6b1c84c4-e4f8-42d7-8d85-645df8b21457" providerId="ADAL" clId="{D63D1B71-6852-45FF-AC8D-51BE70EC0FF6}" dt="2026-05-05T23:52:52.078" v="562" actId="26606"/>
          <ac:spMkLst>
            <pc:docMk/>
            <pc:sldMk cId="2375162487" sldId="358"/>
            <ac:spMk id="14" creationId="{074B4F7D-14B2-478B-8BF5-01E4E0C5D263}"/>
          </ac:spMkLst>
        </pc:spChg>
      </pc:sldChg>
    </pc:docChg>
  </pc:docChgLst>
  <pc:docChgLst>
    <pc:chgData name="Bonola Virues Hector" userId="6b1c84c4-e4f8-42d7-8d85-645df8b21457" providerId="ADAL" clId="{B0ACCDE3-E60A-4DF5-ACD4-895F6C5B6608}"/>
    <pc:docChg chg="undo custSel addSld delSld modSld sldOrd">
      <pc:chgData name="Bonola Virues Hector" userId="6b1c84c4-e4f8-42d7-8d85-645df8b21457" providerId="ADAL" clId="{B0ACCDE3-E60A-4DF5-ACD4-895F6C5B6608}" dt="2026-05-22T13:07:10.509" v="921" actId="207"/>
      <pc:docMkLst>
        <pc:docMk/>
      </pc:docMkLst>
      <pc:sldChg chg="modSp mod">
        <pc:chgData name="Bonola Virues Hector" userId="6b1c84c4-e4f8-42d7-8d85-645df8b21457" providerId="ADAL" clId="{B0ACCDE3-E60A-4DF5-ACD4-895F6C5B6608}" dt="2026-05-22T13:07:10.509" v="921" actId="207"/>
        <pc:sldMkLst>
          <pc:docMk/>
          <pc:sldMk cId="2552806740" sldId="280"/>
        </pc:sldMkLst>
        <pc:spChg chg="mod">
          <ac:chgData name="Bonola Virues Hector" userId="6b1c84c4-e4f8-42d7-8d85-645df8b21457" providerId="ADAL" clId="{B0ACCDE3-E60A-4DF5-ACD4-895F6C5B6608}" dt="2026-05-22T13:07:10.509" v="921" actId="207"/>
          <ac:spMkLst>
            <pc:docMk/>
            <pc:sldMk cId="2552806740" sldId="280"/>
            <ac:spMk id="5" creationId="{00000000-0000-0000-0000-000000000000}"/>
          </ac:spMkLst>
        </pc:spChg>
      </pc:sldChg>
      <pc:sldChg chg="addSp delSp modSp add mod setBg delDesignElem">
        <pc:chgData name="Bonola Virues Hector" userId="6b1c84c4-e4f8-42d7-8d85-645df8b21457" providerId="ADAL" clId="{B0ACCDE3-E60A-4DF5-ACD4-895F6C5B6608}" dt="2026-05-11T13:00:00.799" v="919" actId="26606"/>
        <pc:sldMkLst>
          <pc:docMk/>
          <pc:sldMk cId="3219702172" sldId="312"/>
        </pc:sldMkLst>
        <pc:spChg chg="mod">
          <ac:chgData name="Bonola Virues Hector" userId="6b1c84c4-e4f8-42d7-8d85-645df8b21457" providerId="ADAL" clId="{B0ACCDE3-E60A-4DF5-ACD4-895F6C5B6608}" dt="2026-05-11T13:00:00.799" v="919" actId="26606"/>
          <ac:spMkLst>
            <pc:docMk/>
            <pc:sldMk cId="3219702172" sldId="312"/>
            <ac:spMk id="2" creationId="{00000000-0000-0000-0000-000000000000}"/>
          </ac:spMkLst>
        </pc:spChg>
        <pc:spChg chg="add">
          <ac:chgData name="Bonola Virues Hector" userId="6b1c84c4-e4f8-42d7-8d85-645df8b21457" providerId="ADAL" clId="{B0ACCDE3-E60A-4DF5-ACD4-895F6C5B6608}" dt="2026-05-11T13:00:00.799" v="919" actId="26606"/>
          <ac:spMkLst>
            <pc:docMk/>
            <pc:sldMk cId="3219702172" sldId="312"/>
            <ac:spMk id="10" creationId="{A8384FB5-9ADC-4DDC-881B-597D56F5B15D}"/>
          </ac:spMkLst>
        </pc:spChg>
        <pc:spChg chg="add">
          <ac:chgData name="Bonola Virues Hector" userId="6b1c84c4-e4f8-42d7-8d85-645df8b21457" providerId="ADAL" clId="{B0ACCDE3-E60A-4DF5-ACD4-895F6C5B6608}" dt="2026-05-11T13:00:00.799" v="919" actId="26606"/>
          <ac:spMkLst>
            <pc:docMk/>
            <pc:sldMk cId="3219702172" sldId="312"/>
            <ac:spMk id="12" creationId="{91E5A9A7-95C6-4F4F-B00E-C82E07FE62EF}"/>
          </ac:spMkLst>
        </pc:spChg>
        <pc:spChg chg="add">
          <ac:chgData name="Bonola Virues Hector" userId="6b1c84c4-e4f8-42d7-8d85-645df8b21457" providerId="ADAL" clId="{B0ACCDE3-E60A-4DF5-ACD4-895F6C5B6608}" dt="2026-05-11T13:00:00.799" v="919" actId="26606"/>
          <ac:spMkLst>
            <pc:docMk/>
            <pc:sldMk cId="3219702172" sldId="312"/>
            <ac:spMk id="14" creationId="{D07DD2DE-F619-49DD-B5E7-03A290FF4ED1}"/>
          </ac:spMkLst>
        </pc:spChg>
        <pc:spChg chg="add">
          <ac:chgData name="Bonola Virues Hector" userId="6b1c84c4-e4f8-42d7-8d85-645df8b21457" providerId="ADAL" clId="{B0ACCDE3-E60A-4DF5-ACD4-895F6C5B6608}" dt="2026-05-11T13:00:00.799" v="919" actId="26606"/>
          <ac:spMkLst>
            <pc:docMk/>
            <pc:sldMk cId="3219702172" sldId="312"/>
            <ac:spMk id="16" creationId="{85149191-5F60-4A28-AAFF-039F96B0F3EC}"/>
          </ac:spMkLst>
        </pc:spChg>
        <pc:spChg chg="add">
          <ac:chgData name="Bonola Virues Hector" userId="6b1c84c4-e4f8-42d7-8d85-645df8b21457" providerId="ADAL" clId="{B0ACCDE3-E60A-4DF5-ACD4-895F6C5B6608}" dt="2026-05-11T13:00:00.799" v="919" actId="26606"/>
          <ac:spMkLst>
            <pc:docMk/>
            <pc:sldMk cId="3219702172" sldId="312"/>
            <ac:spMk id="18" creationId="{F8260ED5-17F7-4158-B241-D51DD4CF1B7E}"/>
          </ac:spMkLst>
        </pc:spChg>
      </pc:sldChg>
      <pc:sldChg chg="modSp mod">
        <pc:chgData name="Bonola Virues Hector" userId="6b1c84c4-e4f8-42d7-8d85-645df8b21457" providerId="ADAL" clId="{B0ACCDE3-E60A-4DF5-ACD4-895F6C5B6608}" dt="2026-05-12T13:05:23.504" v="920" actId="1076"/>
        <pc:sldMkLst>
          <pc:docMk/>
          <pc:sldMk cId="286957452" sldId="340"/>
        </pc:sldMkLst>
        <pc:spChg chg="mod">
          <ac:chgData name="Bonola Virues Hector" userId="6b1c84c4-e4f8-42d7-8d85-645df8b21457" providerId="ADAL" clId="{B0ACCDE3-E60A-4DF5-ACD4-895F6C5B6608}" dt="2026-05-12T13:05:23.504" v="920" actId="1076"/>
          <ac:spMkLst>
            <pc:docMk/>
            <pc:sldMk cId="286957452" sldId="340"/>
            <ac:spMk id="2" creationId="{00000000-0000-0000-0000-000000000000}"/>
          </ac:spMkLst>
        </pc:spChg>
      </pc:sldChg>
      <pc:sldChg chg="del ord">
        <pc:chgData name="Bonola Virues Hector" userId="6b1c84c4-e4f8-42d7-8d85-645df8b21457" providerId="ADAL" clId="{B0ACCDE3-E60A-4DF5-ACD4-895F6C5B6608}" dt="2026-05-11T12:58:35.840" v="916"/>
        <pc:sldMkLst>
          <pc:docMk/>
          <pc:sldMk cId="1683182865" sldId="349"/>
        </pc:sldMkLst>
      </pc:sldChg>
      <pc:sldChg chg="modNotesTx">
        <pc:chgData name="Bonola Virues Hector" userId="6b1c84c4-e4f8-42d7-8d85-645df8b21457" providerId="ADAL" clId="{B0ACCDE3-E60A-4DF5-ACD4-895F6C5B6608}" dt="2026-05-04T04:41:40.719" v="914" actId="20577"/>
        <pc:sldMkLst>
          <pc:docMk/>
          <pc:sldMk cId="1128397689" sldId="356"/>
        </pc:sldMkLst>
      </pc:sldChg>
      <pc:sldChg chg="addSp delSp modSp add mod modNotesTx">
        <pc:chgData name="Bonola Virues Hector" userId="6b1c84c4-e4f8-42d7-8d85-645df8b21457" providerId="ADAL" clId="{B0ACCDE3-E60A-4DF5-ACD4-895F6C5B6608}" dt="2026-05-04T04:40:42.378" v="655" actId="20577"/>
        <pc:sldMkLst>
          <pc:docMk/>
          <pc:sldMk cId="81606751" sldId="357"/>
        </pc:sldMkLst>
        <pc:spChg chg="mod">
          <ac:chgData name="Bonola Virues Hector" userId="6b1c84c4-e4f8-42d7-8d85-645df8b21457" providerId="ADAL" clId="{B0ACCDE3-E60A-4DF5-ACD4-895F6C5B6608}" dt="2026-05-04T04:31:53.138" v="204" actId="20577"/>
          <ac:spMkLst>
            <pc:docMk/>
            <pc:sldMk cId="81606751" sldId="357"/>
            <ac:spMk id="2" creationId="{6A1E951A-8B9B-0810-334C-1872F2B2A2D3}"/>
          </ac:spMkLst>
        </pc:spChg>
        <pc:spChg chg="add mod">
          <ac:chgData name="Bonola Virues Hector" userId="6b1c84c4-e4f8-42d7-8d85-645df8b21457" providerId="ADAL" clId="{B0ACCDE3-E60A-4DF5-ACD4-895F6C5B6608}" dt="2026-05-04T04:38:17.653" v="244" actId="1076"/>
          <ac:spMkLst>
            <pc:docMk/>
            <pc:sldMk cId="81606751" sldId="357"/>
            <ac:spMk id="10" creationId="{66E916C1-3F3B-733C-9BF8-E0495C9DBFF6}"/>
          </ac:spMkLst>
        </pc:spChg>
        <pc:spChg chg="add mod">
          <ac:chgData name="Bonola Virues Hector" userId="6b1c84c4-e4f8-42d7-8d85-645df8b21457" providerId="ADAL" clId="{B0ACCDE3-E60A-4DF5-ACD4-895F6C5B6608}" dt="2026-05-04T04:38:17.653" v="244" actId="1076"/>
          <ac:spMkLst>
            <pc:docMk/>
            <pc:sldMk cId="81606751" sldId="357"/>
            <ac:spMk id="15" creationId="{CD5C74F8-7BA4-5E9D-39AB-D35602D126DB}"/>
          </ac:spMkLst>
        </pc:spChg>
        <pc:spChg chg="mod">
          <ac:chgData name="Bonola Virues Hector" userId="6b1c84c4-e4f8-42d7-8d85-645df8b21457" providerId="ADAL" clId="{B0ACCDE3-E60A-4DF5-ACD4-895F6C5B6608}" dt="2026-05-04T04:38:10.167" v="243" actId="1076"/>
          <ac:spMkLst>
            <pc:docMk/>
            <pc:sldMk cId="81606751" sldId="357"/>
            <ac:spMk id="16" creationId="{C408E4A8-FD8D-16ED-725D-4E09191F6BA5}"/>
          </ac:spMkLst>
        </pc:spChg>
        <pc:spChg chg="mod">
          <ac:chgData name="Bonola Virues Hector" userId="6b1c84c4-e4f8-42d7-8d85-645df8b21457" providerId="ADAL" clId="{B0ACCDE3-E60A-4DF5-ACD4-895F6C5B6608}" dt="2026-05-04T04:38:10.167" v="243" actId="1076"/>
          <ac:spMkLst>
            <pc:docMk/>
            <pc:sldMk cId="81606751" sldId="357"/>
            <ac:spMk id="17" creationId="{E3E0A926-9F71-B5CB-01E6-D7E809DD0140}"/>
          </ac:spMkLst>
        </pc:spChg>
        <pc:spChg chg="mod">
          <ac:chgData name="Bonola Virues Hector" userId="6b1c84c4-e4f8-42d7-8d85-645df8b21457" providerId="ADAL" clId="{B0ACCDE3-E60A-4DF5-ACD4-895F6C5B6608}" dt="2026-05-04T04:38:17.653" v="244" actId="1076"/>
          <ac:spMkLst>
            <pc:docMk/>
            <pc:sldMk cId="81606751" sldId="357"/>
            <ac:spMk id="18" creationId="{E20D106C-5F65-454D-EC6C-57D23887210B}"/>
          </ac:spMkLst>
        </pc:spChg>
        <pc:spChg chg="mod">
          <ac:chgData name="Bonola Virues Hector" userId="6b1c84c4-e4f8-42d7-8d85-645df8b21457" providerId="ADAL" clId="{B0ACCDE3-E60A-4DF5-ACD4-895F6C5B6608}" dt="2026-05-04T04:38:10.167" v="243" actId="1076"/>
          <ac:spMkLst>
            <pc:docMk/>
            <pc:sldMk cId="81606751" sldId="357"/>
            <ac:spMk id="22" creationId="{9F610685-9996-6974-4C3F-B82C2065CC73}"/>
          </ac:spMkLst>
        </pc:spChg>
        <pc:spChg chg="mod">
          <ac:chgData name="Bonola Virues Hector" userId="6b1c84c4-e4f8-42d7-8d85-645df8b21457" providerId="ADAL" clId="{B0ACCDE3-E60A-4DF5-ACD4-895F6C5B6608}" dt="2026-05-04T04:38:10.167" v="243" actId="1076"/>
          <ac:spMkLst>
            <pc:docMk/>
            <pc:sldMk cId="81606751" sldId="357"/>
            <ac:spMk id="23" creationId="{3469CD5B-453A-287F-C783-19F6B4A9A992}"/>
          </ac:spMkLst>
        </pc:spChg>
        <pc:spChg chg="mod">
          <ac:chgData name="Bonola Virues Hector" userId="6b1c84c4-e4f8-42d7-8d85-645df8b21457" providerId="ADAL" clId="{B0ACCDE3-E60A-4DF5-ACD4-895F6C5B6608}" dt="2026-05-04T04:38:10.167" v="243" actId="1076"/>
          <ac:spMkLst>
            <pc:docMk/>
            <pc:sldMk cId="81606751" sldId="357"/>
            <ac:spMk id="24" creationId="{42FE2A02-DA92-64D7-0015-D4839D56808B}"/>
          </ac:spMkLst>
        </pc:spChg>
        <pc:spChg chg="mod">
          <ac:chgData name="Bonola Virues Hector" userId="6b1c84c4-e4f8-42d7-8d85-645df8b21457" providerId="ADAL" clId="{B0ACCDE3-E60A-4DF5-ACD4-895F6C5B6608}" dt="2026-05-04T04:37:56.953" v="241" actId="1076"/>
          <ac:spMkLst>
            <pc:docMk/>
            <pc:sldMk cId="81606751" sldId="357"/>
            <ac:spMk id="25" creationId="{1F05CADE-6BD9-552B-3646-01E2FFC15D08}"/>
          </ac:spMkLst>
        </pc:spChg>
        <pc:spChg chg="mod">
          <ac:chgData name="Bonola Virues Hector" userId="6b1c84c4-e4f8-42d7-8d85-645df8b21457" providerId="ADAL" clId="{B0ACCDE3-E60A-4DF5-ACD4-895F6C5B6608}" dt="2026-05-04T04:38:03.526" v="242" actId="1076"/>
          <ac:spMkLst>
            <pc:docMk/>
            <pc:sldMk cId="81606751" sldId="357"/>
            <ac:spMk id="26" creationId="{60F95AC4-5150-9085-9ED7-25C9F8F55255}"/>
          </ac:spMkLst>
        </pc:spChg>
        <pc:spChg chg="add mod">
          <ac:chgData name="Bonola Virues Hector" userId="6b1c84c4-e4f8-42d7-8d85-645df8b21457" providerId="ADAL" clId="{B0ACCDE3-E60A-4DF5-ACD4-895F6C5B6608}" dt="2026-05-04T04:38:45.112" v="248" actId="1076"/>
          <ac:spMkLst>
            <pc:docMk/>
            <pc:sldMk cId="81606751" sldId="357"/>
            <ac:spMk id="27" creationId="{86385219-5188-591E-540C-EB4B46F1E8C2}"/>
          </ac:spMkLst>
        </pc:spChg>
        <pc:spChg chg="add mod">
          <ac:chgData name="Bonola Virues Hector" userId="6b1c84c4-e4f8-42d7-8d85-645df8b21457" providerId="ADAL" clId="{B0ACCDE3-E60A-4DF5-ACD4-895F6C5B6608}" dt="2026-05-04T04:38:17.653" v="244" actId="1076"/>
          <ac:spMkLst>
            <pc:docMk/>
            <pc:sldMk cId="81606751" sldId="357"/>
            <ac:spMk id="28" creationId="{454DCE9F-409B-598E-7E31-586C599C9DCE}"/>
          </ac:spMkLst>
        </pc:spChg>
        <pc:picChg chg="mod">
          <ac:chgData name="Bonola Virues Hector" userId="6b1c84c4-e4f8-42d7-8d85-645df8b21457" providerId="ADAL" clId="{B0ACCDE3-E60A-4DF5-ACD4-895F6C5B6608}" dt="2026-05-04T04:38:10.167" v="243" actId="1076"/>
          <ac:picMkLst>
            <pc:docMk/>
            <pc:sldMk cId="81606751" sldId="357"/>
            <ac:picMk id="5" creationId="{742C5841-8340-D497-23E5-EC6405A00440}"/>
          </ac:picMkLst>
        </pc:picChg>
        <pc:picChg chg="mod">
          <ac:chgData name="Bonola Virues Hector" userId="6b1c84c4-e4f8-42d7-8d85-645df8b21457" providerId="ADAL" clId="{B0ACCDE3-E60A-4DF5-ACD4-895F6C5B6608}" dt="2026-05-04T04:38:10.167" v="243" actId="1076"/>
          <ac:picMkLst>
            <pc:docMk/>
            <pc:sldMk cId="81606751" sldId="357"/>
            <ac:picMk id="6" creationId="{53EC9020-B300-6807-D4ED-D2F9FDD90D41}"/>
          </ac:picMkLst>
        </pc:picChg>
        <pc:picChg chg="add mod">
          <ac:chgData name="Bonola Virues Hector" userId="6b1c84c4-e4f8-42d7-8d85-645df8b21457" providerId="ADAL" clId="{B0ACCDE3-E60A-4DF5-ACD4-895F6C5B6608}" dt="2026-05-04T04:38:17.653" v="244" actId="1076"/>
          <ac:picMkLst>
            <pc:docMk/>
            <pc:sldMk cId="81606751" sldId="357"/>
            <ac:picMk id="12" creationId="{10F7FE52-5B7F-E33A-40F8-CEC402216913}"/>
          </ac:picMkLst>
        </pc:picChg>
        <pc:picChg chg="add mod">
          <ac:chgData name="Bonola Virues Hector" userId="6b1c84c4-e4f8-42d7-8d85-645df8b21457" providerId="ADAL" clId="{B0ACCDE3-E60A-4DF5-ACD4-895F6C5B6608}" dt="2026-05-04T04:38:17.653" v="244" actId="1076"/>
          <ac:picMkLst>
            <pc:docMk/>
            <pc:sldMk cId="81606751" sldId="357"/>
            <ac:picMk id="13" creationId="{B662FF2C-30F4-80C0-BFB6-A6CAB1ED5A58}"/>
          </ac:picMkLst>
        </pc:picChg>
        <pc:cxnChg chg="mod">
          <ac:chgData name="Bonola Virues Hector" userId="6b1c84c4-e4f8-42d7-8d85-645df8b21457" providerId="ADAL" clId="{B0ACCDE3-E60A-4DF5-ACD4-895F6C5B6608}" dt="2026-05-04T04:38:10.167" v="243" actId="1076"/>
          <ac:cxnSpMkLst>
            <pc:docMk/>
            <pc:sldMk cId="81606751" sldId="357"/>
            <ac:cxnSpMk id="9" creationId="{D097A1AD-EC97-54DA-5D1F-2194F1E79191}"/>
          </ac:cxnSpMkLst>
        </pc:cxnChg>
        <pc:cxnChg chg="add mod">
          <ac:chgData name="Bonola Virues Hector" userId="6b1c84c4-e4f8-42d7-8d85-645df8b21457" providerId="ADAL" clId="{B0ACCDE3-E60A-4DF5-ACD4-895F6C5B6608}" dt="2026-05-04T04:38:17.653" v="244" actId="1076"/>
          <ac:cxnSpMkLst>
            <pc:docMk/>
            <pc:sldMk cId="81606751" sldId="357"/>
            <ac:cxnSpMk id="14" creationId="{3825752A-6F15-887C-3BFE-B27E9E009E7B}"/>
          </ac:cxnSpMkLst>
        </pc:cxnChg>
        <pc:cxnChg chg="mod">
          <ac:chgData name="Bonola Virues Hector" userId="6b1c84c4-e4f8-42d7-8d85-645df8b21457" providerId="ADAL" clId="{B0ACCDE3-E60A-4DF5-ACD4-895F6C5B6608}" dt="2026-05-04T04:38:10.167" v="243" actId="1076"/>
          <ac:cxnSpMkLst>
            <pc:docMk/>
            <pc:sldMk cId="81606751" sldId="357"/>
            <ac:cxnSpMk id="21" creationId="{E7852446-D035-6574-9E0B-B83CB68FC468}"/>
          </ac:cxnSpMkLst>
        </pc:cxnChg>
        <pc:cxnChg chg="add mod">
          <ac:chgData name="Bonola Virues Hector" userId="6b1c84c4-e4f8-42d7-8d85-645df8b21457" providerId="ADAL" clId="{B0ACCDE3-E60A-4DF5-ACD4-895F6C5B6608}" dt="2026-05-04T04:38:34.563" v="247" actId="14100"/>
          <ac:cxnSpMkLst>
            <pc:docMk/>
            <pc:sldMk cId="81606751" sldId="357"/>
            <ac:cxnSpMk id="30" creationId="{6A6C3755-EE24-D3AA-F97B-3C6106A574DA}"/>
          </ac:cxnSpMkLst>
        </pc:cxnChg>
      </pc:sldChg>
    </pc:docChg>
  </pc:docChgLst>
</pc:chgInfo>
</file>

<file path=ppt/diagrams/_rels/data1.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image" Target="../media/image13.svg"/></Relationships>
</file>

<file path=ppt/diagrams/_rels/drawing1.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D834E933-E42D-4E15-80AA-2EE3B051D497}"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1C00448C-3DCD-4C2B-83AF-D7ADA95671E3}">
      <dgm:prSet/>
      <dgm:spPr/>
      <dgm:t>
        <a:bodyPr/>
        <a:lstStyle/>
        <a:p>
          <a:pPr>
            <a:lnSpc>
              <a:spcPct val="100000"/>
            </a:lnSpc>
          </a:pPr>
          <a:r>
            <a:rPr lang="es-ES" dirty="0"/>
            <a:t>Virtualización completa utilizando traducción binaria.</a:t>
          </a:r>
          <a:endParaRPr lang="en-US" dirty="0"/>
        </a:p>
      </dgm:t>
    </dgm:pt>
    <dgm:pt modelId="{A986FE18-4551-416D-B7E1-A5EB785E9B27}" type="parTrans" cxnId="{10159AB9-C903-428E-96D6-24EEC57390E5}">
      <dgm:prSet/>
      <dgm:spPr/>
      <dgm:t>
        <a:bodyPr/>
        <a:lstStyle/>
        <a:p>
          <a:endParaRPr lang="en-US"/>
        </a:p>
      </dgm:t>
    </dgm:pt>
    <dgm:pt modelId="{644028BC-A0D3-41CD-AE81-827719E33E12}" type="sibTrans" cxnId="{10159AB9-C903-428E-96D6-24EEC57390E5}">
      <dgm:prSet/>
      <dgm:spPr/>
      <dgm:t>
        <a:bodyPr/>
        <a:lstStyle/>
        <a:p>
          <a:endParaRPr lang="en-US"/>
        </a:p>
      </dgm:t>
    </dgm:pt>
    <dgm:pt modelId="{0D3E028D-20EE-4001-8BD1-416F3CE90CD0}">
      <dgm:prSet custT="1"/>
      <dgm:spPr/>
      <dgm:t>
        <a:bodyPr/>
        <a:lstStyle/>
        <a:p>
          <a:pPr>
            <a:lnSpc>
              <a:spcPct val="100000"/>
            </a:lnSpc>
          </a:pPr>
          <a:r>
            <a:rPr lang="es-ES" sz="1800" dirty="0"/>
            <a:t>Se basa en traducir el código del </a:t>
          </a:r>
          <a:r>
            <a:rPr lang="es-ES" sz="1800" dirty="0" err="1"/>
            <a:t>kernel</a:t>
          </a:r>
          <a:r>
            <a:rPr lang="es-ES" sz="1800" dirty="0"/>
            <a:t> para reemplazar las instrucciones no </a:t>
          </a:r>
          <a:r>
            <a:rPr lang="es-ES" sz="1800" dirty="0" err="1"/>
            <a:t>virtualizables</a:t>
          </a:r>
          <a:r>
            <a:rPr lang="es-ES" sz="1800" dirty="0"/>
            <a:t> con nuevas secuencias de instrucciones, que tienen el efecto deseado en el hardware.</a:t>
          </a:r>
          <a:endParaRPr lang="en-US" sz="1800" dirty="0"/>
        </a:p>
      </dgm:t>
    </dgm:pt>
    <dgm:pt modelId="{5F0438C6-AE04-4B46-AF39-1D4C88E6C157}" type="parTrans" cxnId="{8F297660-7DC0-4F28-B32A-C69EE8757757}">
      <dgm:prSet/>
      <dgm:spPr/>
      <dgm:t>
        <a:bodyPr/>
        <a:lstStyle/>
        <a:p>
          <a:endParaRPr lang="en-US"/>
        </a:p>
      </dgm:t>
    </dgm:pt>
    <dgm:pt modelId="{6B69742E-39FA-4C37-BB4B-F3D10B77C2CA}" type="sibTrans" cxnId="{8F297660-7DC0-4F28-B32A-C69EE8757757}">
      <dgm:prSet/>
      <dgm:spPr/>
      <dgm:t>
        <a:bodyPr/>
        <a:lstStyle/>
        <a:p>
          <a:endParaRPr lang="en-US"/>
        </a:p>
      </dgm:t>
    </dgm:pt>
    <dgm:pt modelId="{804FCFE7-5955-4852-A4BB-31B5EC029997}">
      <dgm:prSet/>
      <dgm:spPr/>
      <dgm:t>
        <a:bodyPr/>
        <a:lstStyle/>
        <a:p>
          <a:pPr>
            <a:lnSpc>
              <a:spcPct val="100000"/>
            </a:lnSpc>
          </a:pPr>
          <a:r>
            <a:rPr lang="es-ES"/>
            <a:t>Virtualización asistida por sistema operativo o paravirtualización. </a:t>
          </a:r>
          <a:endParaRPr lang="en-US"/>
        </a:p>
      </dgm:t>
    </dgm:pt>
    <dgm:pt modelId="{B7E247FF-B135-48F8-B66F-CB839B219CF9}" type="parTrans" cxnId="{3A8C4513-860C-42A0-BADE-09F66AF5B06E}">
      <dgm:prSet/>
      <dgm:spPr/>
      <dgm:t>
        <a:bodyPr/>
        <a:lstStyle/>
        <a:p>
          <a:endParaRPr lang="en-US"/>
        </a:p>
      </dgm:t>
    </dgm:pt>
    <dgm:pt modelId="{81F568F2-BA2A-4C90-A40B-8D9A0147062D}" type="sibTrans" cxnId="{3A8C4513-860C-42A0-BADE-09F66AF5B06E}">
      <dgm:prSet/>
      <dgm:spPr/>
      <dgm:t>
        <a:bodyPr/>
        <a:lstStyle/>
        <a:p>
          <a:endParaRPr lang="en-US"/>
        </a:p>
      </dgm:t>
    </dgm:pt>
    <dgm:pt modelId="{0B2E427D-D0E0-4D89-B3DA-0B41D82CAB9F}">
      <dgm:prSet custT="1"/>
      <dgm:spPr/>
      <dgm:t>
        <a:bodyPr/>
        <a:lstStyle/>
        <a:p>
          <a:pPr>
            <a:lnSpc>
              <a:spcPct val="100000"/>
            </a:lnSpc>
          </a:pPr>
          <a:r>
            <a:rPr lang="es-ES" sz="1800" dirty="0"/>
            <a:t>Implica modificar el </a:t>
          </a:r>
          <a:r>
            <a:rPr lang="es-ES" sz="1800" dirty="0" err="1"/>
            <a:t>kernel</a:t>
          </a:r>
          <a:r>
            <a:rPr lang="es-ES" sz="1800" dirty="0"/>
            <a:t> del SO huésped para remplazar las instrucciones no </a:t>
          </a:r>
          <a:r>
            <a:rPr lang="es-ES" sz="1800" dirty="0" err="1"/>
            <a:t>virtualizables</a:t>
          </a:r>
          <a:r>
            <a:rPr lang="es-ES" sz="1800" dirty="0"/>
            <a:t> con -</a:t>
          </a:r>
          <a:r>
            <a:rPr lang="es-ES" sz="1800" dirty="0" err="1"/>
            <a:t>hypercalls</a:t>
          </a:r>
          <a:r>
            <a:rPr lang="es-ES" sz="1800" dirty="0"/>
            <a:t>-, las que se comunican directamente con el </a:t>
          </a:r>
          <a:r>
            <a:rPr lang="es-ES" sz="1800" dirty="0" err="1"/>
            <a:t>hypervisor</a:t>
          </a:r>
          <a:r>
            <a:rPr lang="es-ES" sz="1800" dirty="0"/>
            <a:t> de la capa de virtualización</a:t>
          </a:r>
          <a:endParaRPr lang="en-US" sz="1800" dirty="0"/>
        </a:p>
      </dgm:t>
    </dgm:pt>
    <dgm:pt modelId="{4DBDF91A-D0C0-4271-BA5F-519480F8BD52}" type="parTrans" cxnId="{89E98099-853C-4A4A-BB99-4F09B3CB145C}">
      <dgm:prSet/>
      <dgm:spPr/>
      <dgm:t>
        <a:bodyPr/>
        <a:lstStyle/>
        <a:p>
          <a:endParaRPr lang="en-US"/>
        </a:p>
      </dgm:t>
    </dgm:pt>
    <dgm:pt modelId="{EA2321FE-E18C-4032-A821-8FF582CF9F2C}" type="sibTrans" cxnId="{89E98099-853C-4A4A-BB99-4F09B3CB145C}">
      <dgm:prSet/>
      <dgm:spPr/>
      <dgm:t>
        <a:bodyPr/>
        <a:lstStyle/>
        <a:p>
          <a:endParaRPr lang="en-US"/>
        </a:p>
      </dgm:t>
    </dgm:pt>
    <dgm:pt modelId="{73D0D825-CAEE-4A40-97B6-239E22455E8F}" type="pres">
      <dgm:prSet presAssocID="{D834E933-E42D-4E15-80AA-2EE3B051D497}" presName="root" presStyleCnt="0">
        <dgm:presLayoutVars>
          <dgm:dir/>
          <dgm:resizeHandles val="exact"/>
        </dgm:presLayoutVars>
      </dgm:prSet>
      <dgm:spPr/>
    </dgm:pt>
    <dgm:pt modelId="{0136A306-1113-4C09-9B98-B7381A316179}" type="pres">
      <dgm:prSet presAssocID="{1C00448C-3DCD-4C2B-83AF-D7ADA95671E3}" presName="compNode" presStyleCnt="0"/>
      <dgm:spPr/>
    </dgm:pt>
    <dgm:pt modelId="{C6B45C20-0BB8-4256-9B33-006729DBD5B1}" type="pres">
      <dgm:prSet presAssocID="{1C00448C-3DCD-4C2B-83AF-D7ADA95671E3}" presName="bgRect" presStyleLbl="bgShp" presStyleIdx="0" presStyleCnt="2"/>
      <dgm:spPr/>
    </dgm:pt>
    <dgm:pt modelId="{37904D8E-C075-40BA-A26C-07775ECC652C}" type="pres">
      <dgm:prSet presAssocID="{1C00448C-3DCD-4C2B-83AF-D7ADA95671E3}"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rocesador"/>
        </a:ext>
      </dgm:extLst>
    </dgm:pt>
    <dgm:pt modelId="{4C536CEE-81DE-49AB-AE2D-8C1AC5783D52}" type="pres">
      <dgm:prSet presAssocID="{1C00448C-3DCD-4C2B-83AF-D7ADA95671E3}" presName="spaceRect" presStyleCnt="0"/>
      <dgm:spPr/>
    </dgm:pt>
    <dgm:pt modelId="{12F8EB12-0566-4E4A-97EB-CBE79A9D5A9F}" type="pres">
      <dgm:prSet presAssocID="{1C00448C-3DCD-4C2B-83AF-D7ADA95671E3}" presName="parTx" presStyleLbl="revTx" presStyleIdx="0" presStyleCnt="4">
        <dgm:presLayoutVars>
          <dgm:chMax val="0"/>
          <dgm:chPref val="0"/>
        </dgm:presLayoutVars>
      </dgm:prSet>
      <dgm:spPr/>
    </dgm:pt>
    <dgm:pt modelId="{928104A3-CA4D-4D2E-A79A-20D5FD3A8FA1}" type="pres">
      <dgm:prSet presAssocID="{1C00448C-3DCD-4C2B-83AF-D7ADA95671E3}" presName="desTx" presStyleLbl="revTx" presStyleIdx="1" presStyleCnt="4">
        <dgm:presLayoutVars/>
      </dgm:prSet>
      <dgm:spPr/>
    </dgm:pt>
    <dgm:pt modelId="{EC485296-C5D1-4C67-9515-0CC0774E6CBC}" type="pres">
      <dgm:prSet presAssocID="{644028BC-A0D3-41CD-AE81-827719E33E12}" presName="sibTrans" presStyleCnt="0"/>
      <dgm:spPr/>
    </dgm:pt>
    <dgm:pt modelId="{6F142087-1609-48C5-AD51-54B21FF97A27}" type="pres">
      <dgm:prSet presAssocID="{804FCFE7-5955-4852-A4BB-31B5EC029997}" presName="compNode" presStyleCnt="0"/>
      <dgm:spPr/>
    </dgm:pt>
    <dgm:pt modelId="{B19E1D69-D887-44FB-9D5D-F6F54CEE1BAE}" type="pres">
      <dgm:prSet presAssocID="{804FCFE7-5955-4852-A4BB-31B5EC029997}" presName="bgRect" presStyleLbl="bgShp" presStyleIdx="1" presStyleCnt="2"/>
      <dgm:spPr/>
    </dgm:pt>
    <dgm:pt modelId="{2B74E6C3-DF14-4D5F-88A4-4EA851DA15FE}" type="pres">
      <dgm:prSet presAssocID="{804FCFE7-5955-4852-A4BB-31B5EC029997}"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agrama de flujo"/>
        </a:ext>
      </dgm:extLst>
    </dgm:pt>
    <dgm:pt modelId="{B9CDFBCB-C2ED-4018-9B19-F675FE12641D}" type="pres">
      <dgm:prSet presAssocID="{804FCFE7-5955-4852-A4BB-31B5EC029997}" presName="spaceRect" presStyleCnt="0"/>
      <dgm:spPr/>
    </dgm:pt>
    <dgm:pt modelId="{D339DE08-7639-40BA-94BA-CA97B62C48ED}" type="pres">
      <dgm:prSet presAssocID="{804FCFE7-5955-4852-A4BB-31B5EC029997}" presName="parTx" presStyleLbl="revTx" presStyleIdx="2" presStyleCnt="4">
        <dgm:presLayoutVars>
          <dgm:chMax val="0"/>
          <dgm:chPref val="0"/>
        </dgm:presLayoutVars>
      </dgm:prSet>
      <dgm:spPr/>
    </dgm:pt>
    <dgm:pt modelId="{EC6E02D9-64CA-4D4B-A301-EB1F6E8B6F6B}" type="pres">
      <dgm:prSet presAssocID="{804FCFE7-5955-4852-A4BB-31B5EC029997}" presName="desTx" presStyleLbl="revTx" presStyleIdx="3" presStyleCnt="4">
        <dgm:presLayoutVars/>
      </dgm:prSet>
      <dgm:spPr/>
    </dgm:pt>
  </dgm:ptLst>
  <dgm:cxnLst>
    <dgm:cxn modelId="{3A8C4513-860C-42A0-BADE-09F66AF5B06E}" srcId="{D834E933-E42D-4E15-80AA-2EE3B051D497}" destId="{804FCFE7-5955-4852-A4BB-31B5EC029997}" srcOrd="1" destOrd="0" parTransId="{B7E247FF-B135-48F8-B66F-CB839B219CF9}" sibTransId="{81F568F2-BA2A-4C90-A40B-8D9A0147062D}"/>
    <dgm:cxn modelId="{1B40203A-9A24-47B6-8B95-CA0F52094999}" type="presOf" srcId="{0D3E028D-20EE-4001-8BD1-416F3CE90CD0}" destId="{928104A3-CA4D-4D2E-A79A-20D5FD3A8FA1}" srcOrd="0" destOrd="0" presId="urn:microsoft.com/office/officeart/2018/2/layout/IconVerticalSolidList"/>
    <dgm:cxn modelId="{8F297660-7DC0-4F28-B32A-C69EE8757757}" srcId="{1C00448C-3DCD-4C2B-83AF-D7ADA95671E3}" destId="{0D3E028D-20EE-4001-8BD1-416F3CE90CD0}" srcOrd="0" destOrd="0" parTransId="{5F0438C6-AE04-4B46-AF39-1D4C88E6C157}" sibTransId="{6B69742E-39FA-4C37-BB4B-F3D10B77C2CA}"/>
    <dgm:cxn modelId="{39DF544C-3257-4388-A469-037A4D57C13D}" type="presOf" srcId="{1C00448C-3DCD-4C2B-83AF-D7ADA95671E3}" destId="{12F8EB12-0566-4E4A-97EB-CBE79A9D5A9F}" srcOrd="0" destOrd="0" presId="urn:microsoft.com/office/officeart/2018/2/layout/IconVerticalSolidList"/>
    <dgm:cxn modelId="{A3E27454-114A-4FE8-A18A-39A798C6818D}" type="presOf" srcId="{D834E933-E42D-4E15-80AA-2EE3B051D497}" destId="{73D0D825-CAEE-4A40-97B6-239E22455E8F}" srcOrd="0" destOrd="0" presId="urn:microsoft.com/office/officeart/2018/2/layout/IconVerticalSolidList"/>
    <dgm:cxn modelId="{00ED1E7E-8CCA-4F3C-B161-45CD91FE89FA}" type="presOf" srcId="{804FCFE7-5955-4852-A4BB-31B5EC029997}" destId="{D339DE08-7639-40BA-94BA-CA97B62C48ED}" srcOrd="0" destOrd="0" presId="urn:microsoft.com/office/officeart/2018/2/layout/IconVerticalSolidList"/>
    <dgm:cxn modelId="{89E98099-853C-4A4A-BB99-4F09B3CB145C}" srcId="{804FCFE7-5955-4852-A4BB-31B5EC029997}" destId="{0B2E427D-D0E0-4D89-B3DA-0B41D82CAB9F}" srcOrd="0" destOrd="0" parTransId="{4DBDF91A-D0C0-4271-BA5F-519480F8BD52}" sibTransId="{EA2321FE-E18C-4032-A821-8FF582CF9F2C}"/>
    <dgm:cxn modelId="{10159AB9-C903-428E-96D6-24EEC57390E5}" srcId="{D834E933-E42D-4E15-80AA-2EE3B051D497}" destId="{1C00448C-3DCD-4C2B-83AF-D7ADA95671E3}" srcOrd="0" destOrd="0" parTransId="{A986FE18-4551-416D-B7E1-A5EB785E9B27}" sibTransId="{644028BC-A0D3-41CD-AE81-827719E33E12}"/>
    <dgm:cxn modelId="{C7E681FE-DC05-47FC-9B05-457D745B9A86}" type="presOf" srcId="{0B2E427D-D0E0-4D89-B3DA-0B41D82CAB9F}" destId="{EC6E02D9-64CA-4D4B-A301-EB1F6E8B6F6B}" srcOrd="0" destOrd="0" presId="urn:microsoft.com/office/officeart/2018/2/layout/IconVerticalSolidList"/>
    <dgm:cxn modelId="{33953D94-4EB7-4B83-9C40-5BD2E017ABE0}" type="presParOf" srcId="{73D0D825-CAEE-4A40-97B6-239E22455E8F}" destId="{0136A306-1113-4C09-9B98-B7381A316179}" srcOrd="0" destOrd="0" presId="urn:microsoft.com/office/officeart/2018/2/layout/IconVerticalSolidList"/>
    <dgm:cxn modelId="{318E8404-5DB1-4B9D-9D10-E72F131986AD}" type="presParOf" srcId="{0136A306-1113-4C09-9B98-B7381A316179}" destId="{C6B45C20-0BB8-4256-9B33-006729DBD5B1}" srcOrd="0" destOrd="0" presId="urn:microsoft.com/office/officeart/2018/2/layout/IconVerticalSolidList"/>
    <dgm:cxn modelId="{71B5693D-2226-4149-B6B5-3738E65970F1}" type="presParOf" srcId="{0136A306-1113-4C09-9B98-B7381A316179}" destId="{37904D8E-C075-40BA-A26C-07775ECC652C}" srcOrd="1" destOrd="0" presId="urn:microsoft.com/office/officeart/2018/2/layout/IconVerticalSolidList"/>
    <dgm:cxn modelId="{39A5F675-6ED6-436C-9890-021E63A10D1C}" type="presParOf" srcId="{0136A306-1113-4C09-9B98-B7381A316179}" destId="{4C536CEE-81DE-49AB-AE2D-8C1AC5783D52}" srcOrd="2" destOrd="0" presId="urn:microsoft.com/office/officeart/2018/2/layout/IconVerticalSolidList"/>
    <dgm:cxn modelId="{9C798835-E093-41A9-8BCF-4745661C13F7}" type="presParOf" srcId="{0136A306-1113-4C09-9B98-B7381A316179}" destId="{12F8EB12-0566-4E4A-97EB-CBE79A9D5A9F}" srcOrd="3" destOrd="0" presId="urn:microsoft.com/office/officeart/2018/2/layout/IconVerticalSolidList"/>
    <dgm:cxn modelId="{BF82D558-18CD-4BE7-BA0A-B82C01AB394F}" type="presParOf" srcId="{0136A306-1113-4C09-9B98-B7381A316179}" destId="{928104A3-CA4D-4D2E-A79A-20D5FD3A8FA1}" srcOrd="4" destOrd="0" presId="urn:microsoft.com/office/officeart/2018/2/layout/IconVerticalSolidList"/>
    <dgm:cxn modelId="{413C0B9D-20EC-424F-BAF5-541785723923}" type="presParOf" srcId="{73D0D825-CAEE-4A40-97B6-239E22455E8F}" destId="{EC485296-C5D1-4C67-9515-0CC0774E6CBC}" srcOrd="1" destOrd="0" presId="urn:microsoft.com/office/officeart/2018/2/layout/IconVerticalSolidList"/>
    <dgm:cxn modelId="{CD89D685-0DD1-422D-A03D-AA231C4C42BD}" type="presParOf" srcId="{73D0D825-CAEE-4A40-97B6-239E22455E8F}" destId="{6F142087-1609-48C5-AD51-54B21FF97A27}" srcOrd="2" destOrd="0" presId="urn:microsoft.com/office/officeart/2018/2/layout/IconVerticalSolidList"/>
    <dgm:cxn modelId="{63FC8792-B4A1-4FAF-9F4F-B5F0B435CACE}" type="presParOf" srcId="{6F142087-1609-48C5-AD51-54B21FF97A27}" destId="{B19E1D69-D887-44FB-9D5D-F6F54CEE1BAE}" srcOrd="0" destOrd="0" presId="urn:microsoft.com/office/officeart/2018/2/layout/IconVerticalSolidList"/>
    <dgm:cxn modelId="{38F1BB88-E155-4C68-B0E6-A8C9DFF05BA8}" type="presParOf" srcId="{6F142087-1609-48C5-AD51-54B21FF97A27}" destId="{2B74E6C3-DF14-4D5F-88A4-4EA851DA15FE}" srcOrd="1" destOrd="0" presId="urn:microsoft.com/office/officeart/2018/2/layout/IconVerticalSolidList"/>
    <dgm:cxn modelId="{86803E72-9723-49C2-BDC0-B2880C78D306}" type="presParOf" srcId="{6F142087-1609-48C5-AD51-54B21FF97A27}" destId="{B9CDFBCB-C2ED-4018-9B19-F675FE12641D}" srcOrd="2" destOrd="0" presId="urn:microsoft.com/office/officeart/2018/2/layout/IconVerticalSolidList"/>
    <dgm:cxn modelId="{F67A051A-503B-4C61-A18C-9FE65AEF1013}" type="presParOf" srcId="{6F142087-1609-48C5-AD51-54B21FF97A27}" destId="{D339DE08-7639-40BA-94BA-CA97B62C48ED}" srcOrd="3" destOrd="0" presId="urn:microsoft.com/office/officeart/2018/2/layout/IconVerticalSolidList"/>
    <dgm:cxn modelId="{8947C450-8FF9-43AD-B906-537C7F41A2BB}" type="presParOf" srcId="{6F142087-1609-48C5-AD51-54B21FF97A27}" destId="{EC6E02D9-64CA-4D4B-A301-EB1F6E8B6F6B}"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B45C20-0BB8-4256-9B33-006729DBD5B1}">
      <dsp:nvSpPr>
        <dsp:cNvPr id="0" name=""/>
        <dsp:cNvSpPr/>
      </dsp:nvSpPr>
      <dsp:spPr>
        <a:xfrm>
          <a:off x="0" y="875464"/>
          <a:ext cx="11839243" cy="160657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7904D8E-C075-40BA-A26C-07775ECC652C}">
      <dsp:nvSpPr>
        <dsp:cNvPr id="0" name=""/>
        <dsp:cNvSpPr/>
      </dsp:nvSpPr>
      <dsp:spPr>
        <a:xfrm>
          <a:off x="485988" y="1236943"/>
          <a:ext cx="883615" cy="88361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2F8EB12-0566-4E4A-97EB-CBE79A9D5A9F}">
      <dsp:nvSpPr>
        <dsp:cNvPr id="0" name=""/>
        <dsp:cNvSpPr/>
      </dsp:nvSpPr>
      <dsp:spPr>
        <a:xfrm>
          <a:off x="1855592" y="875464"/>
          <a:ext cx="5327659" cy="1606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029" tIns="170029" rIns="170029" bIns="170029" numCol="1" spcCol="1270" anchor="ctr" anchorCtr="0">
          <a:noAutofit/>
        </a:bodyPr>
        <a:lstStyle/>
        <a:p>
          <a:pPr marL="0" lvl="0" indent="0" algn="l" defTabSz="1111250">
            <a:lnSpc>
              <a:spcPct val="100000"/>
            </a:lnSpc>
            <a:spcBef>
              <a:spcPct val="0"/>
            </a:spcBef>
            <a:spcAft>
              <a:spcPct val="35000"/>
            </a:spcAft>
            <a:buNone/>
          </a:pPr>
          <a:r>
            <a:rPr lang="es-ES" sz="2500" kern="1200" dirty="0"/>
            <a:t>Virtualización completa utilizando traducción binaria.</a:t>
          </a:r>
          <a:endParaRPr lang="en-US" sz="2500" kern="1200" dirty="0"/>
        </a:p>
      </dsp:txBody>
      <dsp:txXfrm>
        <a:off x="1855592" y="875464"/>
        <a:ext cx="5327659" cy="1606573"/>
      </dsp:txXfrm>
    </dsp:sp>
    <dsp:sp modelId="{928104A3-CA4D-4D2E-A79A-20D5FD3A8FA1}">
      <dsp:nvSpPr>
        <dsp:cNvPr id="0" name=""/>
        <dsp:cNvSpPr/>
      </dsp:nvSpPr>
      <dsp:spPr>
        <a:xfrm>
          <a:off x="7183251" y="875464"/>
          <a:ext cx="4654177" cy="1606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029" tIns="170029" rIns="170029" bIns="170029" numCol="1" spcCol="1270" anchor="ctr" anchorCtr="0">
          <a:noAutofit/>
        </a:bodyPr>
        <a:lstStyle/>
        <a:p>
          <a:pPr marL="0" lvl="0" indent="0" algn="l" defTabSz="800100">
            <a:lnSpc>
              <a:spcPct val="100000"/>
            </a:lnSpc>
            <a:spcBef>
              <a:spcPct val="0"/>
            </a:spcBef>
            <a:spcAft>
              <a:spcPct val="35000"/>
            </a:spcAft>
            <a:buNone/>
          </a:pPr>
          <a:r>
            <a:rPr lang="es-ES" sz="1800" kern="1200" dirty="0"/>
            <a:t>Se basa en traducir el código del </a:t>
          </a:r>
          <a:r>
            <a:rPr lang="es-ES" sz="1800" kern="1200" dirty="0" err="1"/>
            <a:t>kernel</a:t>
          </a:r>
          <a:r>
            <a:rPr lang="es-ES" sz="1800" kern="1200" dirty="0"/>
            <a:t> para reemplazar las instrucciones no </a:t>
          </a:r>
          <a:r>
            <a:rPr lang="es-ES" sz="1800" kern="1200" dirty="0" err="1"/>
            <a:t>virtualizables</a:t>
          </a:r>
          <a:r>
            <a:rPr lang="es-ES" sz="1800" kern="1200" dirty="0"/>
            <a:t> con nuevas secuencias de instrucciones, que tienen el efecto deseado en el hardware.</a:t>
          </a:r>
          <a:endParaRPr lang="en-US" sz="1800" kern="1200" dirty="0"/>
        </a:p>
      </dsp:txBody>
      <dsp:txXfrm>
        <a:off x="7183251" y="875464"/>
        <a:ext cx="4654177" cy="1606573"/>
      </dsp:txXfrm>
    </dsp:sp>
    <dsp:sp modelId="{B19E1D69-D887-44FB-9D5D-F6F54CEE1BAE}">
      <dsp:nvSpPr>
        <dsp:cNvPr id="0" name=""/>
        <dsp:cNvSpPr/>
      </dsp:nvSpPr>
      <dsp:spPr>
        <a:xfrm>
          <a:off x="0" y="2883681"/>
          <a:ext cx="11839243" cy="160657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74E6C3-DF14-4D5F-88A4-4EA851DA15FE}">
      <dsp:nvSpPr>
        <dsp:cNvPr id="0" name=""/>
        <dsp:cNvSpPr/>
      </dsp:nvSpPr>
      <dsp:spPr>
        <a:xfrm>
          <a:off x="485988" y="3245160"/>
          <a:ext cx="883615" cy="88361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339DE08-7639-40BA-94BA-CA97B62C48ED}">
      <dsp:nvSpPr>
        <dsp:cNvPr id="0" name=""/>
        <dsp:cNvSpPr/>
      </dsp:nvSpPr>
      <dsp:spPr>
        <a:xfrm>
          <a:off x="1855592" y="2883681"/>
          <a:ext cx="5327659" cy="1606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029" tIns="170029" rIns="170029" bIns="170029" numCol="1" spcCol="1270" anchor="ctr" anchorCtr="0">
          <a:noAutofit/>
        </a:bodyPr>
        <a:lstStyle/>
        <a:p>
          <a:pPr marL="0" lvl="0" indent="0" algn="l" defTabSz="1111250">
            <a:lnSpc>
              <a:spcPct val="100000"/>
            </a:lnSpc>
            <a:spcBef>
              <a:spcPct val="0"/>
            </a:spcBef>
            <a:spcAft>
              <a:spcPct val="35000"/>
            </a:spcAft>
            <a:buNone/>
          </a:pPr>
          <a:r>
            <a:rPr lang="es-ES" sz="2500" kern="1200"/>
            <a:t>Virtualización asistida por sistema operativo o paravirtualización. </a:t>
          </a:r>
          <a:endParaRPr lang="en-US" sz="2500" kern="1200"/>
        </a:p>
      </dsp:txBody>
      <dsp:txXfrm>
        <a:off x="1855592" y="2883681"/>
        <a:ext cx="5327659" cy="1606573"/>
      </dsp:txXfrm>
    </dsp:sp>
    <dsp:sp modelId="{EC6E02D9-64CA-4D4B-A301-EB1F6E8B6F6B}">
      <dsp:nvSpPr>
        <dsp:cNvPr id="0" name=""/>
        <dsp:cNvSpPr/>
      </dsp:nvSpPr>
      <dsp:spPr>
        <a:xfrm>
          <a:off x="7183251" y="2883681"/>
          <a:ext cx="4654177" cy="1606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029" tIns="170029" rIns="170029" bIns="170029" numCol="1" spcCol="1270" anchor="ctr" anchorCtr="0">
          <a:noAutofit/>
        </a:bodyPr>
        <a:lstStyle/>
        <a:p>
          <a:pPr marL="0" lvl="0" indent="0" algn="l" defTabSz="800100">
            <a:lnSpc>
              <a:spcPct val="100000"/>
            </a:lnSpc>
            <a:spcBef>
              <a:spcPct val="0"/>
            </a:spcBef>
            <a:spcAft>
              <a:spcPct val="35000"/>
            </a:spcAft>
            <a:buNone/>
          </a:pPr>
          <a:r>
            <a:rPr lang="es-ES" sz="1800" kern="1200" dirty="0"/>
            <a:t>Implica modificar el </a:t>
          </a:r>
          <a:r>
            <a:rPr lang="es-ES" sz="1800" kern="1200" dirty="0" err="1"/>
            <a:t>kernel</a:t>
          </a:r>
          <a:r>
            <a:rPr lang="es-ES" sz="1800" kern="1200" dirty="0"/>
            <a:t> del SO huésped para remplazar las instrucciones no </a:t>
          </a:r>
          <a:r>
            <a:rPr lang="es-ES" sz="1800" kern="1200" dirty="0" err="1"/>
            <a:t>virtualizables</a:t>
          </a:r>
          <a:r>
            <a:rPr lang="es-ES" sz="1800" kern="1200" dirty="0"/>
            <a:t> con -</a:t>
          </a:r>
          <a:r>
            <a:rPr lang="es-ES" sz="1800" kern="1200" dirty="0" err="1"/>
            <a:t>hypercalls</a:t>
          </a:r>
          <a:r>
            <a:rPr lang="es-ES" sz="1800" kern="1200" dirty="0"/>
            <a:t>-, las que se comunican directamente con el </a:t>
          </a:r>
          <a:r>
            <a:rPr lang="es-ES" sz="1800" kern="1200" dirty="0" err="1"/>
            <a:t>hypervisor</a:t>
          </a:r>
          <a:r>
            <a:rPr lang="es-ES" sz="1800" kern="1200" dirty="0"/>
            <a:t> de la capa de virtualización</a:t>
          </a:r>
          <a:endParaRPr lang="en-US" sz="1800" kern="1200" dirty="0"/>
        </a:p>
      </dsp:txBody>
      <dsp:txXfrm>
        <a:off x="7183251" y="2883681"/>
        <a:ext cx="4654177" cy="160657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419"/>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492684-F6B9-4445-BA49-9AA10E6CFAD6}" type="datetimeFigureOut">
              <a:rPr lang="es-419" smtClean="0"/>
              <a:t>22/5/2026</a:t>
            </a:fld>
            <a:endParaRPr lang="es-419"/>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419"/>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419"/>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BF0A9F-34CB-4839-893C-8D162E776B0C}" type="slidenum">
              <a:rPr lang="es-419" smtClean="0"/>
              <a:t>‹Nº›</a:t>
            </a:fld>
            <a:endParaRPr lang="es-419"/>
          </a:p>
        </p:txBody>
      </p:sp>
    </p:spTree>
    <p:extLst>
      <p:ext uri="{BB962C8B-B14F-4D97-AF65-F5344CB8AC3E}">
        <p14:creationId xmlns:p14="http://schemas.microsoft.com/office/powerpoint/2010/main" val="229435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www.youtube.com/watch?v=pGLPUqVFP0o" TargetMode="External"/><Relationship Id="rId2" Type="http://schemas.openxmlformats.org/officeDocument/2006/relationships/slide" Target="../slides/slide26.xml"/><Relationship Id="rId1" Type="http://schemas.openxmlformats.org/officeDocument/2006/relationships/notesMaster" Target="../notesMasters/notesMaster1.xml"/><Relationship Id="rId4" Type="http://schemas.openxmlformats.org/officeDocument/2006/relationships/hyperlink" Target="https://www.youtube.com/watch?v=YbmgT-8uIlM" TargetMode="Externa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www.snia.org/cloud/cdmi"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10"/>
          </p:nvPr>
        </p:nvSpPr>
        <p:spPr/>
        <p:txBody>
          <a:bodyPr/>
          <a:lstStyle/>
          <a:p>
            <a:fld id="{D0DF7AFC-A01E-4ACD-87D6-B24D441ED1CD}" type="slidenum">
              <a:rPr lang="es-MX" smtClean="0"/>
              <a:t>3</a:t>
            </a:fld>
            <a:endParaRPr lang="es-MX"/>
          </a:p>
        </p:txBody>
      </p:sp>
    </p:spTree>
    <p:extLst>
      <p:ext uri="{BB962C8B-B14F-4D97-AF65-F5344CB8AC3E}">
        <p14:creationId xmlns:p14="http://schemas.microsoft.com/office/powerpoint/2010/main" val="3065106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10"/>
          </p:nvPr>
        </p:nvSpPr>
        <p:spPr/>
        <p:txBody>
          <a:bodyPr/>
          <a:lstStyle/>
          <a:p>
            <a:fld id="{D0DF7AFC-A01E-4ACD-87D6-B24D441ED1CD}" type="slidenum">
              <a:rPr lang="es-MX" smtClean="0"/>
              <a:t>4</a:t>
            </a:fld>
            <a:endParaRPr lang="es-MX"/>
          </a:p>
        </p:txBody>
      </p:sp>
    </p:spTree>
    <p:extLst>
      <p:ext uri="{BB962C8B-B14F-4D97-AF65-F5344CB8AC3E}">
        <p14:creationId xmlns:p14="http://schemas.microsoft.com/office/powerpoint/2010/main" val="32823348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dirty="0"/>
              <a:t>Proliferación</a:t>
            </a:r>
            <a:r>
              <a:rPr lang="es-MX" baseline="0" dirty="0"/>
              <a:t> de datos está compuesta por la necesidad de las empresas a tener los sistemas siempre disponibles</a:t>
            </a:r>
          </a:p>
          <a:p>
            <a:pPr marL="0" marR="0" lvl="0" indent="0" algn="l" defTabSz="914400" rtl="0" eaLnBrk="1" fontAlgn="auto" latinLnBrk="0" hangingPunct="1">
              <a:lnSpc>
                <a:spcPct val="100000"/>
              </a:lnSpc>
              <a:spcBef>
                <a:spcPts val="0"/>
              </a:spcBef>
              <a:spcAft>
                <a:spcPts val="0"/>
              </a:spcAft>
              <a:buClrTx/>
              <a:buSzTx/>
              <a:buFontTx/>
              <a:buNone/>
              <a:tabLst/>
              <a:defRPr/>
            </a:pPr>
            <a:r>
              <a:rPr lang="es-MX" baseline="0" dirty="0"/>
              <a:t>Se estima que solo se utiliza entre el 5 y 10% de un servidor físico</a:t>
            </a:r>
          </a:p>
          <a:p>
            <a:pPr marL="0" marR="0" lvl="0" indent="0" algn="l" defTabSz="914400" rtl="0" eaLnBrk="1" fontAlgn="auto" latinLnBrk="0" hangingPunct="1">
              <a:lnSpc>
                <a:spcPct val="100000"/>
              </a:lnSpc>
              <a:spcBef>
                <a:spcPts val="0"/>
              </a:spcBef>
              <a:spcAft>
                <a:spcPts val="0"/>
              </a:spcAft>
              <a:buClrTx/>
              <a:buSzTx/>
              <a:buFontTx/>
              <a:buNone/>
              <a:tabLst/>
              <a:defRPr/>
            </a:pPr>
            <a:r>
              <a:rPr lang="es-MX" baseline="0" dirty="0"/>
              <a:t>Convivencia de diferentes sistemas operativos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MX" baseline="0" dirty="0"/>
          </a:p>
          <a:p>
            <a:endParaRPr lang="es-MX" dirty="0"/>
          </a:p>
        </p:txBody>
      </p:sp>
      <p:sp>
        <p:nvSpPr>
          <p:cNvPr id="4" name="Marcador de número de diapositiva 3"/>
          <p:cNvSpPr>
            <a:spLocks noGrp="1"/>
          </p:cNvSpPr>
          <p:nvPr>
            <p:ph type="sldNum" sz="quarter" idx="10"/>
          </p:nvPr>
        </p:nvSpPr>
        <p:spPr/>
        <p:txBody>
          <a:bodyPr/>
          <a:lstStyle/>
          <a:p>
            <a:fld id="{D0DF7AFC-A01E-4ACD-87D6-B24D441ED1CD}" type="slidenum">
              <a:rPr lang="es-MX" smtClean="0"/>
              <a:t>5</a:t>
            </a:fld>
            <a:endParaRPr lang="es-MX"/>
          </a:p>
        </p:txBody>
      </p:sp>
    </p:spTree>
    <p:extLst>
      <p:ext uri="{BB962C8B-B14F-4D97-AF65-F5344CB8AC3E}">
        <p14:creationId xmlns:p14="http://schemas.microsoft.com/office/powerpoint/2010/main" val="5591306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b="0" i="0" dirty="0">
                <a:solidFill>
                  <a:srgbClr val="111111"/>
                </a:solidFill>
                <a:effectLst/>
                <a:latin typeface="-apple-system"/>
              </a:rPr>
              <a:t>El </a:t>
            </a:r>
            <a:r>
              <a:rPr lang="es-ES" b="1" i="0" dirty="0" err="1">
                <a:solidFill>
                  <a:srgbClr val="111111"/>
                </a:solidFill>
                <a:effectLst/>
                <a:latin typeface="-apple-system"/>
              </a:rPr>
              <a:t>kernel</a:t>
            </a:r>
            <a:r>
              <a:rPr lang="es-ES" b="0" i="0" dirty="0">
                <a:solidFill>
                  <a:srgbClr val="111111"/>
                </a:solidFill>
                <a:effectLst/>
                <a:latin typeface="-apple-system"/>
              </a:rPr>
              <a:t> de un sistema operativo es el núcleo central que gestiona las operaciones más básicas y fundamentales de una computadora. Su función principal es actuar como intermediario entre el hardware y el software, asegurando que los recursos del sistema se utilicen de manera eficiente y segura.</a:t>
            </a:r>
            <a:endParaRPr lang="es-419" dirty="0"/>
          </a:p>
        </p:txBody>
      </p:sp>
      <p:sp>
        <p:nvSpPr>
          <p:cNvPr id="4" name="Marcador de número de diapositiva 3"/>
          <p:cNvSpPr>
            <a:spLocks noGrp="1"/>
          </p:cNvSpPr>
          <p:nvPr>
            <p:ph type="sldNum" sz="quarter" idx="5"/>
          </p:nvPr>
        </p:nvSpPr>
        <p:spPr/>
        <p:txBody>
          <a:bodyPr/>
          <a:lstStyle/>
          <a:p>
            <a:fld id="{D0DF7AFC-A01E-4ACD-87D6-B24D441ED1CD}" type="slidenum">
              <a:rPr lang="es-MX" smtClean="0"/>
              <a:t>7</a:t>
            </a:fld>
            <a:endParaRPr lang="es-MX" dirty="0"/>
          </a:p>
        </p:txBody>
      </p:sp>
    </p:spTree>
    <p:extLst>
      <p:ext uri="{BB962C8B-B14F-4D97-AF65-F5344CB8AC3E}">
        <p14:creationId xmlns:p14="http://schemas.microsoft.com/office/powerpoint/2010/main" val="21482491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fontAlgn="base"/>
            <a:endParaRPr lang="es-MX" sz="1200" b="0" i="0" kern="1200" dirty="0">
              <a:solidFill>
                <a:schemeClr val="tx1"/>
              </a:solidFill>
              <a:effectLst/>
              <a:latin typeface="+mn-lt"/>
              <a:ea typeface="+mn-ea"/>
              <a:cs typeface="+mn-cs"/>
            </a:endParaRPr>
          </a:p>
        </p:txBody>
      </p:sp>
      <p:sp>
        <p:nvSpPr>
          <p:cNvPr id="4" name="Marcador de número de diapositiva 3"/>
          <p:cNvSpPr>
            <a:spLocks noGrp="1"/>
          </p:cNvSpPr>
          <p:nvPr>
            <p:ph type="sldNum" sz="quarter" idx="10"/>
          </p:nvPr>
        </p:nvSpPr>
        <p:spPr/>
        <p:txBody>
          <a:bodyPr/>
          <a:lstStyle/>
          <a:p>
            <a:fld id="{D0DF7AFC-A01E-4ACD-87D6-B24D441ED1CD}" type="slidenum">
              <a:rPr lang="es-MX" smtClean="0"/>
              <a:t>9</a:t>
            </a:fld>
            <a:endParaRPr lang="es-MX"/>
          </a:p>
        </p:txBody>
      </p:sp>
    </p:spTree>
    <p:extLst>
      <p:ext uri="{BB962C8B-B14F-4D97-AF65-F5344CB8AC3E}">
        <p14:creationId xmlns:p14="http://schemas.microsoft.com/office/powerpoint/2010/main" val="33697740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Tipo</a:t>
            </a:r>
            <a:r>
              <a:rPr lang="es-MX" baseline="0" dirty="0"/>
              <a:t> 2 son fáciles de instalar pero su desempeño no es el mejor, es una muy buena manera de iniciar</a:t>
            </a:r>
          </a:p>
          <a:p>
            <a:r>
              <a:rPr lang="es-MX" baseline="0" dirty="0"/>
              <a:t>Tipo 1 tienen mejor desempeño y elevan el nivel de SLA</a:t>
            </a:r>
          </a:p>
          <a:p>
            <a:endParaRPr lang="es-MX" dirty="0"/>
          </a:p>
        </p:txBody>
      </p:sp>
      <p:sp>
        <p:nvSpPr>
          <p:cNvPr id="4" name="Marcador de número de diapositiva 3"/>
          <p:cNvSpPr>
            <a:spLocks noGrp="1"/>
          </p:cNvSpPr>
          <p:nvPr>
            <p:ph type="sldNum" sz="quarter" idx="10"/>
          </p:nvPr>
        </p:nvSpPr>
        <p:spPr/>
        <p:txBody>
          <a:bodyPr/>
          <a:lstStyle/>
          <a:p>
            <a:fld id="{D0DF7AFC-A01E-4ACD-87D6-B24D441ED1CD}" type="slidenum">
              <a:rPr lang="es-MX" smtClean="0"/>
              <a:t>11</a:t>
            </a:fld>
            <a:endParaRPr lang="es-MX"/>
          </a:p>
        </p:txBody>
      </p:sp>
    </p:spTree>
    <p:extLst>
      <p:ext uri="{BB962C8B-B14F-4D97-AF65-F5344CB8AC3E}">
        <p14:creationId xmlns:p14="http://schemas.microsoft.com/office/powerpoint/2010/main" val="25161752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b="1" dirty="0"/>
              <a:t>VirtualBox y VMware Workstation</a:t>
            </a:r>
            <a:r>
              <a:rPr lang="es-ES" dirty="0"/>
              <a:t>: Ideales para entornos de prueba y desarrollo en </a:t>
            </a:r>
            <a:r>
              <a:rPr lang="es-ES" dirty="0" err="1"/>
              <a:t>escritorios.</a:t>
            </a:r>
            <a:r>
              <a:rPr lang="es-ES" b="1" dirty="0" err="1"/>
              <a:t>Xen</a:t>
            </a:r>
            <a:r>
              <a:rPr lang="es-ES" b="1" dirty="0"/>
              <a:t> y KVM</a:t>
            </a:r>
            <a:r>
              <a:rPr lang="es-ES" dirty="0"/>
              <a:t>: Usados en servidores y entornos de nube por su eficiencia y </a:t>
            </a:r>
            <a:r>
              <a:rPr lang="es-ES" dirty="0" err="1"/>
              <a:t>escalabilidad.</a:t>
            </a:r>
            <a:r>
              <a:rPr lang="es-ES" b="1" dirty="0" err="1"/>
              <a:t>VMware</a:t>
            </a:r>
            <a:r>
              <a:rPr lang="es-ES" b="1" dirty="0"/>
              <a:t> </a:t>
            </a:r>
            <a:r>
              <a:rPr lang="es-ES" b="1" dirty="0" err="1"/>
              <a:t>vSphere</a:t>
            </a:r>
            <a:r>
              <a:rPr lang="es-ES" b="1" dirty="0"/>
              <a:t> y </a:t>
            </a:r>
            <a:r>
              <a:rPr lang="es-ES" b="1" dirty="0" err="1"/>
              <a:t>Hyper</a:t>
            </a:r>
            <a:r>
              <a:rPr lang="es-ES" b="1" dirty="0"/>
              <a:t>-V</a:t>
            </a:r>
            <a:r>
              <a:rPr lang="es-ES" dirty="0"/>
              <a:t>: Enfocados en empresas con infraestructuras </a:t>
            </a:r>
            <a:r>
              <a:rPr lang="es-ES" dirty="0" err="1"/>
              <a:t>grandes.</a:t>
            </a:r>
            <a:r>
              <a:rPr lang="es-ES" b="1" dirty="0" err="1"/>
              <a:t>Proxmox</a:t>
            </a:r>
            <a:r>
              <a:rPr lang="es-ES" b="1" dirty="0"/>
              <a:t> VE</a:t>
            </a:r>
            <a:r>
              <a:rPr lang="es-ES" dirty="0"/>
              <a:t>: Solución híbrida con soporte tanto para virtualización tradicional (KVM) como para contenedores (LXC), ideal para </a:t>
            </a:r>
            <a:r>
              <a:rPr lang="es-ES" dirty="0" err="1"/>
              <a:t>homelabs</a:t>
            </a:r>
            <a:r>
              <a:rPr lang="es-ES"/>
              <a:t> y pequeñas empresas.</a:t>
            </a:r>
            <a:endParaRPr lang="es-419"/>
          </a:p>
        </p:txBody>
      </p:sp>
      <p:sp>
        <p:nvSpPr>
          <p:cNvPr id="4" name="Marcador de número de diapositiva 3"/>
          <p:cNvSpPr>
            <a:spLocks noGrp="1"/>
          </p:cNvSpPr>
          <p:nvPr>
            <p:ph type="sldNum" sz="quarter" idx="5"/>
          </p:nvPr>
        </p:nvSpPr>
        <p:spPr/>
        <p:txBody>
          <a:bodyPr/>
          <a:lstStyle/>
          <a:p>
            <a:fld id="{D0DF7AFC-A01E-4ACD-87D6-B24D441ED1CD}" type="slidenum">
              <a:rPr lang="es-MX" smtClean="0"/>
              <a:t>12</a:t>
            </a:fld>
            <a:endParaRPr lang="es-MX" dirty="0"/>
          </a:p>
        </p:txBody>
      </p:sp>
    </p:spTree>
    <p:extLst>
      <p:ext uri="{BB962C8B-B14F-4D97-AF65-F5344CB8AC3E}">
        <p14:creationId xmlns:p14="http://schemas.microsoft.com/office/powerpoint/2010/main" val="25443919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10"/>
          </p:nvPr>
        </p:nvSpPr>
        <p:spPr/>
        <p:txBody>
          <a:bodyPr/>
          <a:lstStyle/>
          <a:p>
            <a:fld id="{D0DF7AFC-A01E-4ACD-87D6-B24D441ED1CD}" type="slidenum">
              <a:rPr lang="es-MX" smtClean="0"/>
              <a:t>17</a:t>
            </a:fld>
            <a:endParaRPr lang="es-MX"/>
          </a:p>
        </p:txBody>
      </p:sp>
    </p:spTree>
    <p:extLst>
      <p:ext uri="{BB962C8B-B14F-4D97-AF65-F5344CB8AC3E}">
        <p14:creationId xmlns:p14="http://schemas.microsoft.com/office/powerpoint/2010/main" val="1024332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El servidor web es ingresado desde la red local y solo este puede conectarse a los servidores internos de bases de datos y archivos</a:t>
            </a:r>
          </a:p>
          <a:p>
            <a:r>
              <a:rPr lang="es-MX" dirty="0"/>
              <a:t>El servidor web toma imágenes del servidor de archivos y datos de objetos desde la base de datos</a:t>
            </a:r>
          </a:p>
        </p:txBody>
      </p:sp>
      <p:sp>
        <p:nvSpPr>
          <p:cNvPr id="4" name="Marcador de número de diapositiva 3"/>
          <p:cNvSpPr>
            <a:spLocks noGrp="1"/>
          </p:cNvSpPr>
          <p:nvPr>
            <p:ph type="sldNum" sz="quarter" idx="5"/>
          </p:nvPr>
        </p:nvSpPr>
        <p:spPr/>
        <p:txBody>
          <a:bodyPr/>
          <a:lstStyle/>
          <a:p>
            <a:fld id="{F3BF0A9F-34CB-4839-893C-8D162E776B0C}" type="slidenum">
              <a:rPr lang="es-419" smtClean="0"/>
              <a:t>19</a:t>
            </a:fld>
            <a:endParaRPr lang="es-419"/>
          </a:p>
        </p:txBody>
      </p:sp>
    </p:spTree>
    <p:extLst>
      <p:ext uri="{BB962C8B-B14F-4D97-AF65-F5344CB8AC3E}">
        <p14:creationId xmlns:p14="http://schemas.microsoft.com/office/powerpoint/2010/main" val="20886649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El servidor web tomar archivos de imagen desde el servidor de archivos para mostrar su página principal y usa una tabla de base de datos para mostrar un listado de objetos</a:t>
            </a:r>
          </a:p>
          <a:p>
            <a:r>
              <a:rPr lang="es-MX" dirty="0"/>
              <a:t>El servidor de respaldos se conecta al servidor de archivos para respaldar la información en este</a:t>
            </a:r>
          </a:p>
          <a:p>
            <a:r>
              <a:rPr lang="es-MX" dirty="0"/>
              <a:t>Los usuarios se conectan al servidor web</a:t>
            </a:r>
          </a:p>
          <a:p>
            <a:endParaRPr lang="es-MX" dirty="0"/>
          </a:p>
        </p:txBody>
      </p:sp>
      <p:sp>
        <p:nvSpPr>
          <p:cNvPr id="4" name="Marcador de número de diapositiva 3"/>
          <p:cNvSpPr>
            <a:spLocks noGrp="1"/>
          </p:cNvSpPr>
          <p:nvPr>
            <p:ph type="sldNum" sz="quarter" idx="5"/>
          </p:nvPr>
        </p:nvSpPr>
        <p:spPr/>
        <p:txBody>
          <a:bodyPr/>
          <a:lstStyle/>
          <a:p>
            <a:fld id="{F3BF0A9F-34CB-4839-893C-8D162E776B0C}" type="slidenum">
              <a:rPr lang="es-419" smtClean="0"/>
              <a:t>20</a:t>
            </a:fld>
            <a:endParaRPr lang="es-419"/>
          </a:p>
        </p:txBody>
      </p:sp>
    </p:spTree>
    <p:extLst>
      <p:ext uri="{BB962C8B-B14F-4D97-AF65-F5344CB8AC3E}">
        <p14:creationId xmlns:p14="http://schemas.microsoft.com/office/powerpoint/2010/main" val="6004174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dirty="0"/>
          </a:p>
        </p:txBody>
      </p:sp>
      <p:sp>
        <p:nvSpPr>
          <p:cNvPr id="4" name="Marcador de número de diapositiva 3"/>
          <p:cNvSpPr>
            <a:spLocks noGrp="1"/>
          </p:cNvSpPr>
          <p:nvPr>
            <p:ph type="sldNum" sz="quarter" idx="5"/>
          </p:nvPr>
        </p:nvSpPr>
        <p:spPr/>
        <p:txBody>
          <a:bodyPr/>
          <a:lstStyle/>
          <a:p>
            <a:fld id="{D0DF7AFC-A01E-4ACD-87D6-B24D441ED1CD}" type="slidenum">
              <a:rPr lang="es-MX" smtClean="0"/>
              <a:t>21</a:t>
            </a:fld>
            <a:endParaRPr lang="es-MX" dirty="0"/>
          </a:p>
        </p:txBody>
      </p:sp>
    </p:spTree>
    <p:extLst>
      <p:ext uri="{BB962C8B-B14F-4D97-AF65-F5344CB8AC3E}">
        <p14:creationId xmlns:p14="http://schemas.microsoft.com/office/powerpoint/2010/main" val="29964425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Let's say you and I are in charge of public transportation for a small city.</a:t>
            </a:r>
          </a:p>
          <a:p>
            <a:pPr fontAlgn="base"/>
            <a:r>
              <a:rPr lang="en-US" sz="1200" b="0" i="0" kern="1200" dirty="0">
                <a:solidFill>
                  <a:schemeClr val="tx1"/>
                </a:solidFill>
                <a:effectLst/>
                <a:latin typeface="+mn-lt"/>
                <a:ea typeface="+mn-ea"/>
                <a:cs typeface="+mn-cs"/>
              </a:rPr>
              <a:t>Before we send bus drivers out, we need to have a plan. </a:t>
            </a:r>
          </a:p>
          <a:p>
            <a:pPr fontAlgn="base"/>
            <a:r>
              <a:rPr lang="en-US" sz="1200" b="1" i="0" kern="1200" dirty="0">
                <a:solidFill>
                  <a:schemeClr val="tx1"/>
                </a:solidFill>
                <a:effectLst/>
                <a:latin typeface="+mn-lt"/>
                <a:ea typeface="+mn-ea"/>
                <a:cs typeface="+mn-cs"/>
              </a:rPr>
              <a:t>Control Plane = Learning what we will do</a:t>
            </a:r>
            <a:r>
              <a:rPr lang="en-US" sz="1200" b="0" i="0" kern="1200" dirty="0">
                <a:solidFill>
                  <a:schemeClr val="tx1"/>
                </a:solidFill>
                <a:effectLst/>
                <a:latin typeface="+mn-lt"/>
                <a:ea typeface="+mn-ea"/>
                <a:cs typeface="+mn-cs"/>
              </a:rPr>
              <a:t> </a:t>
            </a:r>
          </a:p>
          <a:p>
            <a:pPr fontAlgn="base"/>
            <a:r>
              <a:rPr lang="en-US" sz="1200" b="0" i="0" kern="1200" dirty="0">
                <a:solidFill>
                  <a:schemeClr val="tx1"/>
                </a:solidFill>
                <a:effectLst/>
                <a:latin typeface="+mn-lt"/>
                <a:ea typeface="+mn-ea"/>
                <a:cs typeface="+mn-cs"/>
              </a:rPr>
              <a:t>Our planning stage, which includes learning  which paths the buses will take, is similar to the control plane in the network.   We haven't picked up people yet, nor have we dropped them off, but we do know the paths and stops due to our plan.  The control plane is primarily about the learning of routes.</a:t>
            </a:r>
          </a:p>
          <a:p>
            <a:pPr fontAlgn="base"/>
            <a:r>
              <a:rPr lang="en-US" sz="1200" b="0" i="0" kern="1200" dirty="0">
                <a:solidFill>
                  <a:schemeClr val="tx1"/>
                </a:solidFill>
                <a:effectLst/>
                <a:latin typeface="+mn-lt"/>
                <a:ea typeface="+mn-ea"/>
                <a:cs typeface="+mn-cs"/>
              </a:rPr>
              <a:t>In a routed network, this planning and learning can be done through static routes, where we train the router about remote networks, and how to get there.   We also can use dynamic routing protocols, like RIP, OSPF and EIGRP to allow the routers to train each other regarding how to reach remote networks.   This is all the control plane.</a:t>
            </a:r>
          </a:p>
          <a:p>
            <a:pPr fontAlgn="base"/>
            <a:r>
              <a:rPr lang="en-US" sz="1200" b="1" i="0" kern="1200" dirty="0">
                <a:solidFill>
                  <a:schemeClr val="tx1"/>
                </a:solidFill>
                <a:effectLst/>
                <a:latin typeface="+mn-lt"/>
                <a:ea typeface="+mn-ea"/>
                <a:cs typeface="+mn-cs"/>
              </a:rPr>
              <a:t>Data Plane = </a:t>
            </a:r>
            <a:r>
              <a:rPr lang="en-US" sz="1200" b="1" i="0" kern="1200" dirty="0" err="1">
                <a:solidFill>
                  <a:schemeClr val="tx1"/>
                </a:solidFill>
                <a:effectLst/>
                <a:latin typeface="+mn-lt"/>
                <a:ea typeface="+mn-ea"/>
                <a:cs typeface="+mn-cs"/>
              </a:rPr>
              <a:t>Actualy</a:t>
            </a:r>
            <a:r>
              <a:rPr lang="en-US" sz="1200" b="1" i="0" kern="1200" dirty="0">
                <a:solidFill>
                  <a:schemeClr val="tx1"/>
                </a:solidFill>
                <a:effectLst/>
                <a:latin typeface="+mn-lt"/>
                <a:ea typeface="+mn-ea"/>
                <a:cs typeface="+mn-cs"/>
              </a:rPr>
              <a:t> moving the packets based on what we learned.</a:t>
            </a:r>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Now, after the routers know how to route for remote networks, </a:t>
            </a:r>
            <a:r>
              <a:rPr lang="en-US" sz="1200" b="1" i="1" kern="1200" dirty="0">
                <a:solidFill>
                  <a:schemeClr val="tx1"/>
                </a:solidFill>
                <a:effectLst/>
                <a:latin typeface="+mn-lt"/>
                <a:ea typeface="+mn-ea"/>
                <a:cs typeface="+mn-cs"/>
              </a:rPr>
              <a:t>along comes a customers packet and B</a:t>
            </a:r>
            <a:r>
              <a:rPr lang="en-US" sz="1200" b="1" i="0" kern="1200" dirty="0">
                <a:solidFill>
                  <a:schemeClr val="tx1"/>
                </a:solidFill>
                <a:effectLst/>
                <a:latin typeface="+mn-lt"/>
                <a:ea typeface="+mn-ea"/>
                <a:cs typeface="+mn-cs"/>
              </a:rPr>
              <a:t>AM! this is were the data plane begins</a:t>
            </a:r>
            <a:r>
              <a:rPr lang="en-US" sz="1200" b="0" i="0" kern="1200" dirty="0">
                <a:solidFill>
                  <a:schemeClr val="tx1"/>
                </a:solidFill>
                <a:effectLst/>
                <a:latin typeface="+mn-lt"/>
                <a:ea typeface="+mn-ea"/>
                <a:cs typeface="+mn-cs"/>
              </a:rPr>
              <a:t>.   The data plane is the </a:t>
            </a:r>
            <a:r>
              <a:rPr lang="en-US" sz="1200" b="1" i="1" kern="1200" dirty="0">
                <a:solidFill>
                  <a:schemeClr val="tx1"/>
                </a:solidFill>
                <a:effectLst/>
                <a:latin typeface="+mn-lt"/>
                <a:ea typeface="+mn-ea"/>
                <a:cs typeface="+mn-cs"/>
              </a:rPr>
              <a:t>actual movement of the customers data packets</a:t>
            </a:r>
            <a:r>
              <a:rPr lang="en-US" sz="1200" b="0" i="0" kern="1200" dirty="0">
                <a:solidFill>
                  <a:schemeClr val="tx1"/>
                </a:solidFill>
                <a:effectLst/>
                <a:latin typeface="+mn-lt"/>
                <a:ea typeface="+mn-ea"/>
                <a:cs typeface="+mn-cs"/>
              </a:rPr>
              <a:t> over the transit path.   (We learned the path to use in the control plane stage earlier).</a:t>
            </a:r>
          </a:p>
        </p:txBody>
      </p:sp>
      <p:sp>
        <p:nvSpPr>
          <p:cNvPr id="4" name="Marcador de número de diapositiva 3"/>
          <p:cNvSpPr>
            <a:spLocks noGrp="1"/>
          </p:cNvSpPr>
          <p:nvPr>
            <p:ph type="sldNum" sz="quarter" idx="5"/>
          </p:nvPr>
        </p:nvSpPr>
        <p:spPr/>
        <p:txBody>
          <a:bodyPr/>
          <a:lstStyle/>
          <a:p>
            <a:fld id="{D0DF7AFC-A01E-4ACD-87D6-B24D441ED1CD}" type="slidenum">
              <a:rPr lang="es-MX" smtClean="0"/>
              <a:t>24</a:t>
            </a:fld>
            <a:endParaRPr lang="es-MX" dirty="0"/>
          </a:p>
        </p:txBody>
      </p:sp>
    </p:spTree>
    <p:extLst>
      <p:ext uri="{BB962C8B-B14F-4D97-AF65-F5344CB8AC3E}">
        <p14:creationId xmlns:p14="http://schemas.microsoft.com/office/powerpoint/2010/main" val="15284323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dirty="0">
                <a:hlinkClick r:id="rId3"/>
              </a:rPr>
              <a:t>What is Network Function Virtualization (NFV)?</a:t>
            </a:r>
            <a:endParaRPr lang="en-US" dirty="0"/>
          </a:p>
          <a:p>
            <a:r>
              <a:rPr lang="es-ES" dirty="0">
                <a:hlinkClick r:id="rId4"/>
              </a:rPr>
              <a:t>13.3 Infraestructura de Red Virtual | CCNA 200-301 | Wild IT </a:t>
            </a:r>
            <a:r>
              <a:rPr lang="es-ES" dirty="0" err="1">
                <a:hlinkClick r:id="rId4"/>
              </a:rPr>
              <a:t>Academy</a:t>
            </a:r>
            <a:endParaRPr lang="es-419" dirty="0"/>
          </a:p>
        </p:txBody>
      </p:sp>
      <p:sp>
        <p:nvSpPr>
          <p:cNvPr id="4" name="Marcador de número de diapositiva 3"/>
          <p:cNvSpPr>
            <a:spLocks noGrp="1"/>
          </p:cNvSpPr>
          <p:nvPr>
            <p:ph type="sldNum" sz="quarter" idx="5"/>
          </p:nvPr>
        </p:nvSpPr>
        <p:spPr/>
        <p:txBody>
          <a:bodyPr/>
          <a:lstStyle/>
          <a:p>
            <a:fld id="{D0DF7AFC-A01E-4ACD-87D6-B24D441ED1CD}" type="slidenum">
              <a:rPr lang="es-MX" smtClean="0"/>
              <a:t>26</a:t>
            </a:fld>
            <a:endParaRPr lang="es-MX" dirty="0"/>
          </a:p>
        </p:txBody>
      </p:sp>
    </p:spTree>
    <p:extLst>
      <p:ext uri="{BB962C8B-B14F-4D97-AF65-F5344CB8AC3E}">
        <p14:creationId xmlns:p14="http://schemas.microsoft.com/office/powerpoint/2010/main" val="26978406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sz="1200" b="0" i="0" kern="1200" dirty="0">
                <a:solidFill>
                  <a:schemeClr val="tx1"/>
                </a:solidFill>
                <a:effectLst/>
                <a:latin typeface="+mn-lt"/>
                <a:ea typeface="+mn-ea"/>
                <a:cs typeface="+mn-cs"/>
              </a:rPr>
              <a:t>SNIA </a:t>
            </a:r>
            <a:r>
              <a:rPr lang="en-US" sz="1200" b="0" i="0" u="none" strike="noStrike" kern="1200" dirty="0">
                <a:solidFill>
                  <a:schemeClr val="tx1"/>
                </a:solidFill>
                <a:effectLst/>
                <a:latin typeface="+mn-lt"/>
                <a:ea typeface="+mn-ea"/>
                <a:cs typeface="+mn-cs"/>
                <a:hlinkClick r:id="rId3"/>
              </a:rPr>
              <a:t>Cloud Data Management Interface (CDMI)</a:t>
            </a:r>
            <a:r>
              <a:rPr lang="en-US" sz="1200" b="0" i="0" kern="1200" dirty="0">
                <a:solidFill>
                  <a:schemeClr val="tx1"/>
                </a:solidFill>
                <a:effectLst/>
                <a:latin typeface="+mn-lt"/>
                <a:ea typeface="+mn-ea"/>
                <a:cs typeface="+mn-cs"/>
              </a:rPr>
              <a:t> is an ISO/IEC standard that enables cloud solution vendors to meet the growing need of interoperability for data stored in the cloud</a:t>
            </a:r>
          </a:p>
          <a:p>
            <a:r>
              <a:rPr lang="en-US" sz="1200" b="0" i="0" kern="1200" dirty="0">
                <a:solidFill>
                  <a:schemeClr val="tx1"/>
                </a:solidFill>
                <a:effectLst/>
                <a:latin typeface="+mn-lt"/>
                <a:ea typeface="+mn-ea"/>
                <a:cs typeface="+mn-cs"/>
              </a:rPr>
              <a:t>The act of abstracting, hiding, or isolating the internal function of a storage (sub) system or service from applications, compute servers or general network resources for the purpose of enabling application and network independent management of storage or data.</a:t>
            </a:r>
          </a:p>
          <a:p>
            <a:r>
              <a:rPr lang="en-US" sz="1200" b="1" kern="1200" dirty="0">
                <a:solidFill>
                  <a:schemeClr val="tx1"/>
                </a:solidFill>
                <a:effectLst/>
                <a:latin typeface="+mn-lt"/>
                <a:ea typeface="+mn-ea"/>
                <a:cs typeface="+mn-cs"/>
              </a:rPr>
              <a:t>software-defined storage (SDS):</a:t>
            </a:r>
            <a:r>
              <a:rPr lang="en-US" sz="1200" b="1"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Virtualized storage with a service management interface.</a:t>
            </a:r>
          </a:p>
        </p:txBody>
      </p:sp>
      <p:sp>
        <p:nvSpPr>
          <p:cNvPr id="4" name="Marcador de número de diapositiva 3"/>
          <p:cNvSpPr>
            <a:spLocks noGrp="1"/>
          </p:cNvSpPr>
          <p:nvPr>
            <p:ph type="sldNum" sz="quarter" idx="10"/>
          </p:nvPr>
        </p:nvSpPr>
        <p:spPr/>
        <p:txBody>
          <a:bodyPr/>
          <a:lstStyle/>
          <a:p>
            <a:fld id="{D0DF7AFC-A01E-4ACD-87D6-B24D441ED1CD}" type="slidenum">
              <a:rPr lang="es-MX" smtClean="0"/>
              <a:t>32</a:t>
            </a:fld>
            <a:endParaRPr lang="es-MX" dirty="0"/>
          </a:p>
        </p:txBody>
      </p:sp>
    </p:spTree>
    <p:extLst>
      <p:ext uri="{BB962C8B-B14F-4D97-AF65-F5344CB8AC3E}">
        <p14:creationId xmlns:p14="http://schemas.microsoft.com/office/powerpoint/2010/main" val="139282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419"/>
              <a:t>https://www.youtube.com/watch?v=igHywP9VoNk</a:t>
            </a:r>
          </a:p>
        </p:txBody>
      </p:sp>
      <p:sp>
        <p:nvSpPr>
          <p:cNvPr id="4" name="Marcador de número de diapositiva 3"/>
          <p:cNvSpPr>
            <a:spLocks noGrp="1"/>
          </p:cNvSpPr>
          <p:nvPr>
            <p:ph type="sldNum" sz="quarter" idx="5"/>
          </p:nvPr>
        </p:nvSpPr>
        <p:spPr/>
        <p:txBody>
          <a:bodyPr/>
          <a:lstStyle/>
          <a:p>
            <a:fld id="{D0DF7AFC-A01E-4ACD-87D6-B24D441ED1CD}" type="slidenum">
              <a:rPr lang="es-MX" smtClean="0"/>
              <a:t>33</a:t>
            </a:fld>
            <a:endParaRPr lang="es-MX" dirty="0"/>
          </a:p>
        </p:txBody>
      </p:sp>
    </p:spTree>
    <p:extLst>
      <p:ext uri="{BB962C8B-B14F-4D97-AF65-F5344CB8AC3E}">
        <p14:creationId xmlns:p14="http://schemas.microsoft.com/office/powerpoint/2010/main" val="23745705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a:p>
            <a:endParaRPr lang="es-MX" dirty="0"/>
          </a:p>
        </p:txBody>
      </p:sp>
      <p:sp>
        <p:nvSpPr>
          <p:cNvPr id="4" name="Marcador de número de diapositiva 3"/>
          <p:cNvSpPr>
            <a:spLocks noGrp="1"/>
          </p:cNvSpPr>
          <p:nvPr>
            <p:ph type="sldNum" sz="quarter" idx="5"/>
          </p:nvPr>
        </p:nvSpPr>
        <p:spPr/>
        <p:txBody>
          <a:bodyPr/>
          <a:lstStyle/>
          <a:p>
            <a:fld id="{F3BF0A9F-34CB-4839-893C-8D162E776B0C}" type="slidenum">
              <a:rPr lang="es-419" smtClean="0"/>
              <a:t>37</a:t>
            </a:fld>
            <a:endParaRPr lang="es-419"/>
          </a:p>
        </p:txBody>
      </p:sp>
    </p:spTree>
    <p:extLst>
      <p:ext uri="{BB962C8B-B14F-4D97-AF65-F5344CB8AC3E}">
        <p14:creationId xmlns:p14="http://schemas.microsoft.com/office/powerpoint/2010/main" val="32694767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EC721A-CADD-D95C-3CA6-7ADDA5E75B67}"/>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277785E1-E09A-AA0A-110B-51EF0083ED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9F974158-5857-53D5-0C60-7BCB82236E5A}"/>
              </a:ext>
            </a:extLst>
          </p:cNvPr>
          <p:cNvSpPr>
            <a:spLocks noGrp="1"/>
          </p:cNvSpPr>
          <p:nvPr>
            <p:ph type="dt" sz="half" idx="10"/>
          </p:nvPr>
        </p:nvSpPr>
        <p:spPr/>
        <p:txBody>
          <a:bodyPr/>
          <a:lstStyle/>
          <a:p>
            <a:fld id="{C0616DEF-FE22-476F-B9DE-893C0B834F50}" type="datetimeFigureOut">
              <a:rPr lang="es-MX" smtClean="0"/>
              <a:t>22/05/2026</a:t>
            </a:fld>
            <a:endParaRPr lang="es-MX"/>
          </a:p>
        </p:txBody>
      </p:sp>
      <p:sp>
        <p:nvSpPr>
          <p:cNvPr id="5" name="Marcador de pie de página 4">
            <a:extLst>
              <a:ext uri="{FF2B5EF4-FFF2-40B4-BE49-F238E27FC236}">
                <a16:creationId xmlns:a16="http://schemas.microsoft.com/office/drawing/2014/main" id="{DDC47C83-3E00-9F9E-4EC2-E75B76FCD446}"/>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3900001-F2B5-AF8C-DC4E-E512ED4FE24B}"/>
              </a:ext>
            </a:extLst>
          </p:cNvPr>
          <p:cNvSpPr>
            <a:spLocks noGrp="1"/>
          </p:cNvSpPr>
          <p:nvPr>
            <p:ph type="sldNum" sz="quarter" idx="12"/>
          </p:nvPr>
        </p:nvSpPr>
        <p:spPr/>
        <p:txBody>
          <a:bodyPr/>
          <a:lstStyle/>
          <a:p>
            <a:fld id="{AAAAE3C8-7CBE-48F5-940E-528851FE4B9C}" type="slidenum">
              <a:rPr lang="es-MX" smtClean="0"/>
              <a:t>‹Nº›</a:t>
            </a:fld>
            <a:endParaRPr lang="es-MX"/>
          </a:p>
        </p:txBody>
      </p:sp>
    </p:spTree>
    <p:extLst>
      <p:ext uri="{BB962C8B-B14F-4D97-AF65-F5344CB8AC3E}">
        <p14:creationId xmlns:p14="http://schemas.microsoft.com/office/powerpoint/2010/main" val="33542582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C23D0B-7ABC-0B14-CEBD-60CB7BA6BFDB}"/>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EBFA20FB-A896-552A-9EC6-8F52104DF128}"/>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33E5C51-02EA-70A8-DDA9-A49F1DF23F27}"/>
              </a:ext>
            </a:extLst>
          </p:cNvPr>
          <p:cNvSpPr>
            <a:spLocks noGrp="1"/>
          </p:cNvSpPr>
          <p:nvPr>
            <p:ph type="dt" sz="half" idx="10"/>
          </p:nvPr>
        </p:nvSpPr>
        <p:spPr/>
        <p:txBody>
          <a:bodyPr/>
          <a:lstStyle/>
          <a:p>
            <a:fld id="{C0616DEF-FE22-476F-B9DE-893C0B834F50}" type="datetimeFigureOut">
              <a:rPr lang="es-MX" smtClean="0"/>
              <a:t>22/05/2026</a:t>
            </a:fld>
            <a:endParaRPr lang="es-MX"/>
          </a:p>
        </p:txBody>
      </p:sp>
      <p:sp>
        <p:nvSpPr>
          <p:cNvPr id="5" name="Marcador de pie de página 4">
            <a:extLst>
              <a:ext uri="{FF2B5EF4-FFF2-40B4-BE49-F238E27FC236}">
                <a16:creationId xmlns:a16="http://schemas.microsoft.com/office/drawing/2014/main" id="{10DBCD43-F510-835B-B4BD-C92086E3515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30DFD79-6131-A07A-57DD-12EECB7BE04D}"/>
              </a:ext>
            </a:extLst>
          </p:cNvPr>
          <p:cNvSpPr>
            <a:spLocks noGrp="1"/>
          </p:cNvSpPr>
          <p:nvPr>
            <p:ph type="sldNum" sz="quarter" idx="12"/>
          </p:nvPr>
        </p:nvSpPr>
        <p:spPr/>
        <p:txBody>
          <a:bodyPr/>
          <a:lstStyle/>
          <a:p>
            <a:fld id="{AAAAE3C8-7CBE-48F5-940E-528851FE4B9C}" type="slidenum">
              <a:rPr lang="es-MX" smtClean="0"/>
              <a:t>‹Nº›</a:t>
            </a:fld>
            <a:endParaRPr lang="es-MX"/>
          </a:p>
        </p:txBody>
      </p:sp>
    </p:spTree>
    <p:extLst>
      <p:ext uri="{BB962C8B-B14F-4D97-AF65-F5344CB8AC3E}">
        <p14:creationId xmlns:p14="http://schemas.microsoft.com/office/powerpoint/2010/main" val="40930605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5DCC65-B004-FF08-443A-06C3AC7E90AF}"/>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FE688461-2399-EB84-87C0-C1983D74720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61B0B20D-C643-9AA2-CE92-609866AC0402}"/>
              </a:ext>
            </a:extLst>
          </p:cNvPr>
          <p:cNvSpPr>
            <a:spLocks noGrp="1"/>
          </p:cNvSpPr>
          <p:nvPr>
            <p:ph type="dt" sz="half" idx="10"/>
          </p:nvPr>
        </p:nvSpPr>
        <p:spPr/>
        <p:txBody>
          <a:bodyPr/>
          <a:lstStyle/>
          <a:p>
            <a:fld id="{C0616DEF-FE22-476F-B9DE-893C0B834F50}" type="datetimeFigureOut">
              <a:rPr lang="es-MX" smtClean="0"/>
              <a:t>22/05/2026</a:t>
            </a:fld>
            <a:endParaRPr lang="es-MX"/>
          </a:p>
        </p:txBody>
      </p:sp>
      <p:sp>
        <p:nvSpPr>
          <p:cNvPr id="5" name="Marcador de pie de página 4">
            <a:extLst>
              <a:ext uri="{FF2B5EF4-FFF2-40B4-BE49-F238E27FC236}">
                <a16:creationId xmlns:a16="http://schemas.microsoft.com/office/drawing/2014/main" id="{2B59F945-04CA-3462-B6FF-453F04DD1DB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10854A4-3397-4CCD-9B33-55C20622AC38}"/>
              </a:ext>
            </a:extLst>
          </p:cNvPr>
          <p:cNvSpPr>
            <a:spLocks noGrp="1"/>
          </p:cNvSpPr>
          <p:nvPr>
            <p:ph type="sldNum" sz="quarter" idx="12"/>
          </p:nvPr>
        </p:nvSpPr>
        <p:spPr/>
        <p:txBody>
          <a:bodyPr/>
          <a:lstStyle/>
          <a:p>
            <a:fld id="{AAAAE3C8-7CBE-48F5-940E-528851FE4B9C}" type="slidenum">
              <a:rPr lang="es-MX" smtClean="0"/>
              <a:t>‹Nº›</a:t>
            </a:fld>
            <a:endParaRPr lang="es-MX"/>
          </a:p>
        </p:txBody>
      </p:sp>
    </p:spTree>
    <p:extLst>
      <p:ext uri="{BB962C8B-B14F-4D97-AF65-F5344CB8AC3E}">
        <p14:creationId xmlns:p14="http://schemas.microsoft.com/office/powerpoint/2010/main" val="55698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27353A-1FB8-C8CE-7268-C074FBAC1A8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D8B6B9B-0986-85DF-F608-F4A53CC47AD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E55A8D05-3061-F21C-397F-6A00A31DAC66}"/>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98D06941-CE49-F8A9-CB08-62E7571C6D0A}"/>
              </a:ext>
            </a:extLst>
          </p:cNvPr>
          <p:cNvSpPr>
            <a:spLocks noGrp="1"/>
          </p:cNvSpPr>
          <p:nvPr>
            <p:ph type="dt" sz="half" idx="10"/>
          </p:nvPr>
        </p:nvSpPr>
        <p:spPr/>
        <p:txBody>
          <a:bodyPr/>
          <a:lstStyle/>
          <a:p>
            <a:fld id="{C0616DEF-FE22-476F-B9DE-893C0B834F50}" type="datetimeFigureOut">
              <a:rPr lang="es-MX" smtClean="0"/>
              <a:t>22/05/2026</a:t>
            </a:fld>
            <a:endParaRPr lang="es-MX"/>
          </a:p>
        </p:txBody>
      </p:sp>
      <p:sp>
        <p:nvSpPr>
          <p:cNvPr id="6" name="Marcador de pie de página 5">
            <a:extLst>
              <a:ext uri="{FF2B5EF4-FFF2-40B4-BE49-F238E27FC236}">
                <a16:creationId xmlns:a16="http://schemas.microsoft.com/office/drawing/2014/main" id="{CFA98F72-18DB-B158-58EB-E56FE23A5030}"/>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0B61148A-683D-12BF-8139-FE0DD3EEE4DD}"/>
              </a:ext>
            </a:extLst>
          </p:cNvPr>
          <p:cNvSpPr>
            <a:spLocks noGrp="1"/>
          </p:cNvSpPr>
          <p:nvPr>
            <p:ph type="sldNum" sz="quarter" idx="12"/>
          </p:nvPr>
        </p:nvSpPr>
        <p:spPr/>
        <p:txBody>
          <a:bodyPr/>
          <a:lstStyle/>
          <a:p>
            <a:fld id="{AAAAE3C8-7CBE-48F5-940E-528851FE4B9C}" type="slidenum">
              <a:rPr lang="es-MX" smtClean="0"/>
              <a:t>‹Nº›</a:t>
            </a:fld>
            <a:endParaRPr lang="es-MX"/>
          </a:p>
        </p:txBody>
      </p:sp>
    </p:spTree>
    <p:extLst>
      <p:ext uri="{BB962C8B-B14F-4D97-AF65-F5344CB8AC3E}">
        <p14:creationId xmlns:p14="http://schemas.microsoft.com/office/powerpoint/2010/main" val="2410876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5556C8-F6E3-AF6B-93BF-F006746BB8E5}"/>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8BBF343B-1347-ADA5-5A38-6E107DDF3A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154F48C-7627-BA29-A4B0-8D11295A5CA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D6789105-344C-D70B-8ED6-82260574F2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BCD78EA5-8828-5755-0113-1428639FF777}"/>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4C8FC9F7-E5AC-9465-98EE-1B0E5E2E46EA}"/>
              </a:ext>
            </a:extLst>
          </p:cNvPr>
          <p:cNvSpPr>
            <a:spLocks noGrp="1"/>
          </p:cNvSpPr>
          <p:nvPr>
            <p:ph type="dt" sz="half" idx="10"/>
          </p:nvPr>
        </p:nvSpPr>
        <p:spPr/>
        <p:txBody>
          <a:bodyPr/>
          <a:lstStyle/>
          <a:p>
            <a:fld id="{C0616DEF-FE22-476F-B9DE-893C0B834F50}" type="datetimeFigureOut">
              <a:rPr lang="es-MX" smtClean="0"/>
              <a:t>22/05/2026</a:t>
            </a:fld>
            <a:endParaRPr lang="es-MX"/>
          </a:p>
        </p:txBody>
      </p:sp>
      <p:sp>
        <p:nvSpPr>
          <p:cNvPr id="8" name="Marcador de pie de página 7">
            <a:extLst>
              <a:ext uri="{FF2B5EF4-FFF2-40B4-BE49-F238E27FC236}">
                <a16:creationId xmlns:a16="http://schemas.microsoft.com/office/drawing/2014/main" id="{B8EC1DF7-8714-5972-4EBA-26B497DD978C}"/>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615DE81B-E5FC-D3FD-666A-F8F486B8FA3F}"/>
              </a:ext>
            </a:extLst>
          </p:cNvPr>
          <p:cNvSpPr>
            <a:spLocks noGrp="1"/>
          </p:cNvSpPr>
          <p:nvPr>
            <p:ph type="sldNum" sz="quarter" idx="12"/>
          </p:nvPr>
        </p:nvSpPr>
        <p:spPr/>
        <p:txBody>
          <a:bodyPr/>
          <a:lstStyle/>
          <a:p>
            <a:fld id="{AAAAE3C8-7CBE-48F5-940E-528851FE4B9C}" type="slidenum">
              <a:rPr lang="es-MX" smtClean="0"/>
              <a:t>‹Nº›</a:t>
            </a:fld>
            <a:endParaRPr lang="es-MX"/>
          </a:p>
        </p:txBody>
      </p:sp>
    </p:spTree>
    <p:extLst>
      <p:ext uri="{BB962C8B-B14F-4D97-AF65-F5344CB8AC3E}">
        <p14:creationId xmlns:p14="http://schemas.microsoft.com/office/powerpoint/2010/main" val="17211206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423614-8255-A4BE-C7E0-06235FC67C73}"/>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373DFACA-9E59-6813-1461-FF4D059602A0}"/>
              </a:ext>
            </a:extLst>
          </p:cNvPr>
          <p:cNvSpPr>
            <a:spLocks noGrp="1"/>
          </p:cNvSpPr>
          <p:nvPr>
            <p:ph type="dt" sz="half" idx="10"/>
          </p:nvPr>
        </p:nvSpPr>
        <p:spPr/>
        <p:txBody>
          <a:bodyPr/>
          <a:lstStyle/>
          <a:p>
            <a:fld id="{C0616DEF-FE22-476F-B9DE-893C0B834F50}" type="datetimeFigureOut">
              <a:rPr lang="es-MX" smtClean="0"/>
              <a:t>22/05/2026</a:t>
            </a:fld>
            <a:endParaRPr lang="es-MX"/>
          </a:p>
        </p:txBody>
      </p:sp>
      <p:sp>
        <p:nvSpPr>
          <p:cNvPr id="4" name="Marcador de pie de página 3">
            <a:extLst>
              <a:ext uri="{FF2B5EF4-FFF2-40B4-BE49-F238E27FC236}">
                <a16:creationId xmlns:a16="http://schemas.microsoft.com/office/drawing/2014/main" id="{8F031215-85D6-1F80-AFBD-359CF4DE725F}"/>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F0C75492-B089-97D8-54C3-210C5A14E71D}"/>
              </a:ext>
            </a:extLst>
          </p:cNvPr>
          <p:cNvSpPr>
            <a:spLocks noGrp="1"/>
          </p:cNvSpPr>
          <p:nvPr>
            <p:ph type="sldNum" sz="quarter" idx="12"/>
          </p:nvPr>
        </p:nvSpPr>
        <p:spPr/>
        <p:txBody>
          <a:bodyPr/>
          <a:lstStyle/>
          <a:p>
            <a:fld id="{AAAAE3C8-7CBE-48F5-940E-528851FE4B9C}" type="slidenum">
              <a:rPr lang="es-MX" smtClean="0"/>
              <a:t>‹Nº›</a:t>
            </a:fld>
            <a:endParaRPr lang="es-MX"/>
          </a:p>
        </p:txBody>
      </p:sp>
    </p:spTree>
    <p:extLst>
      <p:ext uri="{BB962C8B-B14F-4D97-AF65-F5344CB8AC3E}">
        <p14:creationId xmlns:p14="http://schemas.microsoft.com/office/powerpoint/2010/main" val="39103853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EC2B280-6B07-4A01-BC62-E8908E9265E3}"/>
              </a:ext>
            </a:extLst>
          </p:cNvPr>
          <p:cNvSpPr>
            <a:spLocks noGrp="1"/>
          </p:cNvSpPr>
          <p:nvPr>
            <p:ph type="dt" sz="half" idx="10"/>
          </p:nvPr>
        </p:nvSpPr>
        <p:spPr/>
        <p:txBody>
          <a:bodyPr/>
          <a:lstStyle/>
          <a:p>
            <a:fld id="{C0616DEF-FE22-476F-B9DE-893C0B834F50}" type="datetimeFigureOut">
              <a:rPr lang="es-MX" smtClean="0"/>
              <a:t>22/05/2026</a:t>
            </a:fld>
            <a:endParaRPr lang="es-MX"/>
          </a:p>
        </p:txBody>
      </p:sp>
      <p:sp>
        <p:nvSpPr>
          <p:cNvPr id="3" name="Marcador de pie de página 2">
            <a:extLst>
              <a:ext uri="{FF2B5EF4-FFF2-40B4-BE49-F238E27FC236}">
                <a16:creationId xmlns:a16="http://schemas.microsoft.com/office/drawing/2014/main" id="{AB33A184-93B5-ED19-C322-753F2F2B9D05}"/>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9B94A408-65A1-7CDB-CC39-2A9BB0492841}"/>
              </a:ext>
            </a:extLst>
          </p:cNvPr>
          <p:cNvSpPr>
            <a:spLocks noGrp="1"/>
          </p:cNvSpPr>
          <p:nvPr>
            <p:ph type="sldNum" sz="quarter" idx="12"/>
          </p:nvPr>
        </p:nvSpPr>
        <p:spPr/>
        <p:txBody>
          <a:bodyPr/>
          <a:lstStyle/>
          <a:p>
            <a:fld id="{AAAAE3C8-7CBE-48F5-940E-528851FE4B9C}" type="slidenum">
              <a:rPr lang="es-MX" smtClean="0"/>
              <a:t>‹Nº›</a:t>
            </a:fld>
            <a:endParaRPr lang="es-MX"/>
          </a:p>
        </p:txBody>
      </p:sp>
    </p:spTree>
    <p:extLst>
      <p:ext uri="{BB962C8B-B14F-4D97-AF65-F5344CB8AC3E}">
        <p14:creationId xmlns:p14="http://schemas.microsoft.com/office/powerpoint/2010/main" val="42905511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62B952-6A80-EA6C-2D26-1D006DF7C59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5056FA28-905A-EB27-4B5D-06E9F30EB81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92D638D5-8F7C-9A57-B0BF-8510D41BE1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84A4182-8747-565D-F67C-ECAC63AB6A33}"/>
              </a:ext>
            </a:extLst>
          </p:cNvPr>
          <p:cNvSpPr>
            <a:spLocks noGrp="1"/>
          </p:cNvSpPr>
          <p:nvPr>
            <p:ph type="dt" sz="half" idx="10"/>
          </p:nvPr>
        </p:nvSpPr>
        <p:spPr/>
        <p:txBody>
          <a:bodyPr/>
          <a:lstStyle/>
          <a:p>
            <a:fld id="{C0616DEF-FE22-476F-B9DE-893C0B834F50}" type="datetimeFigureOut">
              <a:rPr lang="es-MX" smtClean="0"/>
              <a:t>22/05/2026</a:t>
            </a:fld>
            <a:endParaRPr lang="es-MX"/>
          </a:p>
        </p:txBody>
      </p:sp>
      <p:sp>
        <p:nvSpPr>
          <p:cNvPr id="6" name="Marcador de pie de página 5">
            <a:extLst>
              <a:ext uri="{FF2B5EF4-FFF2-40B4-BE49-F238E27FC236}">
                <a16:creationId xmlns:a16="http://schemas.microsoft.com/office/drawing/2014/main" id="{93040A1A-9801-890E-4444-6B1F6D191E2B}"/>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4E262311-8283-11B8-DFB1-5E9C696362F8}"/>
              </a:ext>
            </a:extLst>
          </p:cNvPr>
          <p:cNvSpPr>
            <a:spLocks noGrp="1"/>
          </p:cNvSpPr>
          <p:nvPr>
            <p:ph type="sldNum" sz="quarter" idx="12"/>
          </p:nvPr>
        </p:nvSpPr>
        <p:spPr/>
        <p:txBody>
          <a:bodyPr/>
          <a:lstStyle/>
          <a:p>
            <a:fld id="{AAAAE3C8-7CBE-48F5-940E-528851FE4B9C}" type="slidenum">
              <a:rPr lang="es-MX" smtClean="0"/>
              <a:t>‹Nº›</a:t>
            </a:fld>
            <a:endParaRPr lang="es-MX"/>
          </a:p>
        </p:txBody>
      </p:sp>
    </p:spTree>
    <p:extLst>
      <p:ext uri="{BB962C8B-B14F-4D97-AF65-F5344CB8AC3E}">
        <p14:creationId xmlns:p14="http://schemas.microsoft.com/office/powerpoint/2010/main" val="33036912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EB727F-4D07-C9B6-457C-585E640CA59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B0B985CB-42FB-0E4F-2794-48276B1E42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F33BFB1E-EDC2-BD4A-C4A7-785CE68E29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60BF186-8C9A-4E75-E49C-1FE515AE5901}"/>
              </a:ext>
            </a:extLst>
          </p:cNvPr>
          <p:cNvSpPr>
            <a:spLocks noGrp="1"/>
          </p:cNvSpPr>
          <p:nvPr>
            <p:ph type="dt" sz="half" idx="10"/>
          </p:nvPr>
        </p:nvSpPr>
        <p:spPr/>
        <p:txBody>
          <a:bodyPr/>
          <a:lstStyle/>
          <a:p>
            <a:fld id="{C0616DEF-FE22-476F-B9DE-893C0B834F50}" type="datetimeFigureOut">
              <a:rPr lang="es-MX" smtClean="0"/>
              <a:t>22/05/2026</a:t>
            </a:fld>
            <a:endParaRPr lang="es-MX"/>
          </a:p>
        </p:txBody>
      </p:sp>
      <p:sp>
        <p:nvSpPr>
          <p:cNvPr id="6" name="Marcador de pie de página 5">
            <a:extLst>
              <a:ext uri="{FF2B5EF4-FFF2-40B4-BE49-F238E27FC236}">
                <a16:creationId xmlns:a16="http://schemas.microsoft.com/office/drawing/2014/main" id="{051CCA8F-6D8F-77DC-97FB-0EED8145304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10A1FBD-446A-1226-863F-B97882F3A75E}"/>
              </a:ext>
            </a:extLst>
          </p:cNvPr>
          <p:cNvSpPr>
            <a:spLocks noGrp="1"/>
          </p:cNvSpPr>
          <p:nvPr>
            <p:ph type="sldNum" sz="quarter" idx="12"/>
          </p:nvPr>
        </p:nvSpPr>
        <p:spPr/>
        <p:txBody>
          <a:bodyPr/>
          <a:lstStyle/>
          <a:p>
            <a:fld id="{AAAAE3C8-7CBE-48F5-940E-528851FE4B9C}" type="slidenum">
              <a:rPr lang="es-MX" smtClean="0"/>
              <a:t>‹Nº›</a:t>
            </a:fld>
            <a:endParaRPr lang="es-MX"/>
          </a:p>
        </p:txBody>
      </p:sp>
    </p:spTree>
    <p:extLst>
      <p:ext uri="{BB962C8B-B14F-4D97-AF65-F5344CB8AC3E}">
        <p14:creationId xmlns:p14="http://schemas.microsoft.com/office/powerpoint/2010/main" val="29955503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3D49EED-2667-BE17-6006-ED84CA4B3B2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5CA6C9DA-FBF3-1FC5-C5FE-0D7E17E63D1E}"/>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E20CF7FC-B671-7794-9B65-8F0C08242541}"/>
              </a:ext>
            </a:extLst>
          </p:cNvPr>
          <p:cNvSpPr>
            <a:spLocks noGrp="1"/>
          </p:cNvSpPr>
          <p:nvPr>
            <p:ph type="dt" sz="half" idx="10"/>
          </p:nvPr>
        </p:nvSpPr>
        <p:spPr/>
        <p:txBody>
          <a:bodyPr/>
          <a:lstStyle/>
          <a:p>
            <a:fld id="{C0616DEF-FE22-476F-B9DE-893C0B834F50}" type="datetimeFigureOut">
              <a:rPr lang="es-MX" smtClean="0"/>
              <a:t>22/05/2026</a:t>
            </a:fld>
            <a:endParaRPr lang="es-MX"/>
          </a:p>
        </p:txBody>
      </p:sp>
      <p:sp>
        <p:nvSpPr>
          <p:cNvPr id="5" name="Marcador de pie de página 4">
            <a:extLst>
              <a:ext uri="{FF2B5EF4-FFF2-40B4-BE49-F238E27FC236}">
                <a16:creationId xmlns:a16="http://schemas.microsoft.com/office/drawing/2014/main" id="{92087168-3CCE-1917-5378-0951ABA91152}"/>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4F5AB76-2B33-C9A7-3A10-2010D040E009}"/>
              </a:ext>
            </a:extLst>
          </p:cNvPr>
          <p:cNvSpPr>
            <a:spLocks noGrp="1"/>
          </p:cNvSpPr>
          <p:nvPr>
            <p:ph type="sldNum" sz="quarter" idx="12"/>
          </p:nvPr>
        </p:nvSpPr>
        <p:spPr/>
        <p:txBody>
          <a:bodyPr/>
          <a:lstStyle/>
          <a:p>
            <a:fld id="{AAAAE3C8-7CBE-48F5-940E-528851FE4B9C}" type="slidenum">
              <a:rPr lang="es-MX" smtClean="0"/>
              <a:t>‹Nº›</a:t>
            </a:fld>
            <a:endParaRPr lang="es-MX"/>
          </a:p>
        </p:txBody>
      </p:sp>
    </p:spTree>
    <p:extLst>
      <p:ext uri="{BB962C8B-B14F-4D97-AF65-F5344CB8AC3E}">
        <p14:creationId xmlns:p14="http://schemas.microsoft.com/office/powerpoint/2010/main" val="1284464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E6D32C3-C594-D2CB-C698-FE9FB4E80A7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D7A12C02-37F5-77DE-F57A-0B4C807FD4F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16A230F6-20A4-7FBA-9444-1AF94C684648}"/>
              </a:ext>
            </a:extLst>
          </p:cNvPr>
          <p:cNvSpPr>
            <a:spLocks noGrp="1"/>
          </p:cNvSpPr>
          <p:nvPr>
            <p:ph type="dt" sz="half" idx="10"/>
          </p:nvPr>
        </p:nvSpPr>
        <p:spPr/>
        <p:txBody>
          <a:bodyPr/>
          <a:lstStyle/>
          <a:p>
            <a:fld id="{C0616DEF-FE22-476F-B9DE-893C0B834F50}" type="datetimeFigureOut">
              <a:rPr lang="es-MX" smtClean="0"/>
              <a:t>22/05/2026</a:t>
            </a:fld>
            <a:endParaRPr lang="es-MX"/>
          </a:p>
        </p:txBody>
      </p:sp>
      <p:sp>
        <p:nvSpPr>
          <p:cNvPr id="5" name="Marcador de pie de página 4">
            <a:extLst>
              <a:ext uri="{FF2B5EF4-FFF2-40B4-BE49-F238E27FC236}">
                <a16:creationId xmlns:a16="http://schemas.microsoft.com/office/drawing/2014/main" id="{CF421212-86B1-4146-6ABE-645A2032554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48D27DA-01EA-578B-8DFE-E18E28EEEF76}"/>
              </a:ext>
            </a:extLst>
          </p:cNvPr>
          <p:cNvSpPr>
            <a:spLocks noGrp="1"/>
          </p:cNvSpPr>
          <p:nvPr>
            <p:ph type="sldNum" sz="quarter" idx="12"/>
          </p:nvPr>
        </p:nvSpPr>
        <p:spPr/>
        <p:txBody>
          <a:bodyPr/>
          <a:lstStyle/>
          <a:p>
            <a:fld id="{AAAAE3C8-7CBE-48F5-940E-528851FE4B9C}" type="slidenum">
              <a:rPr lang="es-MX" smtClean="0"/>
              <a:t>‹Nº›</a:t>
            </a:fld>
            <a:endParaRPr lang="es-MX"/>
          </a:p>
        </p:txBody>
      </p:sp>
    </p:spTree>
    <p:extLst>
      <p:ext uri="{BB962C8B-B14F-4D97-AF65-F5344CB8AC3E}">
        <p14:creationId xmlns:p14="http://schemas.microsoft.com/office/powerpoint/2010/main" val="28538872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os contenidos 1">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29577E27-B60E-C6DD-BAAF-5CCC3D59E5D5}"/>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es-ES"/>
            </a:defPPr>
          </a:lstStyle>
          <a:p>
            <a:pPr algn="ctr" rtl="0"/>
            <a:endParaRPr lang="es-ES" dirty="0"/>
          </a:p>
        </p:txBody>
      </p:sp>
      <p:sp>
        <p:nvSpPr>
          <p:cNvPr id="2" name="Título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rtlCol="0" anchor="ctr" anchorCtr="0">
            <a:noAutofit/>
          </a:bodyPr>
          <a:lstStyle>
            <a:lvl1pPr algn="ctr">
              <a:defRPr lang="es-ES" sz="3200"/>
            </a:lvl1pPr>
          </a:lstStyle>
          <a:p>
            <a:pPr rtl="0"/>
            <a:r>
              <a:rPr lang="es-ES"/>
              <a:t>Haga clic para agregar un título</a:t>
            </a:r>
          </a:p>
        </p:txBody>
      </p:sp>
      <p:sp>
        <p:nvSpPr>
          <p:cNvPr id="9" name="Marcador de contenido 10">
            <a:extLst>
              <a:ext uri="{FF2B5EF4-FFF2-40B4-BE49-F238E27FC236}">
                <a16:creationId xmlns:a16="http://schemas.microsoft.com/office/drawing/2014/main" id="{964CA031-27E0-D0AA-1451-A904CCF234FE}"/>
              </a:ext>
            </a:extLst>
          </p:cNvPr>
          <p:cNvSpPr>
            <a:spLocks noGrp="1"/>
          </p:cNvSpPr>
          <p:nvPr>
            <p:ph sz="quarter" idx="13" hasCustomPrompt="1"/>
          </p:nvPr>
        </p:nvSpPr>
        <p:spPr>
          <a:xfrm>
            <a:off x="838199" y="2024781"/>
            <a:ext cx="5212079" cy="4137189"/>
          </a:xfrm>
        </p:spPr>
        <p:txBody>
          <a:bodyPr rtlCol="0">
            <a:normAutofit/>
          </a:bodyPr>
          <a:lstStyle>
            <a:lvl1pPr marL="0" indent="0">
              <a:spcBef>
                <a:spcPts val="1000"/>
              </a:spcBef>
              <a:spcAft>
                <a:spcPts val="0"/>
              </a:spcAft>
              <a:buClr>
                <a:schemeClr val="accent2"/>
              </a:buClr>
              <a:buFont typeface="Wingdings" panose="05000000000000000000" pitchFamily="2" charset="2"/>
              <a:buNone/>
              <a:defRPr lang="es-ES" sz="1800">
                <a:latin typeface="+mn-lt"/>
              </a:defRPr>
            </a:lvl1pPr>
            <a:lvl2pPr marL="0" indent="-228600">
              <a:spcBef>
                <a:spcPts val="1000"/>
              </a:spcBef>
              <a:spcAft>
                <a:spcPts val="1000"/>
              </a:spcAft>
              <a:buClr>
                <a:schemeClr val="accent2"/>
              </a:buClr>
              <a:buFont typeface="Wingdings" panose="05000000000000000000" pitchFamily="2" charset="2"/>
              <a:buChar char="§"/>
              <a:defRPr lang="es-ES" sz="1800">
                <a:latin typeface="+mn-lt"/>
              </a:defRPr>
            </a:lvl2pPr>
            <a:lvl3pPr marL="457200" indent="-228600">
              <a:spcBef>
                <a:spcPts val="1000"/>
              </a:spcBef>
              <a:spcAft>
                <a:spcPts val="1000"/>
              </a:spcAft>
              <a:buClr>
                <a:schemeClr val="accent2"/>
              </a:buClr>
              <a:buFont typeface="Wingdings" panose="05000000000000000000" pitchFamily="2" charset="2"/>
              <a:buChar char="§"/>
              <a:defRPr lang="es-ES" sz="1800">
                <a:latin typeface="+mn-lt"/>
              </a:defRPr>
            </a:lvl3pPr>
            <a:lvl4pPr marL="685800" indent="-228600">
              <a:spcBef>
                <a:spcPts val="1000"/>
              </a:spcBef>
              <a:spcAft>
                <a:spcPts val="1000"/>
              </a:spcAft>
              <a:buClr>
                <a:schemeClr val="accent2"/>
              </a:buClr>
              <a:buFont typeface="Wingdings" panose="05000000000000000000" pitchFamily="2" charset="2"/>
              <a:buChar char="§"/>
              <a:defRPr lang="es-ES" sz="1800">
                <a:latin typeface="+mn-lt"/>
              </a:defRPr>
            </a:lvl4pPr>
            <a:lvl5pPr marL="914400" indent="-228600">
              <a:spcBef>
                <a:spcPts val="1000"/>
              </a:spcBef>
              <a:spcAft>
                <a:spcPts val="1000"/>
              </a:spcAft>
              <a:buClr>
                <a:schemeClr val="accent2"/>
              </a:buClr>
              <a:buFont typeface="Wingdings" panose="05000000000000000000" pitchFamily="2" charset="2"/>
              <a:buChar char="§"/>
              <a:defRPr lang="es-ES" sz="1800">
                <a:latin typeface="+mn-lt"/>
              </a:defRPr>
            </a:lvl5pPr>
          </a:lstStyle>
          <a:p>
            <a:pPr lvl="0" rtl="0"/>
            <a:r>
              <a:rPr lang="es-ES"/>
              <a:t>Haga clic para agregar texto</a:t>
            </a:r>
          </a:p>
          <a:p>
            <a:pPr lvl="1" rtl="0"/>
            <a:r>
              <a:rPr lang="es-ES"/>
              <a:t>Segundo nivel</a:t>
            </a:r>
          </a:p>
          <a:p>
            <a:pPr lvl="2" rtl="0"/>
            <a:r>
              <a:rPr lang="es-ES"/>
              <a:t>Tercer nivel</a:t>
            </a:r>
          </a:p>
          <a:p>
            <a:pPr lvl="3" rtl="0"/>
            <a:r>
              <a:rPr lang="es-ES"/>
              <a:t>Cuarto nivel</a:t>
            </a:r>
          </a:p>
          <a:p>
            <a:pPr lvl="4" rtl="0"/>
            <a:r>
              <a:rPr lang="es-ES"/>
              <a:t>Quinto nivel</a:t>
            </a:r>
          </a:p>
        </p:txBody>
      </p:sp>
      <p:sp>
        <p:nvSpPr>
          <p:cNvPr id="12" name="Marcador de contenido 10">
            <a:extLst>
              <a:ext uri="{FF2B5EF4-FFF2-40B4-BE49-F238E27FC236}">
                <a16:creationId xmlns:a16="http://schemas.microsoft.com/office/drawing/2014/main" id="{81FE0D7D-86B7-CCD2-A7A1-70E95846B542}"/>
              </a:ext>
            </a:extLst>
          </p:cNvPr>
          <p:cNvSpPr>
            <a:spLocks noGrp="1"/>
          </p:cNvSpPr>
          <p:nvPr>
            <p:ph sz="quarter" idx="14" hasCustomPrompt="1"/>
          </p:nvPr>
        </p:nvSpPr>
        <p:spPr>
          <a:xfrm>
            <a:off x="6459795" y="2024780"/>
            <a:ext cx="4894006" cy="4137189"/>
          </a:xfrm>
        </p:spPr>
        <p:txBody>
          <a:bodyPr rtlCol="0">
            <a:normAutofit/>
          </a:bodyPr>
          <a:lstStyle>
            <a:lvl1pPr marL="0" indent="0">
              <a:spcBef>
                <a:spcPts val="1000"/>
              </a:spcBef>
              <a:spcAft>
                <a:spcPts val="0"/>
              </a:spcAft>
              <a:buClr>
                <a:schemeClr val="accent2"/>
              </a:buClr>
              <a:buFont typeface="Wingdings" panose="05000000000000000000" pitchFamily="2" charset="2"/>
              <a:buNone/>
              <a:defRPr lang="es-ES" sz="1800">
                <a:latin typeface="+mn-lt"/>
              </a:defRPr>
            </a:lvl1pPr>
            <a:lvl2pPr marL="0" indent="-228600">
              <a:spcBef>
                <a:spcPts val="1000"/>
              </a:spcBef>
              <a:spcAft>
                <a:spcPts val="1000"/>
              </a:spcAft>
              <a:buClr>
                <a:schemeClr val="accent2"/>
              </a:buClr>
              <a:buFont typeface="Wingdings" panose="05000000000000000000" pitchFamily="2" charset="2"/>
              <a:buChar char="§"/>
              <a:defRPr lang="es-ES" sz="1800">
                <a:latin typeface="+mn-lt"/>
              </a:defRPr>
            </a:lvl2pPr>
            <a:lvl3pPr marL="457200" indent="-228600">
              <a:spcBef>
                <a:spcPts val="1000"/>
              </a:spcBef>
              <a:spcAft>
                <a:spcPts val="1000"/>
              </a:spcAft>
              <a:buClr>
                <a:schemeClr val="accent2"/>
              </a:buClr>
              <a:buFont typeface="Wingdings" panose="05000000000000000000" pitchFamily="2" charset="2"/>
              <a:buChar char="§"/>
              <a:defRPr lang="es-ES" sz="1800">
                <a:latin typeface="+mn-lt"/>
              </a:defRPr>
            </a:lvl3pPr>
            <a:lvl4pPr marL="685800" indent="-228600">
              <a:spcBef>
                <a:spcPts val="1000"/>
              </a:spcBef>
              <a:spcAft>
                <a:spcPts val="1000"/>
              </a:spcAft>
              <a:buClr>
                <a:schemeClr val="accent2"/>
              </a:buClr>
              <a:buFont typeface="Wingdings" panose="05000000000000000000" pitchFamily="2" charset="2"/>
              <a:buChar char="§"/>
              <a:defRPr lang="es-ES" sz="1800">
                <a:latin typeface="+mn-lt"/>
              </a:defRPr>
            </a:lvl4pPr>
            <a:lvl5pPr marL="914400" indent="-228600">
              <a:spcBef>
                <a:spcPts val="1000"/>
              </a:spcBef>
              <a:spcAft>
                <a:spcPts val="1000"/>
              </a:spcAft>
              <a:buClr>
                <a:schemeClr val="accent2"/>
              </a:buClr>
              <a:buFont typeface="Wingdings" panose="05000000000000000000" pitchFamily="2" charset="2"/>
              <a:buChar char="§"/>
              <a:defRPr lang="es-ES" sz="1800">
                <a:latin typeface="+mn-lt"/>
              </a:defRPr>
            </a:lvl5pPr>
          </a:lstStyle>
          <a:p>
            <a:pPr lvl="0" rtl="0"/>
            <a:r>
              <a:rPr lang="es-ES"/>
              <a:t>Haga clic para agregar texto</a:t>
            </a:r>
          </a:p>
          <a:p>
            <a:pPr lvl="1" rtl="0"/>
            <a:r>
              <a:rPr lang="es-ES"/>
              <a:t>Segundo nivel</a:t>
            </a:r>
          </a:p>
          <a:p>
            <a:pPr lvl="2" rtl="0"/>
            <a:r>
              <a:rPr lang="es-ES"/>
              <a:t>Tercer nivel</a:t>
            </a:r>
          </a:p>
          <a:p>
            <a:pPr lvl="3" rtl="0"/>
            <a:r>
              <a:rPr lang="es-ES"/>
              <a:t>Cuarto nivel</a:t>
            </a:r>
          </a:p>
          <a:p>
            <a:pPr lvl="4" rtl="0"/>
            <a:r>
              <a:rPr lang="es-ES"/>
              <a:t>Quinto nivel</a:t>
            </a:r>
          </a:p>
        </p:txBody>
      </p:sp>
      <p:sp>
        <p:nvSpPr>
          <p:cNvPr id="5" name="Marcador de fecha 4">
            <a:extLst>
              <a:ext uri="{FF2B5EF4-FFF2-40B4-BE49-F238E27FC236}">
                <a16:creationId xmlns:a16="http://schemas.microsoft.com/office/drawing/2014/main" id="{C6CFCEB5-4092-FD13-478E-51CD74FDB82E}"/>
              </a:ext>
            </a:extLst>
          </p:cNvPr>
          <p:cNvSpPr>
            <a:spLocks noGrp="1"/>
          </p:cNvSpPr>
          <p:nvPr>
            <p:ph type="dt" sz="half" idx="10"/>
          </p:nvPr>
        </p:nvSpPr>
        <p:spPr/>
        <p:txBody>
          <a:bodyPr rtlCol="0"/>
          <a:lstStyle>
            <a:defPPr>
              <a:defRPr lang="es-ES"/>
            </a:defPPr>
          </a:lstStyle>
          <a:p>
            <a:fld id="{48A87A34-81AB-432B-8DAE-1953F412C126}" type="datetimeFigureOut">
              <a:rPr lang="en-US" smtClean="0"/>
              <a:pPr/>
              <a:t>5/22/2026</a:t>
            </a:fld>
            <a:endParaRPr lang="en-US" dirty="0"/>
          </a:p>
        </p:txBody>
      </p:sp>
      <p:sp>
        <p:nvSpPr>
          <p:cNvPr id="6" name="Marcador de pie de página 5">
            <a:extLst>
              <a:ext uri="{FF2B5EF4-FFF2-40B4-BE49-F238E27FC236}">
                <a16:creationId xmlns:a16="http://schemas.microsoft.com/office/drawing/2014/main" id="{5D077A4D-E7C0-912D-293F-D93F0CB5CA49}"/>
              </a:ext>
            </a:extLst>
          </p:cNvPr>
          <p:cNvSpPr>
            <a:spLocks noGrp="1"/>
          </p:cNvSpPr>
          <p:nvPr>
            <p:ph type="ftr" sz="quarter" idx="11"/>
          </p:nvPr>
        </p:nvSpPr>
        <p:spPr/>
        <p:txBody>
          <a:bodyPr rtlCol="0"/>
          <a:lstStyle>
            <a:defPPr>
              <a:defRPr lang="es-ES"/>
            </a:defPPr>
          </a:lstStyle>
          <a:p>
            <a:endParaRPr lang="en-US" dirty="0"/>
          </a:p>
        </p:txBody>
      </p:sp>
      <p:sp>
        <p:nvSpPr>
          <p:cNvPr id="7" name="Marcador de número de diapositiva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defPPr>
              <a:defRPr lang="es-ES"/>
            </a:defP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7427739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BC66379-1153-ACEE-CC29-A912B2C957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C5C26D6A-983A-1FCA-677E-A6976DEFFB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37AF8BD8-9938-1977-8CD6-6D828A8185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0616DEF-FE22-476F-B9DE-893C0B834F50}" type="datetimeFigureOut">
              <a:rPr lang="es-MX" smtClean="0"/>
              <a:t>22/05/2026</a:t>
            </a:fld>
            <a:endParaRPr lang="es-MX"/>
          </a:p>
        </p:txBody>
      </p:sp>
      <p:sp>
        <p:nvSpPr>
          <p:cNvPr id="5" name="Marcador de pie de página 4">
            <a:extLst>
              <a:ext uri="{FF2B5EF4-FFF2-40B4-BE49-F238E27FC236}">
                <a16:creationId xmlns:a16="http://schemas.microsoft.com/office/drawing/2014/main" id="{19FF62A4-FB5C-0E65-9791-2A711B1663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7729DCEB-A5FF-4CA9-166F-A2DAC71B5B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AAAE3C8-7CBE-48F5-940E-528851FE4B9C}" type="slidenum">
              <a:rPr lang="es-MX" smtClean="0"/>
              <a:t>‹Nº›</a:t>
            </a:fld>
            <a:endParaRPr lang="es-MX"/>
          </a:p>
        </p:txBody>
      </p:sp>
    </p:spTree>
    <p:extLst>
      <p:ext uri="{BB962C8B-B14F-4D97-AF65-F5344CB8AC3E}">
        <p14:creationId xmlns:p14="http://schemas.microsoft.com/office/powerpoint/2010/main" val="5226029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notesSlide" Target="../notesSlides/notesSlide2.xml"/><Relationship Id="rId7" Type="http://schemas.openxmlformats.org/officeDocument/2006/relationships/image" Target="../media/image7.png"/><Relationship Id="rId12" Type="http://schemas.openxmlformats.org/officeDocument/2006/relationships/hyperlink" Target="https://elblogdejulioplazas.blogspot.com/2014/09/por-que-es-importante-la-tecnologia.html" TargetMode="External"/><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6.png"/><Relationship Id="rId11" Type="http://schemas.openxmlformats.org/officeDocument/2006/relationships/image" Target="../media/image11.jpg"/><Relationship Id="rId5" Type="http://schemas.openxmlformats.org/officeDocument/2006/relationships/image" Target="../media/image5.jpeg"/><Relationship Id="rId10" Type="http://schemas.openxmlformats.org/officeDocument/2006/relationships/image" Target="../media/image10.jpeg"/><Relationship Id="rId4" Type="http://schemas.openxmlformats.org/officeDocument/2006/relationships/image" Target="../media/image4.jp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hyperlink" Target="https://es.wikipedia.org/wiki/Virtualizaci%C3%B3n" TargetMode="Externa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hyperlink" Target="https://www.redhat.com/es/topics/virtualization/what-is-a-virtual-machine" TargetMode="External"/><Relationship Id="rId4" Type="http://schemas.openxmlformats.org/officeDocument/2006/relationships/hyperlink" Target="https://es.wikipedia.org/wiki/Sistema_operativo" TargetMode="Externa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17.jp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s://svgsilh.com/image/23312.html"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s://svgsilh.com/image/23312.html"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30.jpeg"/><Relationship Id="rId7" Type="http://schemas.openxmlformats.org/officeDocument/2006/relationships/image" Target="../media/image33.sv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2.svg"/><Relationship Id="rId5" Type="http://schemas.openxmlformats.org/officeDocument/2006/relationships/hyperlink" Target="https://www.protocolo.org/foros/archivo/43938-los-expertos-en-imagen-somos-duros.html" TargetMode="External"/><Relationship Id="rId4" Type="http://schemas.openxmlformats.org/officeDocument/2006/relationships/image" Target="../media/image31.svg"/></Relationships>
</file>

<file path=ppt/slides/_rels/slide2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2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hyperlink" Target="https://opennetworking.org/" TargetMode="External"/><Relationship Id="rId1" Type="http://schemas.openxmlformats.org/officeDocument/2006/relationships/slideLayout" Target="../slideLayouts/slideLayout2.xml"/><Relationship Id="rId4" Type="http://schemas.openxmlformats.org/officeDocument/2006/relationships/image" Target="../media/image39.jpeg"/></Relationships>
</file>

<file path=ppt/slides/_rels/slide26.xml.rels><?xml version="1.0" encoding="UTF-8" standalone="yes"?>
<Relationships xmlns="http://schemas.openxmlformats.org/package/2006/relationships"><Relationship Id="rId3" Type="http://schemas.openxmlformats.org/officeDocument/2006/relationships/hyperlink" Target="https://www.youtube.com/watch?v=js7FgbubLRk"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27.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jpe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3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47.emf"/></Relationships>
</file>

<file path=ppt/slides/_rels/slide33.xml.rels><?xml version="1.0" encoding="UTF-8" standalone="yes"?>
<Relationships xmlns="http://schemas.openxmlformats.org/package/2006/relationships"><Relationship Id="rId3" Type="http://schemas.openxmlformats.org/officeDocument/2006/relationships/hyperlink" Target="https://www.youtube.com/watch?v=sBgN8mBN1rE"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34.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0.png"/><Relationship Id="rId1" Type="http://schemas.openxmlformats.org/officeDocument/2006/relationships/slideLayout" Target="../slideLayouts/slideLayout12.xml"/><Relationship Id="rId4" Type="http://schemas.openxmlformats.org/officeDocument/2006/relationships/hyperlink" Target="https://www.sdxcentral.com/" TargetMode="External"/></Relationships>
</file>

<file path=ppt/slides/_rels/slide3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F8B507B-8437-A7D9-87D1-EF33E2988509}"/>
              </a:ext>
            </a:extLst>
          </p:cNvPr>
          <p:cNvPicPr>
            <a:picLocks noChangeAspect="1"/>
          </p:cNvPicPr>
          <p:nvPr/>
        </p:nvPicPr>
        <p:blipFill>
          <a:blip r:embed="rId2"/>
          <a:srcRect t="36080" r="9091"/>
          <a:stretch>
            <a:fillRect/>
          </a:stretch>
        </p:blipFill>
        <p:spPr>
          <a:xfrm>
            <a:off x="1" y="10"/>
            <a:ext cx="12192000" cy="6857990"/>
          </a:xfrm>
          <a:prstGeom prst="rect">
            <a:avLst/>
          </a:prstGeom>
        </p:spPr>
      </p:pic>
      <p:sp>
        <p:nvSpPr>
          <p:cNvPr id="2" name="Título 1">
            <a:extLst>
              <a:ext uri="{FF2B5EF4-FFF2-40B4-BE49-F238E27FC236}">
                <a16:creationId xmlns:a16="http://schemas.microsoft.com/office/drawing/2014/main" id="{94E6DA5A-F94F-67BA-8A5D-102D70289BC4}"/>
              </a:ext>
            </a:extLst>
          </p:cNvPr>
          <p:cNvSpPr>
            <a:spLocks noGrp="1"/>
          </p:cNvSpPr>
          <p:nvPr>
            <p:ph type="ctrTitle"/>
          </p:nvPr>
        </p:nvSpPr>
        <p:spPr>
          <a:xfrm>
            <a:off x="898737" y="1562101"/>
            <a:ext cx="4359744" cy="2738530"/>
          </a:xfrm>
        </p:spPr>
        <p:txBody>
          <a:bodyPr anchor="t">
            <a:normAutofit/>
          </a:bodyPr>
          <a:lstStyle/>
          <a:p>
            <a:r>
              <a:rPr lang="es-419"/>
              <a:t>COMPUTO EN LA NUBE</a:t>
            </a:r>
            <a:endParaRPr lang="es-419" dirty="0"/>
          </a:p>
        </p:txBody>
      </p:sp>
      <p:sp>
        <p:nvSpPr>
          <p:cNvPr id="3" name="Subtítulo 2">
            <a:extLst>
              <a:ext uri="{FF2B5EF4-FFF2-40B4-BE49-F238E27FC236}">
                <a16:creationId xmlns:a16="http://schemas.microsoft.com/office/drawing/2014/main" id="{A5FB2F6E-3F45-8858-4F77-833DFC66D729}"/>
              </a:ext>
            </a:extLst>
          </p:cNvPr>
          <p:cNvSpPr>
            <a:spLocks noGrp="1"/>
          </p:cNvSpPr>
          <p:nvPr>
            <p:ph type="subTitle" idx="1"/>
          </p:nvPr>
        </p:nvSpPr>
        <p:spPr>
          <a:xfrm>
            <a:off x="900273" y="4300631"/>
            <a:ext cx="4358208" cy="933760"/>
          </a:xfrm>
        </p:spPr>
        <p:txBody>
          <a:bodyPr>
            <a:normAutofit/>
          </a:bodyPr>
          <a:lstStyle/>
          <a:p>
            <a:pPr>
              <a:lnSpc>
                <a:spcPct val="120000"/>
              </a:lnSpc>
            </a:pPr>
            <a:r>
              <a:rPr lang="es-419" sz="1500"/>
              <a:t>INGENIERIA DE CIBERSEGURIDAD E INFRAESTRUCTURA DE COMPUTO</a:t>
            </a:r>
          </a:p>
        </p:txBody>
      </p:sp>
    </p:spTree>
    <p:extLst>
      <p:ext uri="{BB962C8B-B14F-4D97-AF65-F5344CB8AC3E}">
        <p14:creationId xmlns:p14="http://schemas.microsoft.com/office/powerpoint/2010/main" val="2626740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0"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AC9C76A-E0B9-D078-6C3B-56D8BECFF933}"/>
              </a:ext>
            </a:extLst>
          </p:cNvPr>
          <p:cNvSpPr>
            <a:spLocks noGrp="1"/>
          </p:cNvSpPr>
          <p:nvPr>
            <p:ph type="title"/>
          </p:nvPr>
        </p:nvSpPr>
        <p:spPr>
          <a:xfrm>
            <a:off x="761803" y="350196"/>
            <a:ext cx="4646904" cy="1624520"/>
          </a:xfrm>
        </p:spPr>
        <p:txBody>
          <a:bodyPr anchor="ctr">
            <a:normAutofit/>
          </a:bodyPr>
          <a:lstStyle/>
          <a:p>
            <a:r>
              <a:rPr lang="es-MX" sz="4000"/>
              <a:t>Virtualización</a:t>
            </a:r>
            <a:endParaRPr lang="es-419" sz="4000"/>
          </a:p>
        </p:txBody>
      </p:sp>
      <p:sp>
        <p:nvSpPr>
          <p:cNvPr id="3" name="Marcador de contenido 2">
            <a:extLst>
              <a:ext uri="{FF2B5EF4-FFF2-40B4-BE49-F238E27FC236}">
                <a16:creationId xmlns:a16="http://schemas.microsoft.com/office/drawing/2014/main" id="{2A45643B-8C48-789B-8D04-A25810081D76}"/>
              </a:ext>
            </a:extLst>
          </p:cNvPr>
          <p:cNvSpPr>
            <a:spLocks noGrp="1"/>
          </p:cNvSpPr>
          <p:nvPr>
            <p:ph idx="1"/>
          </p:nvPr>
        </p:nvSpPr>
        <p:spPr>
          <a:xfrm>
            <a:off x="761802" y="2743200"/>
            <a:ext cx="4646905" cy="3613149"/>
          </a:xfrm>
        </p:spPr>
        <p:txBody>
          <a:bodyPr anchor="ctr">
            <a:normAutofit/>
          </a:bodyPr>
          <a:lstStyle/>
          <a:p>
            <a:r>
              <a:rPr lang="es-419" sz="2000" dirty="0" err="1"/>
              <a:t>Hypervisores</a:t>
            </a:r>
            <a:endParaRPr lang="es-419" sz="2000" dirty="0"/>
          </a:p>
          <a:p>
            <a:r>
              <a:rPr lang="es-419" sz="2000" dirty="0"/>
              <a:t>Máquinas virtuales</a:t>
            </a:r>
          </a:p>
          <a:p>
            <a:r>
              <a:rPr lang="es-419" sz="2000" dirty="0"/>
              <a:t>Virtualización de dispositivos</a:t>
            </a:r>
          </a:p>
          <a:p>
            <a:r>
              <a:rPr lang="es-419" sz="2000" dirty="0"/>
              <a:t>Administración de servicios virtualizados</a:t>
            </a:r>
          </a:p>
          <a:p>
            <a:r>
              <a:rPr lang="es-419" sz="2000" dirty="0">
                <a:solidFill>
                  <a:schemeClr val="accent1"/>
                </a:solidFill>
              </a:rPr>
              <a:t>Virtualización de red</a:t>
            </a:r>
          </a:p>
          <a:p>
            <a:r>
              <a:rPr lang="es-419" sz="2000" dirty="0">
                <a:solidFill>
                  <a:schemeClr val="accent1"/>
                </a:solidFill>
              </a:rPr>
              <a:t>Virtualización de almacenamiento</a:t>
            </a:r>
          </a:p>
        </p:txBody>
      </p:sp>
      <p:pic>
        <p:nvPicPr>
          <p:cNvPr id="21" name="Picture 4" descr="Fondo de tecnología de bloques y redes azules">
            <a:extLst>
              <a:ext uri="{FF2B5EF4-FFF2-40B4-BE49-F238E27FC236}">
                <a16:creationId xmlns:a16="http://schemas.microsoft.com/office/drawing/2014/main" id="{A93D0CBD-FE9C-8C43-7371-EF87BB2AD1A1}"/>
              </a:ext>
            </a:extLst>
          </p:cNvPr>
          <p:cNvPicPr>
            <a:picLocks noChangeAspect="1"/>
          </p:cNvPicPr>
          <p:nvPr/>
        </p:nvPicPr>
        <p:blipFill>
          <a:blip r:embed="rId2"/>
          <a:srcRect l="9517" r="40427" b="-446"/>
          <a:stretch>
            <a:fillRect/>
          </a:stretch>
        </p:blipFill>
        <p:spPr>
          <a:xfrm>
            <a:off x="6096000" y="1"/>
            <a:ext cx="6102825" cy="6858000"/>
          </a:xfrm>
          <a:prstGeom prst="rect">
            <a:avLst/>
          </a:prstGeom>
        </p:spPr>
      </p:pic>
    </p:spTree>
    <p:extLst>
      <p:ext uri="{BB962C8B-B14F-4D97-AF65-F5344CB8AC3E}">
        <p14:creationId xmlns:p14="http://schemas.microsoft.com/office/powerpoint/2010/main" val="19094537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6" name="Rectangle 307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640080" y="325369"/>
            <a:ext cx="4368602" cy="1956841"/>
          </a:xfrm>
        </p:spPr>
        <p:txBody>
          <a:bodyPr anchor="b">
            <a:normAutofit/>
          </a:bodyPr>
          <a:lstStyle/>
          <a:p>
            <a:r>
              <a:rPr lang="es-MX" sz="5400"/>
              <a:t>Introducción</a:t>
            </a:r>
          </a:p>
        </p:txBody>
      </p:sp>
      <p:sp>
        <p:nvSpPr>
          <p:cNvPr id="3077"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p:cNvSpPr>
            <a:spLocks noGrp="1"/>
          </p:cNvSpPr>
          <p:nvPr>
            <p:ph idx="1"/>
          </p:nvPr>
        </p:nvSpPr>
        <p:spPr>
          <a:xfrm>
            <a:off x="640080" y="2872899"/>
            <a:ext cx="4507273" cy="3320668"/>
          </a:xfrm>
        </p:spPr>
        <p:txBody>
          <a:bodyPr>
            <a:normAutofit/>
          </a:bodyPr>
          <a:lstStyle/>
          <a:p>
            <a:r>
              <a:rPr lang="es-MX" sz="1200" noProof="0" dirty="0"/>
              <a:t>¿Qué es la virtualización?</a:t>
            </a:r>
          </a:p>
          <a:p>
            <a:r>
              <a:rPr lang="es-MX" sz="1200" noProof="0" dirty="0"/>
              <a:t>Virtual según la RAE: Que está ubicado o tiene lugar en línea, generalmente a través de internet. </a:t>
            </a:r>
            <a:r>
              <a:rPr lang="es-MX" sz="1200" i="1" noProof="0" dirty="0"/>
              <a:t>Tienda, campus, curso, encuentro virtual.</a:t>
            </a:r>
            <a:r>
              <a:rPr lang="es-MX" sz="1200" noProof="0" dirty="0"/>
              <a:t> </a:t>
            </a:r>
          </a:p>
          <a:p>
            <a:r>
              <a:rPr lang="es-MX" sz="1200" noProof="0" dirty="0"/>
              <a:t>Es la creación a través de software de una versión virtual de algún recurso tecnológico (Wikipedia)</a:t>
            </a:r>
          </a:p>
          <a:p>
            <a:r>
              <a:rPr lang="es-MX" sz="1200" noProof="0" dirty="0"/>
              <a:t>Es la abstracción de los recursos de una computadoras / La virtualización es utilizada para abstraer el sistema operativo y las aplicaciones de un hardware para construir un ambiente de servidores más eficiente, ágil y simple (IEEE)</a:t>
            </a:r>
          </a:p>
          <a:p>
            <a:r>
              <a:rPr lang="es-MX" sz="1200" noProof="0" dirty="0"/>
              <a:t>Virtualización es la simulación del software y/o hardware sobre el que se ejecuta otro software (NIST)</a:t>
            </a:r>
          </a:p>
        </p:txBody>
      </p:sp>
      <p:pic>
        <p:nvPicPr>
          <p:cNvPr id="3074" name="Picture 2" descr="Imagen relacionada"/>
          <p:cNvPicPr>
            <a:picLocks noChangeAspect="1" noChangeArrowheads="1"/>
          </p:cNvPicPr>
          <p:nvPr/>
        </p:nvPicPr>
        <p:blipFill rotWithShape="1">
          <a:blip r:embed="rId4">
            <a:extLst>
              <a:ext uri="{28A0092B-C50C-407E-A947-70E740481C1C}">
                <a14:useLocalDpi xmlns:a14="http://schemas.microsoft.com/office/drawing/2010/main" val="0"/>
              </a:ext>
            </a:extLst>
          </a:blip>
          <a:srcRect l="11107" r="13666"/>
          <a:stretch>
            <a:fillRect/>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56007199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500"/>
                                        <p:tgtEl>
                                          <p:spTgt spid="3074"/>
                                        </p:tgtEl>
                                      </p:cBhvr>
                                    </p:animEffect>
                                  </p:childTnLst>
                                </p:cTn>
                              </p:par>
                              <p:par>
                                <p:cTn id="8" presetID="1" presetClass="entr" presetSubtype="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solidFill>
                  <a:schemeClr val="tx1"/>
                </a:solidFill>
              </a:rPr>
              <a:t>Tipos de virtualización</a:t>
            </a:r>
          </a:p>
        </p:txBody>
      </p:sp>
      <p:grpSp>
        <p:nvGrpSpPr>
          <p:cNvPr id="6" name="Grupo 5"/>
          <p:cNvGrpSpPr/>
          <p:nvPr/>
        </p:nvGrpSpPr>
        <p:grpSpPr>
          <a:xfrm>
            <a:off x="1037462" y="2097088"/>
            <a:ext cx="2885313" cy="2019719"/>
            <a:chOff x="1037462" y="2097088"/>
            <a:chExt cx="2885313" cy="2019719"/>
          </a:xfrm>
        </p:grpSpPr>
        <p:pic>
          <p:nvPicPr>
            <p:cNvPr id="4" name="Imagen 3" descr="Adding Custom Network Adapter in VMware Player - Jesin's Blo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7462" y="2097088"/>
              <a:ext cx="2885313" cy="2019719"/>
            </a:xfrm>
            <a:prstGeom prst="rect">
              <a:avLst/>
            </a:prstGeom>
          </p:spPr>
        </p:pic>
        <p:sp>
          <p:nvSpPr>
            <p:cNvPr id="5" name="CuadroTexto 4"/>
            <p:cNvSpPr txBox="1"/>
            <p:nvPr/>
          </p:nvSpPr>
          <p:spPr>
            <a:xfrm>
              <a:off x="1719072" y="3575658"/>
              <a:ext cx="1196161" cy="369332"/>
            </a:xfrm>
            <a:prstGeom prst="rect">
              <a:avLst/>
            </a:prstGeom>
            <a:noFill/>
          </p:spPr>
          <p:txBody>
            <a:bodyPr wrap="none" rtlCol="0">
              <a:spAutoFit/>
            </a:bodyPr>
            <a:lstStyle/>
            <a:p>
              <a:r>
                <a:rPr lang="es-MX" dirty="0">
                  <a:solidFill>
                    <a:schemeClr val="bg2">
                      <a:lumMod val="50000"/>
                    </a:schemeClr>
                  </a:solidFill>
                </a:rPr>
                <a:t>Servidores</a:t>
              </a:r>
            </a:p>
          </p:txBody>
        </p:sp>
      </p:grpSp>
      <p:grpSp>
        <p:nvGrpSpPr>
          <p:cNvPr id="8" name="Grupo 7"/>
          <p:cNvGrpSpPr/>
          <p:nvPr/>
        </p:nvGrpSpPr>
        <p:grpSpPr>
          <a:xfrm>
            <a:off x="4252086" y="2097088"/>
            <a:ext cx="2688209" cy="2291864"/>
            <a:chOff x="4480687" y="2103120"/>
            <a:chExt cx="2688209" cy="2291864"/>
          </a:xfrm>
        </p:grpSpPr>
        <p:pic>
          <p:nvPicPr>
            <p:cNvPr id="1028" name="Picture 4" descr="Resultado de imagen para vdi"/>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80687" y="2103120"/>
              <a:ext cx="2688209" cy="2016157"/>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p:cNvSpPr txBox="1"/>
            <p:nvPr/>
          </p:nvSpPr>
          <p:spPr>
            <a:xfrm>
              <a:off x="5232321" y="4025652"/>
              <a:ext cx="1184940" cy="369332"/>
            </a:xfrm>
            <a:prstGeom prst="rect">
              <a:avLst/>
            </a:prstGeom>
            <a:noFill/>
          </p:spPr>
          <p:txBody>
            <a:bodyPr wrap="none" rtlCol="0">
              <a:spAutoFit/>
            </a:bodyPr>
            <a:lstStyle/>
            <a:p>
              <a:r>
                <a:rPr lang="es-MX" dirty="0">
                  <a:solidFill>
                    <a:schemeClr val="bg2">
                      <a:lumMod val="50000"/>
                    </a:schemeClr>
                  </a:solidFill>
                </a:rPr>
                <a:t>Escritorios</a:t>
              </a:r>
            </a:p>
          </p:txBody>
        </p:sp>
      </p:grpSp>
      <p:grpSp>
        <p:nvGrpSpPr>
          <p:cNvPr id="11" name="Grupo 10"/>
          <p:cNvGrpSpPr/>
          <p:nvPr/>
        </p:nvGrpSpPr>
        <p:grpSpPr>
          <a:xfrm>
            <a:off x="7312327" y="2097088"/>
            <a:ext cx="3960129" cy="2019719"/>
            <a:chOff x="7312327" y="2097088"/>
            <a:chExt cx="3960129" cy="2019719"/>
          </a:xfrm>
        </p:grpSpPr>
        <p:pic>
          <p:nvPicPr>
            <p:cNvPr id="9" name="Imagen 8"/>
            <p:cNvPicPr>
              <a:picLocks noChangeAspect="1"/>
            </p:cNvPicPr>
            <p:nvPr/>
          </p:nvPicPr>
          <p:blipFill>
            <a:blip r:embed="rId6"/>
            <a:stretch>
              <a:fillRect/>
            </a:stretch>
          </p:blipFill>
          <p:spPr>
            <a:xfrm>
              <a:off x="7312327" y="2097088"/>
              <a:ext cx="3960129" cy="2019719"/>
            </a:xfrm>
            <a:prstGeom prst="rect">
              <a:avLst/>
            </a:prstGeom>
          </p:spPr>
        </p:pic>
        <p:sp>
          <p:nvSpPr>
            <p:cNvPr id="10" name="CuadroTexto 9"/>
            <p:cNvSpPr txBox="1"/>
            <p:nvPr/>
          </p:nvSpPr>
          <p:spPr>
            <a:xfrm>
              <a:off x="7635526" y="3743913"/>
              <a:ext cx="1380506" cy="369332"/>
            </a:xfrm>
            <a:prstGeom prst="rect">
              <a:avLst/>
            </a:prstGeom>
            <a:noFill/>
          </p:spPr>
          <p:txBody>
            <a:bodyPr wrap="none" rtlCol="0">
              <a:spAutoFit/>
            </a:bodyPr>
            <a:lstStyle/>
            <a:p>
              <a:r>
                <a:rPr lang="es-MX" dirty="0">
                  <a:solidFill>
                    <a:schemeClr val="bg2">
                      <a:lumMod val="50000"/>
                    </a:schemeClr>
                  </a:solidFill>
                </a:rPr>
                <a:t>Aplicaciones</a:t>
              </a:r>
            </a:p>
          </p:txBody>
        </p:sp>
      </p:grpSp>
      <p:grpSp>
        <p:nvGrpSpPr>
          <p:cNvPr id="27" name="Grupo 26"/>
          <p:cNvGrpSpPr/>
          <p:nvPr/>
        </p:nvGrpSpPr>
        <p:grpSpPr>
          <a:xfrm>
            <a:off x="2710878" y="4567845"/>
            <a:ext cx="2885313" cy="1618488"/>
            <a:chOff x="1037462" y="4567845"/>
            <a:chExt cx="2885313" cy="1618488"/>
          </a:xfrm>
        </p:grpSpPr>
        <p:sp>
          <p:nvSpPr>
            <p:cNvPr id="15" name="Rectángulo 14"/>
            <p:cNvSpPr/>
            <p:nvPr/>
          </p:nvSpPr>
          <p:spPr>
            <a:xfrm>
              <a:off x="1037462" y="4567845"/>
              <a:ext cx="2885313" cy="1618488"/>
            </a:xfrm>
            <a:prstGeom prst="rect">
              <a:avLst/>
            </a:prstGeom>
            <a:ln>
              <a:noFill/>
            </a:ln>
          </p:spPr>
          <p:style>
            <a:lnRef idx="2">
              <a:schemeClr val="dk1"/>
            </a:lnRef>
            <a:fillRef idx="1">
              <a:schemeClr val="lt1"/>
            </a:fillRef>
            <a:effectRef idx="0">
              <a:schemeClr val="dk1"/>
            </a:effectRef>
            <a:fontRef idx="minor">
              <a:schemeClr val="dk1"/>
            </a:fontRef>
          </p:style>
          <p:txBody>
            <a:bodyPr rtlCol="0" anchor="b"/>
            <a:lstStyle/>
            <a:p>
              <a:pPr algn="ctr"/>
              <a:r>
                <a:rPr lang="es-MX" dirty="0">
                  <a:solidFill>
                    <a:schemeClr val="bg2">
                      <a:lumMod val="50000"/>
                    </a:schemeClr>
                  </a:solidFill>
                </a:rPr>
                <a:t>Redes</a:t>
              </a:r>
            </a:p>
          </p:txBody>
        </p:sp>
        <p:grpSp>
          <p:nvGrpSpPr>
            <p:cNvPr id="17" name="Grupo 16"/>
            <p:cNvGrpSpPr/>
            <p:nvPr/>
          </p:nvGrpSpPr>
          <p:grpSpPr>
            <a:xfrm>
              <a:off x="1274609" y="5193792"/>
              <a:ext cx="802414" cy="802414"/>
              <a:chOff x="1274609" y="5029200"/>
              <a:chExt cx="802414" cy="802414"/>
            </a:xfrm>
          </p:grpSpPr>
          <p:pic>
            <p:nvPicPr>
              <p:cNvPr id="13" name="Imagen 12" descr="File:Gorilla-&lt;strong&gt;server&lt;/strong&gt;.svg - Wikimedia Commons"/>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74609" y="5029200"/>
                <a:ext cx="802414" cy="802414"/>
              </a:xfrm>
              <a:prstGeom prst="rect">
                <a:avLst/>
              </a:prstGeom>
            </p:spPr>
          </p:pic>
          <p:pic>
            <p:nvPicPr>
              <p:cNvPr id="12" name="Imagen 11" descr="File:&lt;strong&gt;Switch&lt;/strong&gt;-schematic-image.svg - Wikimedia Commons"/>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444223" y="5377089"/>
                <a:ext cx="413201" cy="319262"/>
              </a:xfrm>
              <a:prstGeom prst="rect">
                <a:avLst/>
              </a:prstGeom>
            </p:spPr>
          </p:pic>
        </p:grpSp>
        <p:grpSp>
          <p:nvGrpSpPr>
            <p:cNvPr id="16" name="Grupo 15"/>
            <p:cNvGrpSpPr/>
            <p:nvPr/>
          </p:nvGrpSpPr>
          <p:grpSpPr>
            <a:xfrm>
              <a:off x="2328933" y="5292942"/>
              <a:ext cx="871467" cy="590419"/>
              <a:chOff x="2328933" y="5128350"/>
              <a:chExt cx="871467" cy="590419"/>
            </a:xfrm>
          </p:grpSpPr>
          <p:pic>
            <p:nvPicPr>
              <p:cNvPr id="14" name="Imagen 13" descr="&lt;strong&gt;Router&lt;/strong&gt; – Wikipedia"/>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328933" y="5128350"/>
                <a:ext cx="871467" cy="590419"/>
              </a:xfrm>
              <a:prstGeom prst="rect">
                <a:avLst/>
              </a:prstGeom>
            </p:spPr>
          </p:pic>
          <p:pic>
            <p:nvPicPr>
              <p:cNvPr id="19" name="Imagen 18" descr="&lt;strong&gt;Router&lt;/strong&gt; – Wikipedia"/>
              <p:cNvPicPr>
                <a:picLocks noChangeAspect="1"/>
              </p:cNvPicPr>
              <p:nvPr/>
            </p:nvPicPr>
            <p:blipFill>
              <a:blip r:embed="rId9">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2430985" y="5449311"/>
                <a:ext cx="258034" cy="174818"/>
              </a:xfrm>
              <a:prstGeom prst="rect">
                <a:avLst/>
              </a:prstGeom>
            </p:spPr>
          </p:pic>
          <p:pic>
            <p:nvPicPr>
              <p:cNvPr id="20" name="Imagen 19" descr="&lt;strong&gt;Router&lt;/strong&gt; – Wikipedia"/>
              <p:cNvPicPr>
                <a:picLocks noChangeAspect="1"/>
              </p:cNvPicPr>
              <p:nvPr/>
            </p:nvPicPr>
            <p:blipFill>
              <a:blip r:embed="rId9">
                <a:duotone>
                  <a:prstClr val="black"/>
                  <a:schemeClr val="accent3">
                    <a:tint val="45000"/>
                    <a:satMod val="400000"/>
                  </a:schemeClr>
                </a:duotone>
                <a:extLst>
                  <a:ext uri="{28A0092B-C50C-407E-A947-70E740481C1C}">
                    <a14:useLocalDpi xmlns:a14="http://schemas.microsoft.com/office/drawing/2010/main" val="0"/>
                  </a:ext>
                </a:extLst>
              </a:blip>
              <a:stretch>
                <a:fillRect/>
              </a:stretch>
            </p:blipFill>
            <p:spPr>
              <a:xfrm>
                <a:off x="2791071" y="5449311"/>
                <a:ext cx="258034" cy="174818"/>
              </a:xfrm>
              <a:prstGeom prst="rect">
                <a:avLst/>
              </a:prstGeom>
            </p:spPr>
          </p:pic>
        </p:grpSp>
        <p:cxnSp>
          <p:nvCxnSpPr>
            <p:cNvPr id="21" name="Conector recto 20"/>
            <p:cNvCxnSpPr>
              <a:stCxn id="12" idx="3"/>
              <a:endCxn id="19" idx="1"/>
            </p:cNvCxnSpPr>
            <p:nvPr/>
          </p:nvCxnSpPr>
          <p:spPr>
            <a:xfrm>
              <a:off x="1857424" y="5701312"/>
              <a:ext cx="573561" cy="0"/>
            </a:xfrm>
            <a:prstGeom prst="line">
              <a:avLst/>
            </a:prstGeom>
          </p:spPr>
          <p:style>
            <a:lnRef idx="3">
              <a:schemeClr val="accent3"/>
            </a:lnRef>
            <a:fillRef idx="0">
              <a:schemeClr val="accent3"/>
            </a:fillRef>
            <a:effectRef idx="2">
              <a:schemeClr val="accent3"/>
            </a:effectRef>
            <a:fontRef idx="minor">
              <a:schemeClr val="tx1"/>
            </a:fontRef>
          </p:style>
        </p:cxnSp>
        <p:sp>
          <p:nvSpPr>
            <p:cNvPr id="22" name="Nube 21"/>
            <p:cNvSpPr/>
            <p:nvPr/>
          </p:nvSpPr>
          <p:spPr>
            <a:xfrm>
              <a:off x="1733092" y="4597991"/>
              <a:ext cx="1191681" cy="512064"/>
            </a:xfrm>
            <a:prstGeom prst="cloud">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a:solidFill>
                  <a:schemeClr val="bg2">
                    <a:lumMod val="50000"/>
                  </a:schemeClr>
                </a:solidFill>
              </a:endParaRPr>
            </a:p>
          </p:txBody>
        </p:sp>
        <p:cxnSp>
          <p:nvCxnSpPr>
            <p:cNvPr id="24" name="Conector recto 23"/>
            <p:cNvCxnSpPr>
              <a:stCxn id="13" idx="0"/>
              <a:endCxn id="22" idx="1"/>
            </p:cNvCxnSpPr>
            <p:nvPr/>
          </p:nvCxnSpPr>
          <p:spPr>
            <a:xfrm flipV="1">
              <a:off x="1675816" y="5109510"/>
              <a:ext cx="653117" cy="84282"/>
            </a:xfrm>
            <a:prstGeom prst="line">
              <a:avLst/>
            </a:prstGeom>
          </p:spPr>
          <p:style>
            <a:lnRef idx="3">
              <a:schemeClr val="accent3"/>
            </a:lnRef>
            <a:fillRef idx="0">
              <a:schemeClr val="accent3"/>
            </a:fillRef>
            <a:effectRef idx="2">
              <a:schemeClr val="accent3"/>
            </a:effectRef>
            <a:fontRef idx="minor">
              <a:schemeClr val="tx1"/>
            </a:fontRef>
          </p:style>
        </p:cxnSp>
        <p:cxnSp>
          <p:nvCxnSpPr>
            <p:cNvPr id="26" name="Conector recto 25"/>
            <p:cNvCxnSpPr>
              <a:stCxn id="22" idx="1"/>
              <a:endCxn id="14" idx="0"/>
            </p:cNvCxnSpPr>
            <p:nvPr/>
          </p:nvCxnSpPr>
          <p:spPr>
            <a:xfrm>
              <a:off x="2328933" y="5109510"/>
              <a:ext cx="435734" cy="183432"/>
            </a:xfrm>
            <a:prstGeom prst="line">
              <a:avLst/>
            </a:prstGeom>
          </p:spPr>
          <p:style>
            <a:lnRef idx="3">
              <a:schemeClr val="accent3"/>
            </a:lnRef>
            <a:fillRef idx="0">
              <a:schemeClr val="accent3"/>
            </a:fillRef>
            <a:effectRef idx="2">
              <a:schemeClr val="accent3"/>
            </a:effectRef>
            <a:fontRef idx="minor">
              <a:schemeClr val="tx1"/>
            </a:fontRef>
          </p:style>
        </p:cxnSp>
      </p:grpSp>
      <p:grpSp>
        <p:nvGrpSpPr>
          <p:cNvPr id="29" name="Grupo 28"/>
          <p:cNvGrpSpPr/>
          <p:nvPr/>
        </p:nvGrpSpPr>
        <p:grpSpPr>
          <a:xfrm>
            <a:off x="5769863" y="4567845"/>
            <a:ext cx="2837307" cy="1895964"/>
            <a:chOff x="5769863" y="4567845"/>
            <a:chExt cx="2837307" cy="1895964"/>
          </a:xfrm>
        </p:grpSpPr>
        <p:pic>
          <p:nvPicPr>
            <p:cNvPr id="1034" name="Picture 10" descr="Resultado de imagen para storage virtualization images"/>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69863" y="4567845"/>
              <a:ext cx="2837307" cy="1621318"/>
            </a:xfrm>
            <a:prstGeom prst="rect">
              <a:avLst/>
            </a:prstGeom>
            <a:noFill/>
            <a:extLst>
              <a:ext uri="{909E8E84-426E-40DD-AFC4-6F175D3DCCD1}">
                <a14:hiddenFill xmlns:a14="http://schemas.microsoft.com/office/drawing/2010/main">
                  <a:solidFill>
                    <a:srgbClr val="FFFFFF"/>
                  </a:solidFill>
                </a14:hiddenFill>
              </a:ext>
            </a:extLst>
          </p:spPr>
        </p:pic>
        <p:sp>
          <p:nvSpPr>
            <p:cNvPr id="28" name="CuadroTexto 27"/>
            <p:cNvSpPr txBox="1"/>
            <p:nvPr/>
          </p:nvSpPr>
          <p:spPr>
            <a:xfrm>
              <a:off x="6276247" y="6094477"/>
              <a:ext cx="1824538" cy="369332"/>
            </a:xfrm>
            <a:prstGeom prst="rect">
              <a:avLst/>
            </a:prstGeom>
            <a:noFill/>
          </p:spPr>
          <p:txBody>
            <a:bodyPr wrap="none" rtlCol="0">
              <a:spAutoFit/>
            </a:bodyPr>
            <a:lstStyle/>
            <a:p>
              <a:r>
                <a:rPr lang="es-MX" dirty="0">
                  <a:solidFill>
                    <a:schemeClr val="bg2">
                      <a:lumMod val="50000"/>
                    </a:schemeClr>
                  </a:solidFill>
                </a:rPr>
                <a:t>Almacenamiento</a:t>
              </a:r>
            </a:p>
          </p:txBody>
        </p:sp>
      </p:grpSp>
      <p:sp>
        <p:nvSpPr>
          <p:cNvPr id="25" name="Rectángulo 24">
            <a:extLst>
              <a:ext uri="{FF2B5EF4-FFF2-40B4-BE49-F238E27FC236}">
                <a16:creationId xmlns:a16="http://schemas.microsoft.com/office/drawing/2014/main" id="{338457E6-C67A-9752-9961-C1117A4E1A8E}"/>
              </a:ext>
            </a:extLst>
          </p:cNvPr>
          <p:cNvSpPr/>
          <p:nvPr/>
        </p:nvSpPr>
        <p:spPr>
          <a:xfrm>
            <a:off x="6411191" y="0"/>
            <a:ext cx="5780809" cy="2103773"/>
          </a:xfrm>
          <a:prstGeom prst="rect">
            <a:avLst/>
          </a:prstGeom>
          <a:gradFill flip="none" rotWithShape="1">
            <a:gsLst>
              <a:gs pos="100000">
                <a:schemeClr val="bg1"/>
              </a:gs>
              <a:gs pos="19000">
                <a:schemeClr val="accent1">
                  <a:lumMod val="67000"/>
                  <a:alpha val="70000"/>
                </a:schemeClr>
              </a:gs>
              <a:gs pos="55000">
                <a:srgbClr val="20769D"/>
              </a:gs>
              <a:gs pos="43000">
                <a:schemeClr val="tx1">
                  <a:lumMod val="75000"/>
                  <a:lumOff val="25000"/>
                </a:schemeClr>
              </a:gs>
              <a:gs pos="75000">
                <a:schemeClr val="accent1">
                  <a:lumMod val="60000"/>
                  <a:lumOff val="4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18" name="Imagen 17" descr="Imagen de la pantalla de un computador&#10;&#10;El contenido generado por IA puede ser incorrecto.">
            <a:extLst>
              <a:ext uri="{FF2B5EF4-FFF2-40B4-BE49-F238E27FC236}">
                <a16:creationId xmlns:a16="http://schemas.microsoft.com/office/drawing/2014/main" id="{BB55AA33-F27B-B24F-1D7E-BC99A92B0BD9}"/>
              </a:ext>
            </a:extLst>
          </p:cNvPr>
          <p:cNvPicPr>
            <a:picLocks noChangeAspect="1"/>
          </p:cNvPicPr>
          <p:nvPr/>
        </p:nvPicPr>
        <p:blipFill>
          <a:blip r:embed="rId11">
            <a:extLst>
              <a:ext uri="{837473B0-CC2E-450A-ABE3-18F120FF3D39}">
                <a1611:picAttrSrcUrl xmlns:a1611="http://schemas.microsoft.com/office/drawing/2016/11/main" r:id="rId12"/>
              </a:ext>
            </a:extLst>
          </a:blip>
          <a:stretch>
            <a:fillRect/>
          </a:stretch>
        </p:blipFill>
        <p:spPr>
          <a:xfrm>
            <a:off x="9684327" y="0"/>
            <a:ext cx="2513844" cy="2103773"/>
          </a:xfrm>
          <a:prstGeom prst="rect">
            <a:avLst/>
          </a:prstGeom>
        </p:spPr>
      </p:pic>
    </p:spTree>
    <p:custDataLst>
      <p:tags r:id="rId1"/>
    </p:custDataLst>
    <p:extLst>
      <p:ext uri="{BB962C8B-B14F-4D97-AF65-F5344CB8AC3E}">
        <p14:creationId xmlns:p14="http://schemas.microsoft.com/office/powerpoint/2010/main" val="323862649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es-MX" sz="4000"/>
              <a:t>¿Por qué virtualizar?</a:t>
            </a:r>
          </a:p>
        </p:txBody>
      </p:sp>
      <p:grpSp>
        <p:nvGrpSpPr>
          <p:cNvPr id="11" name="Group 10">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2" name="Rectangle 11">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p:cNvSpPr>
            <a:spLocks noGrp="1"/>
          </p:cNvSpPr>
          <p:nvPr>
            <p:ph idx="1"/>
          </p:nvPr>
        </p:nvSpPr>
        <p:spPr>
          <a:xfrm>
            <a:off x="590719" y="2330505"/>
            <a:ext cx="4559425" cy="3979585"/>
          </a:xfrm>
        </p:spPr>
        <p:txBody>
          <a:bodyPr anchor="ctr">
            <a:normAutofit/>
          </a:bodyPr>
          <a:lstStyle/>
          <a:p>
            <a:r>
              <a:rPr lang="es-MX" sz="2000"/>
              <a:t>Crecimiento del uso de TI en todas las actividades</a:t>
            </a:r>
          </a:p>
          <a:p>
            <a:r>
              <a:rPr lang="es-MX" sz="2000"/>
              <a:t>SLA’s cada vez más elevados</a:t>
            </a:r>
          </a:p>
          <a:p>
            <a:r>
              <a:rPr lang="es-MX" sz="2000"/>
              <a:t>Subutilización de infraestructura</a:t>
            </a:r>
          </a:p>
          <a:p>
            <a:r>
              <a:rPr lang="es-MX" sz="2000"/>
              <a:t>Costos de sistemas auxiliares en centros de datos</a:t>
            </a:r>
          </a:p>
          <a:p>
            <a:r>
              <a:rPr lang="es-MX" sz="2000"/>
              <a:t>Costos de cableado</a:t>
            </a:r>
          </a:p>
          <a:p>
            <a:r>
              <a:rPr lang="es-MX" sz="2000"/>
              <a:t>Costos de administración</a:t>
            </a:r>
          </a:p>
          <a:p>
            <a:r>
              <a:rPr lang="es-MX" sz="2000"/>
              <a:t>Velocidad de innovación</a:t>
            </a:r>
          </a:p>
          <a:p>
            <a:r>
              <a:rPr lang="es-MX" sz="2000"/>
              <a:t>Recuperación de desastres</a:t>
            </a:r>
          </a:p>
        </p:txBody>
      </p:sp>
      <p:sp>
        <p:nvSpPr>
          <p:cNvPr id="17" name="Rectangle 16">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p:cNvPicPr>
            <a:picLocks noChangeAspect="1"/>
          </p:cNvPicPr>
          <p:nvPr/>
        </p:nvPicPr>
        <p:blipFill>
          <a:blip r:embed="rId4"/>
          <a:srcRect t="1835" r="4" b="4"/>
          <a:stretch>
            <a:fillRect/>
          </a:stretch>
        </p:blipFill>
        <p:spPr>
          <a:xfrm>
            <a:off x="5977788" y="799352"/>
            <a:ext cx="5425410" cy="5259296"/>
          </a:xfrm>
          <a:prstGeom prst="rect">
            <a:avLst/>
          </a:prstGeom>
        </p:spPr>
      </p:pic>
    </p:spTree>
    <p:custDataLst>
      <p:tags r:id="rId1"/>
    </p:custDataLst>
    <p:extLst>
      <p:ext uri="{BB962C8B-B14F-4D97-AF65-F5344CB8AC3E}">
        <p14:creationId xmlns:p14="http://schemas.microsoft.com/office/powerpoint/2010/main" val="202676963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fade">
                                      <p:cBhvr>
                                        <p:cTn id="4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1156851" y="637762"/>
            <a:ext cx="9888496" cy="900131"/>
          </a:xfrm>
        </p:spPr>
        <p:txBody>
          <a:bodyPr anchor="t">
            <a:normAutofit/>
          </a:bodyPr>
          <a:lstStyle/>
          <a:p>
            <a:r>
              <a:rPr lang="es-MX" sz="4000">
                <a:solidFill>
                  <a:schemeClr val="bg1"/>
                </a:solidFill>
              </a:rPr>
              <a:t>Hipervisor</a:t>
            </a:r>
          </a:p>
        </p:txBody>
      </p:sp>
      <p:sp>
        <p:nvSpPr>
          <p:cNvPr id="17"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p:cNvSpPr>
            <a:spLocks noGrp="1"/>
          </p:cNvSpPr>
          <p:nvPr>
            <p:ph idx="1"/>
          </p:nvPr>
        </p:nvSpPr>
        <p:spPr>
          <a:xfrm>
            <a:off x="1155548" y="2217343"/>
            <a:ext cx="9880893" cy="3959619"/>
          </a:xfrm>
        </p:spPr>
        <p:txBody>
          <a:bodyPr>
            <a:normAutofit/>
          </a:bodyPr>
          <a:lstStyle/>
          <a:p>
            <a:pPr marL="0" indent="0">
              <a:buNone/>
            </a:pPr>
            <a:r>
              <a:rPr lang="es-MX" sz="1500"/>
              <a:t>Es una plataforma que permite aplicar diversas técnicas de control de </a:t>
            </a:r>
            <a:r>
              <a:rPr lang="es-MX" sz="1500">
                <a:hlinkClick r:id="rId3" tooltip="Virtualización"/>
              </a:rPr>
              <a:t>virtualización</a:t>
            </a:r>
            <a:r>
              <a:rPr lang="es-MX" sz="1500"/>
              <a:t> para utilizar, al mismo tiempo, diferentes </a:t>
            </a:r>
            <a:r>
              <a:rPr lang="es-MX" sz="1500">
                <a:hlinkClick r:id="rId4" tooltip="Sistema operativo"/>
              </a:rPr>
              <a:t>sistemas operativos</a:t>
            </a:r>
            <a:r>
              <a:rPr lang="es-MX" sz="1500"/>
              <a:t> en una misma computadora (Wikipedia)</a:t>
            </a:r>
          </a:p>
          <a:p>
            <a:pPr marL="0" indent="0">
              <a:buNone/>
            </a:pPr>
            <a:endParaRPr lang="es-MX" sz="1500"/>
          </a:p>
          <a:p>
            <a:pPr marL="0" indent="0">
              <a:buNone/>
            </a:pPr>
            <a:r>
              <a:rPr lang="es-MX" sz="1500"/>
              <a:t>Es un software que crea y ejecuta </a:t>
            </a:r>
            <a:r>
              <a:rPr lang="es-MX" sz="1500">
                <a:hlinkClick r:id="rId5"/>
              </a:rPr>
              <a:t>máquinas virtuales (VM)</a:t>
            </a:r>
            <a:r>
              <a:rPr lang="es-MX" sz="1500"/>
              <a:t> y que, además, aísla su sistema operativo y recursos de las máquinas virtuales y permite crearlas y gestionarlas. (Red Hat)</a:t>
            </a:r>
          </a:p>
          <a:p>
            <a:endParaRPr lang="es-MX" sz="1500"/>
          </a:p>
          <a:p>
            <a:pPr marL="0" indent="0">
              <a:buNone/>
            </a:pPr>
            <a:r>
              <a:rPr lang="es-MX" sz="1500"/>
              <a:t>Funciones</a:t>
            </a:r>
          </a:p>
          <a:p>
            <a:r>
              <a:rPr lang="es-MX" sz="1500"/>
              <a:t>Sistema operativos de sistemas operativos</a:t>
            </a:r>
          </a:p>
          <a:p>
            <a:pPr lvl="1"/>
            <a:r>
              <a:rPr lang="es-MX" sz="1500"/>
              <a:t>Se refiere a un software que permite a los dispositivos de hardware de un equipo de cómputo compartirse entre distintas máquinas virtuales.</a:t>
            </a:r>
          </a:p>
          <a:p>
            <a:r>
              <a:rPr lang="es-MX" sz="1500"/>
              <a:t>Monitor de máquinas virtuales</a:t>
            </a:r>
          </a:p>
          <a:p>
            <a:pPr lvl="1"/>
            <a:r>
              <a:rPr lang="es-MX" sz="1500"/>
              <a:t>Coordinar las peticiones de acceso y flujos de información entre las máquinas virtuales y los recursos de hardware y viceversa</a:t>
            </a:r>
          </a:p>
        </p:txBody>
      </p:sp>
    </p:spTree>
    <p:custDataLst>
      <p:tags r:id="rId1"/>
    </p:custDataLst>
    <p:extLst>
      <p:ext uri="{BB962C8B-B14F-4D97-AF65-F5344CB8AC3E}">
        <p14:creationId xmlns:p14="http://schemas.microsoft.com/office/powerpoint/2010/main" val="2768394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fade">
                                      <p:cBhvr>
                                        <p:cTn id="33"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29D3FBB-901E-5649-0D09-808892D1E312}"/>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Técnicas de virtualización</a:t>
            </a:r>
          </a:p>
        </p:txBody>
      </p:sp>
      <p:graphicFrame>
        <p:nvGraphicFramePr>
          <p:cNvPr id="5" name="Marcador de contenido 2">
            <a:extLst>
              <a:ext uri="{FF2B5EF4-FFF2-40B4-BE49-F238E27FC236}">
                <a16:creationId xmlns:a16="http://schemas.microsoft.com/office/drawing/2014/main" id="{AEB84435-55DA-0748-9E03-9F59677DEFAD}"/>
              </a:ext>
            </a:extLst>
          </p:cNvPr>
          <p:cNvGraphicFramePr>
            <a:graphicFrameLocks noGrp="1"/>
          </p:cNvGraphicFramePr>
          <p:nvPr>
            <p:ph idx="1"/>
            <p:extLst>
              <p:ext uri="{D42A27DB-BD31-4B8C-83A1-F6EECF244321}">
                <p14:modId xmlns:p14="http://schemas.microsoft.com/office/powerpoint/2010/main" val="2815352960"/>
              </p:ext>
            </p:extLst>
          </p:nvPr>
        </p:nvGraphicFramePr>
        <p:xfrm>
          <a:off x="58590" y="1396588"/>
          <a:ext cx="11839243" cy="53657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166671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16">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1" name="Rectangle 18">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20">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699714" y="353160"/>
            <a:ext cx="7091300" cy="898581"/>
          </a:xfrm>
        </p:spPr>
        <p:txBody>
          <a:bodyPr vert="horz" lIns="91440" tIns="45720" rIns="91440" bIns="45720" rtlCol="0" anchor="ctr">
            <a:normAutofit/>
          </a:bodyPr>
          <a:lstStyle/>
          <a:p>
            <a:r>
              <a:rPr lang="en-US" sz="4000">
                <a:solidFill>
                  <a:srgbClr val="FFFFFF"/>
                </a:solidFill>
              </a:rPr>
              <a:t>Tipos de hipervisores</a:t>
            </a:r>
          </a:p>
        </p:txBody>
      </p:sp>
      <p:grpSp>
        <p:nvGrpSpPr>
          <p:cNvPr id="3" name="Grupo 2">
            <a:extLst>
              <a:ext uri="{FF2B5EF4-FFF2-40B4-BE49-F238E27FC236}">
                <a16:creationId xmlns:a16="http://schemas.microsoft.com/office/drawing/2014/main" id="{38E64B21-1BFC-67E8-77D4-0FFE521949E6}"/>
              </a:ext>
            </a:extLst>
          </p:cNvPr>
          <p:cNvGrpSpPr/>
          <p:nvPr/>
        </p:nvGrpSpPr>
        <p:grpSpPr>
          <a:xfrm>
            <a:off x="1888608" y="2181426"/>
            <a:ext cx="3958227" cy="3997637"/>
            <a:chOff x="1141413" y="1863538"/>
            <a:chExt cx="4285859" cy="3858205"/>
          </a:xfrm>
        </p:grpSpPr>
        <p:pic>
          <p:nvPicPr>
            <p:cNvPr id="9" name="Imagen 8"/>
            <p:cNvPicPr>
              <a:picLocks noChangeAspect="1"/>
            </p:cNvPicPr>
            <p:nvPr/>
          </p:nvPicPr>
          <p:blipFill>
            <a:blip r:embed="rId3"/>
            <a:stretch>
              <a:fillRect/>
            </a:stretch>
          </p:blipFill>
          <p:spPr>
            <a:xfrm>
              <a:off x="1141413" y="2368652"/>
              <a:ext cx="4285859" cy="3353091"/>
            </a:xfrm>
            <a:prstGeom prst="rect">
              <a:avLst/>
            </a:prstGeom>
          </p:spPr>
        </p:pic>
        <p:sp>
          <p:nvSpPr>
            <p:cNvPr id="11" name="CuadroTexto 10"/>
            <p:cNvSpPr txBox="1"/>
            <p:nvPr/>
          </p:nvSpPr>
          <p:spPr>
            <a:xfrm>
              <a:off x="2349464" y="1863538"/>
              <a:ext cx="2328451" cy="359027"/>
            </a:xfrm>
            <a:prstGeom prst="rect">
              <a:avLst/>
            </a:prstGeom>
            <a:noFill/>
          </p:spPr>
          <p:txBody>
            <a:bodyPr wrap="square" rtlCol="0">
              <a:spAutoFit/>
            </a:bodyPr>
            <a:lstStyle/>
            <a:p>
              <a:pPr defTabSz="731520">
                <a:spcAft>
                  <a:spcPts val="480"/>
                </a:spcAft>
              </a:pPr>
              <a:r>
                <a:rPr lang="es-MX" sz="1920" kern="1200">
                  <a:solidFill>
                    <a:schemeClr val="tx1"/>
                  </a:solidFill>
                  <a:latin typeface="+mn-lt"/>
                  <a:ea typeface="+mn-ea"/>
                  <a:cs typeface="+mn-cs"/>
                </a:rPr>
                <a:t>Tipo 1 - </a:t>
              </a:r>
              <a:r>
                <a:rPr lang="es-MX" sz="1920" kern="1200" err="1">
                  <a:solidFill>
                    <a:schemeClr val="tx1"/>
                  </a:solidFill>
                  <a:latin typeface="+mn-lt"/>
                  <a:ea typeface="+mn-ea"/>
                  <a:cs typeface="+mn-cs"/>
                </a:rPr>
                <a:t>Bare</a:t>
              </a:r>
              <a:r>
                <a:rPr lang="es-MX" sz="1920" kern="1200">
                  <a:solidFill>
                    <a:schemeClr val="tx1"/>
                  </a:solidFill>
                  <a:latin typeface="+mn-lt"/>
                  <a:ea typeface="+mn-ea"/>
                  <a:cs typeface="+mn-cs"/>
                </a:rPr>
                <a:t> Metal</a:t>
              </a:r>
              <a:endParaRPr lang="es-MX" sz="2400"/>
            </a:p>
          </p:txBody>
        </p:sp>
      </p:grpSp>
      <p:grpSp>
        <p:nvGrpSpPr>
          <p:cNvPr id="4" name="Grupo 3">
            <a:extLst>
              <a:ext uri="{FF2B5EF4-FFF2-40B4-BE49-F238E27FC236}">
                <a16:creationId xmlns:a16="http://schemas.microsoft.com/office/drawing/2014/main" id="{E8AFA3D0-AA3E-C7A1-FE18-BD66A35C4426}"/>
              </a:ext>
            </a:extLst>
          </p:cNvPr>
          <p:cNvGrpSpPr/>
          <p:nvPr/>
        </p:nvGrpSpPr>
        <p:grpSpPr>
          <a:xfrm>
            <a:off x="6345165" y="2217815"/>
            <a:ext cx="3376732" cy="3997831"/>
            <a:chOff x="6446929" y="1863537"/>
            <a:chExt cx="3627722" cy="4607349"/>
          </a:xfrm>
        </p:grpSpPr>
        <p:pic>
          <p:nvPicPr>
            <p:cNvPr id="5" name="Imagen 4"/>
            <p:cNvPicPr>
              <a:picLocks noChangeAspect="1"/>
            </p:cNvPicPr>
            <p:nvPr/>
          </p:nvPicPr>
          <p:blipFill>
            <a:blip r:embed="rId4"/>
            <a:stretch>
              <a:fillRect/>
            </a:stretch>
          </p:blipFill>
          <p:spPr>
            <a:xfrm>
              <a:off x="6446929" y="2368652"/>
              <a:ext cx="3627722" cy="4102234"/>
            </a:xfrm>
            <a:prstGeom prst="rect">
              <a:avLst/>
            </a:prstGeom>
          </p:spPr>
        </p:pic>
        <p:sp>
          <p:nvSpPr>
            <p:cNvPr id="12" name="CuadroTexto 11"/>
            <p:cNvSpPr txBox="1"/>
            <p:nvPr/>
          </p:nvSpPr>
          <p:spPr>
            <a:xfrm>
              <a:off x="7778125" y="1863537"/>
              <a:ext cx="1604850" cy="373836"/>
            </a:xfrm>
            <a:prstGeom prst="rect">
              <a:avLst/>
            </a:prstGeom>
            <a:noFill/>
          </p:spPr>
          <p:txBody>
            <a:bodyPr wrap="none" rtlCol="0">
              <a:spAutoFit/>
            </a:bodyPr>
            <a:lstStyle/>
            <a:p>
              <a:pPr defTabSz="614477">
                <a:spcAft>
                  <a:spcPts val="480"/>
                </a:spcAft>
              </a:pPr>
              <a:r>
                <a:rPr lang="es-MX" sz="1613" kern="1200">
                  <a:solidFill>
                    <a:schemeClr val="tx1"/>
                  </a:solidFill>
                  <a:latin typeface="+mn-lt"/>
                  <a:ea typeface="+mn-ea"/>
                  <a:cs typeface="+mn-cs"/>
                </a:rPr>
                <a:t>Tipo 2 - </a:t>
              </a:r>
              <a:r>
                <a:rPr lang="es-MX" sz="1613" kern="1200" err="1">
                  <a:solidFill>
                    <a:schemeClr val="tx1"/>
                  </a:solidFill>
                  <a:latin typeface="+mn-lt"/>
                  <a:ea typeface="+mn-ea"/>
                  <a:cs typeface="+mn-cs"/>
                </a:rPr>
                <a:t>Hosted</a:t>
              </a:r>
              <a:endParaRPr lang="es-MX" sz="2400"/>
            </a:p>
          </p:txBody>
        </p:sp>
      </p:grpSp>
    </p:spTree>
    <p:custDataLst>
      <p:tags r:id="rId1"/>
    </p:custDataLst>
    <p:extLst>
      <p:ext uri="{BB962C8B-B14F-4D97-AF65-F5344CB8AC3E}">
        <p14:creationId xmlns:p14="http://schemas.microsoft.com/office/powerpoint/2010/main" val="30196114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513788" y="365125"/>
            <a:ext cx="4840010" cy="1807305"/>
          </a:xfrm>
        </p:spPr>
        <p:txBody>
          <a:bodyPr>
            <a:normAutofit/>
          </a:bodyPr>
          <a:lstStyle/>
          <a:p>
            <a:r>
              <a:rPr lang="es-MX" sz="4100"/>
              <a:t>Virtualización asistida por hardware</a:t>
            </a:r>
          </a:p>
        </p:txBody>
      </p:sp>
      <p:pic>
        <p:nvPicPr>
          <p:cNvPr id="4" name="Imagen 3"/>
          <p:cNvPicPr>
            <a:picLocks noChangeAspect="1"/>
          </p:cNvPicPr>
          <p:nvPr/>
        </p:nvPicPr>
        <p:blipFill>
          <a:blip r:embed="rId4">
            <a:extLst>
              <a:ext uri="{28A0092B-C50C-407E-A947-70E740481C1C}">
                <a14:useLocalDpi xmlns:a14="http://schemas.microsoft.com/office/drawing/2010/main" val="0"/>
              </a:ext>
            </a:extLst>
          </a:blip>
          <a:srcRect l="28101" r="23960" b="1"/>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Marcador de contenido 2"/>
          <p:cNvSpPr>
            <a:spLocks noGrp="1"/>
          </p:cNvSpPr>
          <p:nvPr>
            <p:ph idx="1"/>
          </p:nvPr>
        </p:nvSpPr>
        <p:spPr>
          <a:xfrm>
            <a:off x="6513788" y="2333297"/>
            <a:ext cx="4840010" cy="3843666"/>
          </a:xfrm>
        </p:spPr>
        <p:txBody>
          <a:bodyPr vert="horz" lIns="91440" tIns="45720" rIns="91440" bIns="45720" rtlCol="0">
            <a:normAutofit/>
          </a:bodyPr>
          <a:lstStyle/>
          <a:p>
            <a:r>
              <a:rPr lang="es-MX" sz="2000" dirty="0"/>
              <a:t>Multitasking, </a:t>
            </a:r>
            <a:r>
              <a:rPr lang="es-MX" sz="2000" dirty="0" err="1"/>
              <a:t>Multicore</a:t>
            </a:r>
            <a:endParaRPr lang="es-MX" sz="2000" dirty="0"/>
          </a:p>
          <a:p>
            <a:r>
              <a:rPr lang="es-MX" sz="2000" dirty="0"/>
              <a:t>Uno de los detonadores más importantes para la virtualización, fueron las tecnologías de virtualización asistida por hardware en los procesadores (</a:t>
            </a:r>
            <a:r>
              <a:rPr lang="es-MX" sz="2000" b="1" dirty="0"/>
              <a:t>2005)</a:t>
            </a:r>
            <a:endParaRPr lang="es-MX" sz="2000" dirty="0"/>
          </a:p>
          <a:p>
            <a:pPr lvl="1"/>
            <a:r>
              <a:rPr lang="es-MX" sz="2000" dirty="0"/>
              <a:t>Intel VT</a:t>
            </a:r>
          </a:p>
          <a:p>
            <a:pPr lvl="1"/>
            <a:r>
              <a:rPr lang="es-MX" sz="2000" dirty="0"/>
              <a:t>AMD-V</a:t>
            </a:r>
          </a:p>
          <a:p>
            <a:r>
              <a:rPr lang="es-MX" sz="2000" dirty="0"/>
              <a:t>Agrega extensiones</a:t>
            </a:r>
          </a:p>
          <a:p>
            <a:r>
              <a:rPr lang="es-MX" sz="2000" dirty="0"/>
              <a:t>Puede combinarse con las anteriores</a:t>
            </a:r>
          </a:p>
        </p:txBody>
      </p:sp>
    </p:spTree>
    <p:custDataLst>
      <p:tags r:id="rId1"/>
    </p:custDataLst>
    <p:extLst>
      <p:ext uri="{BB962C8B-B14F-4D97-AF65-F5344CB8AC3E}">
        <p14:creationId xmlns:p14="http://schemas.microsoft.com/office/powerpoint/2010/main" val="1854664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fade">
                                      <p:cBhvr>
                                        <p:cTn id="3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9" name="Rectangle 2058">
            <a:extLst>
              <a:ext uri="{FF2B5EF4-FFF2-40B4-BE49-F238E27FC236}">
                <a16:creationId xmlns:a16="http://schemas.microsoft.com/office/drawing/2014/main" id="{D880886B-02ED-4317-9236-CB60C22CF7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DAB4761-93FC-7A29-DDF4-524878A1B00A}"/>
              </a:ext>
            </a:extLst>
          </p:cNvPr>
          <p:cNvSpPr>
            <a:spLocks noGrp="1"/>
          </p:cNvSpPr>
          <p:nvPr>
            <p:ph type="title"/>
          </p:nvPr>
        </p:nvSpPr>
        <p:spPr>
          <a:xfrm>
            <a:off x="640080" y="4419600"/>
            <a:ext cx="10908792" cy="1203960"/>
          </a:xfrm>
        </p:spPr>
        <p:txBody>
          <a:bodyPr vert="horz" lIns="91440" tIns="45720" rIns="91440" bIns="45720" rtlCol="0" anchor="ctr">
            <a:normAutofit/>
          </a:bodyPr>
          <a:lstStyle/>
          <a:p>
            <a:pPr algn="ctr"/>
            <a:r>
              <a:rPr lang="en-US" sz="6600" kern="1200">
                <a:solidFill>
                  <a:schemeClr val="tx1"/>
                </a:solidFill>
                <a:latin typeface="+mj-lt"/>
                <a:ea typeface="+mj-ea"/>
                <a:cs typeface="+mj-cs"/>
              </a:rPr>
              <a:t>BIOS</a:t>
            </a:r>
          </a:p>
        </p:txBody>
      </p:sp>
      <p:sp>
        <p:nvSpPr>
          <p:cNvPr id="3" name="Marcador de contenido 2">
            <a:extLst>
              <a:ext uri="{FF2B5EF4-FFF2-40B4-BE49-F238E27FC236}">
                <a16:creationId xmlns:a16="http://schemas.microsoft.com/office/drawing/2014/main" id="{95A851F4-9D9E-3839-DE51-237CAB8CF5C9}"/>
              </a:ext>
            </a:extLst>
          </p:cNvPr>
          <p:cNvSpPr>
            <a:spLocks noGrp="1"/>
          </p:cNvSpPr>
          <p:nvPr>
            <p:ph idx="1"/>
          </p:nvPr>
        </p:nvSpPr>
        <p:spPr>
          <a:xfrm>
            <a:off x="640080" y="5669280"/>
            <a:ext cx="10908792" cy="548640"/>
          </a:xfrm>
        </p:spPr>
        <p:txBody>
          <a:bodyPr vert="horz" lIns="91440" tIns="45720" rIns="91440" bIns="45720" rtlCol="0" anchor="ctr">
            <a:normAutofit/>
          </a:bodyPr>
          <a:lstStyle/>
          <a:p>
            <a:pPr marL="0" indent="0" algn="ctr">
              <a:buNone/>
            </a:pPr>
            <a:r>
              <a:rPr lang="en-US" sz="2400" kern="1200">
                <a:solidFill>
                  <a:schemeClr val="tx1"/>
                </a:solidFill>
                <a:latin typeface="+mn-lt"/>
                <a:ea typeface="+mn-ea"/>
                <a:cs typeface="+mn-cs"/>
              </a:rPr>
              <a:t>Activación de funciones de virtualización</a:t>
            </a:r>
          </a:p>
        </p:txBody>
      </p:sp>
      <p:pic>
        <p:nvPicPr>
          <p:cNvPr id="2050" name="Picture 2" descr="This computer doesn't have VT-X/AMD-v enabled. Enabling it in the BIOS is  mandatory · Issue #4271 · docker/machine · GitHub">
            <a:extLst>
              <a:ext uri="{FF2B5EF4-FFF2-40B4-BE49-F238E27FC236}">
                <a16:creationId xmlns:a16="http://schemas.microsoft.com/office/drawing/2014/main" id="{354A4C80-F21A-3AA7-B187-0C84E29A9C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858" r="5861" b="3"/>
          <a:stretch>
            <a:fillRect/>
          </a:stretch>
        </p:blipFill>
        <p:spPr bwMode="auto">
          <a:xfrm>
            <a:off x="6" y="-11"/>
            <a:ext cx="6095994" cy="4194796"/>
          </a:xfrm>
          <a:custGeom>
            <a:avLst/>
            <a:gdLst/>
            <a:ahLst/>
            <a:cxnLst/>
            <a:rect l="l" t="t" r="r" b="b"/>
            <a:pathLst>
              <a:path w="6002835" h="4194796">
                <a:moveTo>
                  <a:pt x="0" y="0"/>
                </a:moveTo>
                <a:lnTo>
                  <a:pt x="5999418" y="0"/>
                </a:lnTo>
                <a:lnTo>
                  <a:pt x="5996190" y="32760"/>
                </a:lnTo>
                <a:cubicBezTo>
                  <a:pt x="5998706" y="293110"/>
                  <a:pt x="5983874" y="553460"/>
                  <a:pt x="5997116" y="813682"/>
                </a:cubicBezTo>
                <a:cubicBezTo>
                  <a:pt x="6007314" y="1015047"/>
                  <a:pt x="6000824" y="1216284"/>
                  <a:pt x="5997116" y="1417522"/>
                </a:cubicBezTo>
                <a:cubicBezTo>
                  <a:pt x="5989967" y="1803471"/>
                  <a:pt x="6000824" y="2188911"/>
                  <a:pt x="5996190" y="2574351"/>
                </a:cubicBezTo>
                <a:cubicBezTo>
                  <a:pt x="5994204" y="2745205"/>
                  <a:pt x="5996454" y="2915805"/>
                  <a:pt x="6000824" y="3086660"/>
                </a:cubicBezTo>
                <a:cubicBezTo>
                  <a:pt x="6007180" y="3330611"/>
                  <a:pt x="5997382" y="3574689"/>
                  <a:pt x="5986656" y="3818514"/>
                </a:cubicBezTo>
                <a:cubicBezTo>
                  <a:pt x="5983054" y="3885559"/>
                  <a:pt x="5982107" y="3952684"/>
                  <a:pt x="5983808" y="4019746"/>
                </a:cubicBezTo>
                <a:lnTo>
                  <a:pt x="5993788" y="4173418"/>
                </a:lnTo>
                <a:lnTo>
                  <a:pt x="5955106" y="4175101"/>
                </a:lnTo>
                <a:cubicBezTo>
                  <a:pt x="5890100" y="4175133"/>
                  <a:pt x="5825078" y="4173227"/>
                  <a:pt x="5760087" y="4171956"/>
                </a:cubicBezTo>
                <a:cubicBezTo>
                  <a:pt x="5521345" y="4167509"/>
                  <a:pt x="5282477" y="4171956"/>
                  <a:pt x="5044242" y="4149213"/>
                </a:cubicBezTo>
                <a:cubicBezTo>
                  <a:pt x="4979506" y="4143051"/>
                  <a:pt x="4914326" y="4139111"/>
                  <a:pt x="4849272" y="4139890"/>
                </a:cubicBezTo>
                <a:cubicBezTo>
                  <a:pt x="4784218" y="4140668"/>
                  <a:pt x="4719291" y="4146163"/>
                  <a:pt x="4655063" y="4158869"/>
                </a:cubicBezTo>
                <a:cubicBezTo>
                  <a:pt x="4447578" y="4199146"/>
                  <a:pt x="4239457" y="4201688"/>
                  <a:pt x="4029811" y="4185424"/>
                </a:cubicBezTo>
                <a:cubicBezTo>
                  <a:pt x="3943792" y="4178690"/>
                  <a:pt x="3857774" y="4167509"/>
                  <a:pt x="3771375" y="4169669"/>
                </a:cubicBezTo>
                <a:cubicBezTo>
                  <a:pt x="3623225" y="4173608"/>
                  <a:pt x="3474948" y="4165603"/>
                  <a:pt x="3326672" y="4167636"/>
                </a:cubicBezTo>
                <a:cubicBezTo>
                  <a:pt x="3322669" y="4168208"/>
                  <a:pt x="3318578" y="4167674"/>
                  <a:pt x="3314855" y="4166111"/>
                </a:cubicBezTo>
                <a:cubicBezTo>
                  <a:pt x="3278008" y="4140827"/>
                  <a:pt x="3237604" y="4150610"/>
                  <a:pt x="3199487" y="4157217"/>
                </a:cubicBezTo>
                <a:cubicBezTo>
                  <a:pt x="3072810" y="4179198"/>
                  <a:pt x="2946260" y="4189998"/>
                  <a:pt x="2817550" y="4172972"/>
                </a:cubicBezTo>
                <a:cubicBezTo>
                  <a:pt x="2694647" y="4155146"/>
                  <a:pt x="2569990" y="4152923"/>
                  <a:pt x="2446541" y="4166365"/>
                </a:cubicBezTo>
                <a:cubicBezTo>
                  <a:pt x="2276791" y="4186186"/>
                  <a:pt x="2107677" y="4181993"/>
                  <a:pt x="1938308" y="4166365"/>
                </a:cubicBezTo>
                <a:cubicBezTo>
                  <a:pt x="1869570" y="4160013"/>
                  <a:pt x="1799815" y="4149213"/>
                  <a:pt x="1731712" y="4165095"/>
                </a:cubicBezTo>
                <a:cubicBezTo>
                  <a:pt x="1647854" y="4184535"/>
                  <a:pt x="1564250" y="4178182"/>
                  <a:pt x="1480137" y="4173862"/>
                </a:cubicBezTo>
                <a:cubicBezTo>
                  <a:pt x="1373663" y="4168271"/>
                  <a:pt x="1267442" y="4152135"/>
                  <a:pt x="1160586" y="4164841"/>
                </a:cubicBezTo>
                <a:cubicBezTo>
                  <a:pt x="1111161" y="4170685"/>
                  <a:pt x="1062116" y="4179961"/>
                  <a:pt x="1012055" y="4177547"/>
                </a:cubicBezTo>
                <a:cubicBezTo>
                  <a:pt x="873562" y="4171194"/>
                  <a:pt x="735196" y="4163697"/>
                  <a:pt x="596449" y="4164841"/>
                </a:cubicBezTo>
                <a:cubicBezTo>
                  <a:pt x="538383" y="4165222"/>
                  <a:pt x="480699" y="4167128"/>
                  <a:pt x="422887" y="4171321"/>
                </a:cubicBezTo>
                <a:cubicBezTo>
                  <a:pt x="315015" y="4179198"/>
                  <a:pt x="207524" y="4168525"/>
                  <a:pt x="100033" y="4164714"/>
                </a:cubicBezTo>
                <a:lnTo>
                  <a:pt x="0" y="4169195"/>
                </a:lnTo>
                <a:close/>
              </a:path>
            </a:pathLst>
          </a:custGeom>
          <a:noFill/>
          <a:extLst>
            <a:ext uri="{909E8E84-426E-40DD-AFC4-6F175D3DCCD1}">
              <a14:hiddenFill xmlns:a14="http://schemas.microsoft.com/office/drawing/2010/main">
                <a:solidFill>
                  <a:srgbClr val="FFFFFF"/>
                </a:solidFill>
              </a14:hiddenFill>
            </a:ext>
          </a:extLst>
        </p:spPr>
      </p:pic>
      <p:pic>
        <p:nvPicPr>
          <p:cNvPr id="2054" name="Picture 6" descr="Creating Nested Hyper-V machines with Windows Server 2016">
            <a:extLst>
              <a:ext uri="{FF2B5EF4-FFF2-40B4-BE49-F238E27FC236}">
                <a16:creationId xmlns:a16="http://schemas.microsoft.com/office/drawing/2014/main" id="{AC381E1E-A785-D902-8A31-70E5CD092D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61" r="5474" b="-2"/>
          <a:stretch>
            <a:fillRect/>
          </a:stretch>
        </p:blipFill>
        <p:spPr bwMode="auto">
          <a:xfrm>
            <a:off x="6019800" y="12"/>
            <a:ext cx="6172195" cy="4186171"/>
          </a:xfrm>
          <a:custGeom>
            <a:avLst/>
            <a:gdLst/>
            <a:ahLst/>
            <a:cxnLst/>
            <a:rect l="l" t="t" r="r" b="b"/>
            <a:pathLst>
              <a:path w="6009490" h="4186171">
                <a:moveTo>
                  <a:pt x="9049" y="0"/>
                </a:moveTo>
                <a:lnTo>
                  <a:pt x="6009490" y="0"/>
                </a:lnTo>
                <a:lnTo>
                  <a:pt x="6009490" y="4168273"/>
                </a:lnTo>
                <a:lnTo>
                  <a:pt x="5803951" y="4172925"/>
                </a:lnTo>
                <a:cubicBezTo>
                  <a:pt x="5729787" y="4171950"/>
                  <a:pt x="5655658" y="4168322"/>
                  <a:pt x="5581704" y="4162045"/>
                </a:cubicBezTo>
                <a:cubicBezTo>
                  <a:pt x="5474340" y="4154041"/>
                  <a:pt x="5366086" y="4142987"/>
                  <a:pt x="5259485" y="4163316"/>
                </a:cubicBezTo>
                <a:cubicBezTo>
                  <a:pt x="5142465" y="4185805"/>
                  <a:pt x="5025571" y="4185932"/>
                  <a:pt x="4907534" y="4180215"/>
                </a:cubicBezTo>
                <a:cubicBezTo>
                  <a:pt x="4806650" y="4175387"/>
                  <a:pt x="4706147" y="4149975"/>
                  <a:pt x="4604501" y="4176784"/>
                </a:cubicBezTo>
                <a:cubicBezTo>
                  <a:pt x="4594387" y="4178258"/>
                  <a:pt x="4584082" y="4177826"/>
                  <a:pt x="4574133" y="4175514"/>
                </a:cubicBezTo>
                <a:cubicBezTo>
                  <a:pt x="4462958" y="4160140"/>
                  <a:pt x="4351020" y="4172718"/>
                  <a:pt x="4239463" y="4168398"/>
                </a:cubicBezTo>
                <a:cubicBezTo>
                  <a:pt x="4188005" y="4166365"/>
                  <a:pt x="4135530" y="4167509"/>
                  <a:pt x="4084706" y="4162045"/>
                </a:cubicBezTo>
                <a:cubicBezTo>
                  <a:pt x="3968067" y="4149594"/>
                  <a:pt x="3851682" y="4142987"/>
                  <a:pt x="3736314" y="4172337"/>
                </a:cubicBezTo>
                <a:cubicBezTo>
                  <a:pt x="3702643" y="4180253"/>
                  <a:pt x="3668235" y="4184509"/>
                  <a:pt x="3633650" y="4185043"/>
                </a:cubicBezTo>
                <a:cubicBezTo>
                  <a:pt x="3520696" y="4189109"/>
                  <a:pt x="3408122" y="4181358"/>
                  <a:pt x="3295549" y="4175005"/>
                </a:cubicBezTo>
                <a:cubicBezTo>
                  <a:pt x="3217408" y="4170558"/>
                  <a:pt x="3139394" y="4160902"/>
                  <a:pt x="3061127" y="4169034"/>
                </a:cubicBezTo>
                <a:cubicBezTo>
                  <a:pt x="3015640" y="4173735"/>
                  <a:pt x="2969772" y="4173735"/>
                  <a:pt x="2924285" y="4169034"/>
                </a:cubicBezTo>
                <a:cubicBezTo>
                  <a:pt x="2840452" y="4159212"/>
                  <a:pt x="2755870" y="4157382"/>
                  <a:pt x="2671694" y="4163570"/>
                </a:cubicBezTo>
                <a:cubicBezTo>
                  <a:pt x="2546033" y="4174370"/>
                  <a:pt x="2420500" y="4183391"/>
                  <a:pt x="2294459" y="4166238"/>
                </a:cubicBezTo>
                <a:cubicBezTo>
                  <a:pt x="2222976" y="4155006"/>
                  <a:pt x="2150298" y="4153685"/>
                  <a:pt x="2078460" y="4162300"/>
                </a:cubicBezTo>
                <a:cubicBezTo>
                  <a:pt x="1907313" y="4186314"/>
                  <a:pt x="1735785" y="4178563"/>
                  <a:pt x="1564257" y="4168653"/>
                </a:cubicBezTo>
                <a:cubicBezTo>
                  <a:pt x="1449650" y="4161918"/>
                  <a:pt x="1334536" y="4149594"/>
                  <a:pt x="1220183" y="4165857"/>
                </a:cubicBezTo>
                <a:cubicBezTo>
                  <a:pt x="1074321" y="4186186"/>
                  <a:pt x="928331" y="4179452"/>
                  <a:pt x="782087" y="4173481"/>
                </a:cubicBezTo>
                <a:cubicBezTo>
                  <a:pt x="674723" y="4169034"/>
                  <a:pt x="567232" y="4155565"/>
                  <a:pt x="459614" y="4172210"/>
                </a:cubicBezTo>
                <a:cubicBezTo>
                  <a:pt x="448535" y="4173722"/>
                  <a:pt x="437265" y="4172591"/>
                  <a:pt x="426706" y="4168907"/>
                </a:cubicBezTo>
                <a:cubicBezTo>
                  <a:pt x="385869" y="4155464"/>
                  <a:pt x="342085" y="4153660"/>
                  <a:pt x="300283" y="4163697"/>
                </a:cubicBezTo>
                <a:cubicBezTo>
                  <a:pt x="223159" y="4180596"/>
                  <a:pt x="146162" y="4187965"/>
                  <a:pt x="67640" y="4172591"/>
                </a:cubicBezTo>
                <a:lnTo>
                  <a:pt x="14015" y="4169393"/>
                </a:lnTo>
                <a:lnTo>
                  <a:pt x="28554" y="3856095"/>
                </a:lnTo>
                <a:cubicBezTo>
                  <a:pt x="30458" y="3735660"/>
                  <a:pt x="27412" y="3615306"/>
                  <a:pt x="15626" y="3495237"/>
                </a:cubicBezTo>
                <a:cubicBezTo>
                  <a:pt x="-847" y="3348740"/>
                  <a:pt x="-4304" y="3201174"/>
                  <a:pt x="5296" y="3054118"/>
                </a:cubicBezTo>
                <a:cubicBezTo>
                  <a:pt x="11786" y="2969961"/>
                  <a:pt x="18539" y="2885804"/>
                  <a:pt x="22776" y="2801522"/>
                </a:cubicBezTo>
                <a:cubicBezTo>
                  <a:pt x="28180" y="2681630"/>
                  <a:pt x="25173" y="2561524"/>
                  <a:pt x="13771" y="2442014"/>
                </a:cubicBezTo>
                <a:cubicBezTo>
                  <a:pt x="4237" y="2350879"/>
                  <a:pt x="3177" y="2259120"/>
                  <a:pt x="10593" y="2167807"/>
                </a:cubicBezTo>
                <a:cubicBezTo>
                  <a:pt x="25690" y="2012336"/>
                  <a:pt x="9931" y="1856863"/>
                  <a:pt x="5032" y="1701516"/>
                </a:cubicBezTo>
                <a:cubicBezTo>
                  <a:pt x="-3577" y="1415742"/>
                  <a:pt x="20393" y="1130095"/>
                  <a:pt x="9666" y="844320"/>
                </a:cubicBezTo>
                <a:cubicBezTo>
                  <a:pt x="3841" y="702958"/>
                  <a:pt x="16420" y="561723"/>
                  <a:pt x="9666" y="420361"/>
                </a:cubicBezTo>
                <a:cubicBezTo>
                  <a:pt x="4105" y="319805"/>
                  <a:pt x="397" y="219250"/>
                  <a:pt x="4105" y="118568"/>
                </a:cubicBezTo>
                <a:cubicBezTo>
                  <a:pt x="5164" y="91109"/>
                  <a:pt x="5826" y="63523"/>
                  <a:pt x="9534" y="36446"/>
                </a:cubicBezTo>
                <a:close/>
              </a:path>
            </a:pathLst>
          </a:custGeom>
          <a:noFill/>
          <a:extLst>
            <a:ext uri="{909E8E84-426E-40DD-AFC4-6F175D3DCCD1}">
              <a14:hiddenFill xmlns:a14="http://schemas.microsoft.com/office/drawing/2010/main">
                <a:solidFill>
                  <a:srgbClr val="FFFFFF"/>
                </a:solidFill>
              </a14:hiddenFill>
            </a:ext>
          </a:extLst>
        </p:spPr>
      </p:pic>
      <p:sp>
        <p:nvSpPr>
          <p:cNvPr id="2070" name="sketch line">
            <a:extLst>
              <a:ext uri="{FF2B5EF4-FFF2-40B4-BE49-F238E27FC236}">
                <a16:creationId xmlns:a16="http://schemas.microsoft.com/office/drawing/2014/main" id="{28C31856-6ABF-41FD-B683-B06E5FFF92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5598439"/>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68886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Soluciones en el mercado</a:t>
            </a:r>
          </a:p>
        </p:txBody>
      </p:sp>
      <p:graphicFrame>
        <p:nvGraphicFramePr>
          <p:cNvPr id="4" name="Marcador de contenido 3"/>
          <p:cNvGraphicFramePr>
            <a:graphicFrameLocks noGrp="1"/>
          </p:cNvGraphicFramePr>
          <p:nvPr>
            <p:ph idx="1"/>
          </p:nvPr>
        </p:nvGraphicFramePr>
        <p:xfrm>
          <a:off x="432225" y="2117989"/>
          <a:ext cx="11327549" cy="4385640"/>
        </p:xfrm>
        <a:graphic>
          <a:graphicData uri="http://schemas.openxmlformats.org/drawingml/2006/table">
            <a:tbl>
              <a:tblPr firstRow="1" bandRow="1">
                <a:solidFill>
                  <a:schemeClr val="bg1"/>
                </a:solidFill>
                <a:tableStyleId>{5C22544A-7EE6-4342-B048-85BDC9FD1C3A}</a:tableStyleId>
              </a:tblPr>
              <a:tblGrid>
                <a:gridCol w="4799882">
                  <a:extLst>
                    <a:ext uri="{9D8B030D-6E8A-4147-A177-3AD203B41FA5}">
                      <a16:colId xmlns:a16="http://schemas.microsoft.com/office/drawing/2014/main" val="20000"/>
                    </a:ext>
                  </a:extLst>
                </a:gridCol>
                <a:gridCol w="4799882">
                  <a:extLst>
                    <a:ext uri="{9D8B030D-6E8A-4147-A177-3AD203B41FA5}">
                      <a16:colId xmlns:a16="http://schemas.microsoft.com/office/drawing/2014/main" val="20001"/>
                    </a:ext>
                  </a:extLst>
                </a:gridCol>
                <a:gridCol w="1727785">
                  <a:extLst>
                    <a:ext uri="{9D8B030D-6E8A-4147-A177-3AD203B41FA5}">
                      <a16:colId xmlns:a16="http://schemas.microsoft.com/office/drawing/2014/main" val="20002"/>
                    </a:ext>
                  </a:extLst>
                </a:gridCol>
              </a:tblGrid>
              <a:tr h="592682">
                <a:tc>
                  <a:txBody>
                    <a:bodyPr/>
                    <a:lstStyle/>
                    <a:p>
                      <a:r>
                        <a:rPr lang="es-MX" sz="1900" b="0" cap="none" spc="0" err="1">
                          <a:solidFill>
                            <a:schemeClr val="bg1"/>
                          </a:solidFill>
                        </a:rPr>
                        <a:t>Hipervisor</a:t>
                      </a:r>
                      <a:endParaRPr lang="es-MX" sz="1900" b="0" cap="none" spc="0">
                        <a:solidFill>
                          <a:schemeClr val="bg1"/>
                        </a:solidFill>
                      </a:endParaRPr>
                    </a:p>
                  </a:txBody>
                  <a:tcPr marL="162779" marR="132918" marT="125214" marB="125214"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r>
                        <a:rPr lang="es-MX" sz="1900" b="0" cap="none" spc="0">
                          <a:solidFill>
                            <a:schemeClr val="bg1"/>
                          </a:solidFill>
                        </a:rPr>
                        <a:t>Descripción</a:t>
                      </a:r>
                    </a:p>
                  </a:txBody>
                  <a:tcPr marL="162779" marR="132918" marT="125214" marB="125214"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r>
                        <a:rPr lang="es-MX" sz="1900" b="0" cap="none" spc="0">
                          <a:solidFill>
                            <a:schemeClr val="bg1"/>
                          </a:solidFill>
                        </a:rPr>
                        <a:t>Tipo</a:t>
                      </a:r>
                    </a:p>
                  </a:txBody>
                  <a:tcPr marL="162779" marR="132918" marT="125214" marB="125214"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10000"/>
                  </a:ext>
                </a:extLst>
              </a:tr>
              <a:tr h="592682">
                <a:tc>
                  <a:txBody>
                    <a:bodyPr/>
                    <a:lstStyle/>
                    <a:p>
                      <a:r>
                        <a:rPr lang="es-MX" sz="1900" cap="none" spc="0" err="1">
                          <a:solidFill>
                            <a:schemeClr val="tx1"/>
                          </a:solidFill>
                        </a:rPr>
                        <a:t>Xen</a:t>
                      </a:r>
                      <a:endParaRPr lang="es-MX" sz="1900" cap="none" spc="0">
                        <a:solidFill>
                          <a:schemeClr val="tx1"/>
                        </a:solidFill>
                      </a:endParaRPr>
                    </a:p>
                  </a:txBody>
                  <a:tcPr marL="162779" marR="132918" marT="125214" marB="125214">
                    <a:lnL w="19050" cap="flat" cmpd="sng" algn="ctr">
                      <a:solidFill>
                        <a:schemeClr val="tx1"/>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r>
                        <a:rPr lang="es-MX" sz="1900" cap="none" spc="0" err="1">
                          <a:solidFill>
                            <a:schemeClr val="tx1"/>
                          </a:solidFill>
                        </a:rPr>
                        <a:t>Hipervisor</a:t>
                      </a:r>
                      <a:r>
                        <a:rPr lang="es-MX" sz="1900" cap="none" spc="0">
                          <a:solidFill>
                            <a:schemeClr val="tx1"/>
                          </a:solidFill>
                        </a:rPr>
                        <a:t> open</a:t>
                      </a:r>
                      <a:r>
                        <a:rPr lang="es-MX" sz="1900" cap="none" spc="0" baseline="0">
                          <a:solidFill>
                            <a:schemeClr val="tx1"/>
                          </a:solidFill>
                        </a:rPr>
                        <a:t> </a:t>
                      </a:r>
                      <a:r>
                        <a:rPr lang="es-MX" sz="1900" cap="none" spc="0" baseline="0" err="1">
                          <a:solidFill>
                            <a:schemeClr val="tx1"/>
                          </a:solidFill>
                        </a:rPr>
                        <a:t>source</a:t>
                      </a:r>
                      <a:endParaRPr lang="es-MX" sz="1900" cap="none" spc="0" baseline="0">
                        <a:solidFill>
                          <a:schemeClr val="tx1"/>
                        </a:solidFill>
                      </a:endParaRPr>
                    </a:p>
                  </a:txBody>
                  <a:tcPr marL="162779" marR="132918" marT="125214" marB="125214">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r>
                        <a:rPr lang="es-MX" sz="1900" cap="none" spc="0" baseline="0">
                          <a:solidFill>
                            <a:schemeClr val="tx1"/>
                          </a:solidFill>
                        </a:rPr>
                        <a:t>Tipo 1</a:t>
                      </a:r>
                    </a:p>
                  </a:txBody>
                  <a:tcPr marL="162779" marR="132918" marT="125214" marB="125214">
                    <a:lnL w="6350" cap="flat" cmpd="sng" algn="ctr">
                      <a:solidFill>
                        <a:schemeClr val="tx1">
                          <a:lumMod val="50000"/>
                          <a:lumOff val="50000"/>
                        </a:schemeClr>
                      </a:solidFill>
                      <a:prstDash val="solid"/>
                    </a:lnL>
                    <a:lnR w="19050" cap="flat" cmpd="sng" algn="ctr">
                      <a:solidFill>
                        <a:schemeClr val="tx1"/>
                      </a:solidFill>
                      <a:prstDash val="solid"/>
                    </a:lnR>
                    <a:lnT w="38100" cmpd="sng">
                      <a:noFill/>
                    </a:lnT>
                    <a:lnB w="19050" cap="flat" cmpd="sng" algn="ctr">
                      <a:solidFill>
                        <a:schemeClr val="tx1"/>
                      </a:solidFill>
                      <a:prstDash val="solid"/>
                    </a:lnB>
                    <a:noFill/>
                  </a:tcPr>
                </a:tc>
                <a:extLst>
                  <a:ext uri="{0D108BD9-81ED-4DB2-BD59-A6C34878D82A}">
                    <a16:rowId xmlns:a16="http://schemas.microsoft.com/office/drawing/2014/main" val="10002"/>
                  </a:ext>
                </a:extLst>
              </a:tr>
              <a:tr h="592682">
                <a:tc>
                  <a:txBody>
                    <a:bodyPr/>
                    <a:lstStyle/>
                    <a:p>
                      <a:r>
                        <a:rPr lang="es-MX" sz="1900" cap="none" spc="0" dirty="0" err="1">
                          <a:solidFill>
                            <a:schemeClr val="tx1"/>
                          </a:solidFill>
                        </a:rPr>
                        <a:t>Vmware</a:t>
                      </a:r>
                      <a:r>
                        <a:rPr lang="es-MX" sz="1900" cap="none" spc="0" baseline="0" dirty="0">
                          <a:solidFill>
                            <a:schemeClr val="tx1"/>
                          </a:solidFill>
                        </a:rPr>
                        <a:t> </a:t>
                      </a:r>
                      <a:r>
                        <a:rPr lang="es-MX" sz="1900" cap="none" spc="0" baseline="0" dirty="0" err="1">
                          <a:solidFill>
                            <a:schemeClr val="tx1"/>
                          </a:solidFill>
                        </a:rPr>
                        <a:t>ESXi</a:t>
                      </a:r>
                      <a:r>
                        <a:rPr lang="es-MX" sz="1900" cap="none" spc="0" baseline="0" dirty="0">
                          <a:solidFill>
                            <a:schemeClr val="tx1"/>
                          </a:solidFill>
                        </a:rPr>
                        <a:t> </a:t>
                      </a:r>
                      <a:r>
                        <a:rPr lang="es-MX" sz="1900" cap="none" spc="0" baseline="0" dirty="0" err="1">
                          <a:solidFill>
                            <a:schemeClr val="tx1"/>
                          </a:solidFill>
                        </a:rPr>
                        <a:t>vSphere</a:t>
                      </a:r>
                      <a:endParaRPr lang="es-MX" sz="1900" cap="none" spc="0" dirty="0">
                        <a:solidFill>
                          <a:schemeClr val="tx1"/>
                        </a:solidFill>
                      </a:endParaRPr>
                    </a:p>
                  </a:txBody>
                  <a:tcPr marL="162779" marR="132918" marT="125214" marB="125214">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r>
                        <a:rPr lang="es-MX" sz="1900" cap="none" spc="0" err="1">
                          <a:solidFill>
                            <a:schemeClr val="tx1"/>
                          </a:solidFill>
                        </a:rPr>
                        <a:t>Hipervisor</a:t>
                      </a:r>
                      <a:r>
                        <a:rPr lang="es-MX" sz="1900" cap="none" spc="0">
                          <a:solidFill>
                            <a:schemeClr val="tx1"/>
                          </a:solidFill>
                        </a:rPr>
                        <a:t> para</a:t>
                      </a:r>
                      <a:r>
                        <a:rPr lang="es-MX" sz="1900" cap="none" spc="0" baseline="0">
                          <a:solidFill>
                            <a:schemeClr val="tx1"/>
                          </a:solidFill>
                        </a:rPr>
                        <a:t> </a:t>
                      </a:r>
                      <a:r>
                        <a:rPr lang="es-MX" sz="1900" cap="none" spc="0" baseline="0" err="1">
                          <a:solidFill>
                            <a:schemeClr val="tx1"/>
                          </a:solidFill>
                        </a:rPr>
                        <a:t>datacenter</a:t>
                      </a:r>
                      <a:endParaRPr lang="es-MX" sz="1900" cap="none" spc="0">
                        <a:solidFill>
                          <a:schemeClr val="tx1"/>
                        </a:solidFill>
                      </a:endParaRPr>
                    </a:p>
                  </a:txBody>
                  <a:tcPr marL="162779" marR="132918" marT="125214" marB="125214">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r>
                        <a:rPr lang="es-MX" sz="1900" cap="none" spc="0">
                          <a:solidFill>
                            <a:schemeClr val="tx1"/>
                          </a:solidFill>
                        </a:rPr>
                        <a:t>Tipo 1</a:t>
                      </a:r>
                    </a:p>
                  </a:txBody>
                  <a:tcPr marL="162779" marR="132918" marT="125214" marB="125214">
                    <a:lnL w="6350" cap="flat" cmpd="sng" algn="ctr">
                      <a:solidFill>
                        <a:schemeClr val="tx1">
                          <a:lumMod val="50000"/>
                          <a:lumOff val="50000"/>
                        </a:schemeClr>
                      </a:solidFill>
                      <a:prstDash val="solid"/>
                    </a:lnL>
                    <a:lnR w="12700" cmpd="sng">
                      <a:noFill/>
                      <a:prstDash val="solid"/>
                    </a:lnR>
                    <a:lnT w="19050" cap="flat" cmpd="sng" algn="ctr">
                      <a:solidFill>
                        <a:schemeClr val="tx1"/>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10003"/>
                  </a:ext>
                </a:extLst>
              </a:tr>
              <a:tr h="592682">
                <a:tc>
                  <a:txBody>
                    <a:bodyPr/>
                    <a:lstStyle/>
                    <a:p>
                      <a:r>
                        <a:rPr lang="es-MX" sz="1900" cap="none" spc="0" dirty="0" err="1">
                          <a:solidFill>
                            <a:schemeClr val="tx1"/>
                          </a:solidFill>
                        </a:rPr>
                        <a:t>Vmware</a:t>
                      </a:r>
                      <a:r>
                        <a:rPr lang="es-MX" sz="1900" cap="none" spc="0" dirty="0">
                          <a:solidFill>
                            <a:schemeClr val="tx1"/>
                          </a:solidFill>
                        </a:rPr>
                        <a:t> </a:t>
                      </a:r>
                      <a:r>
                        <a:rPr lang="es-MX" sz="1900" cap="none" spc="0" dirty="0" err="1">
                          <a:solidFill>
                            <a:schemeClr val="tx1"/>
                          </a:solidFill>
                        </a:rPr>
                        <a:t>Fusion</a:t>
                      </a:r>
                      <a:r>
                        <a:rPr lang="es-MX" sz="1900" cap="none" spc="0" dirty="0">
                          <a:solidFill>
                            <a:schemeClr val="tx1"/>
                          </a:solidFill>
                        </a:rPr>
                        <a:t> –</a:t>
                      </a:r>
                      <a:r>
                        <a:rPr lang="es-MX" sz="1900" cap="none" spc="0" baseline="0" dirty="0">
                          <a:solidFill>
                            <a:schemeClr val="tx1"/>
                          </a:solidFill>
                        </a:rPr>
                        <a:t> </a:t>
                      </a:r>
                      <a:r>
                        <a:rPr lang="es-MX" sz="1900" cap="none" spc="0" baseline="0" dirty="0" err="1">
                          <a:solidFill>
                            <a:schemeClr val="tx1"/>
                          </a:solidFill>
                        </a:rPr>
                        <a:t>Horizon</a:t>
                      </a:r>
                      <a:r>
                        <a:rPr lang="es-MX" sz="1900" cap="none" spc="0" baseline="0" dirty="0">
                          <a:solidFill>
                            <a:schemeClr val="tx1"/>
                          </a:solidFill>
                        </a:rPr>
                        <a:t> FLEX - Workstation</a:t>
                      </a:r>
                      <a:endParaRPr lang="es-MX" sz="1900" cap="none" spc="0" dirty="0">
                        <a:solidFill>
                          <a:schemeClr val="tx1"/>
                        </a:solidFill>
                      </a:endParaRPr>
                    </a:p>
                  </a:txBody>
                  <a:tcPr marL="162779" marR="132918" marT="125214" marB="125214">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r>
                        <a:rPr lang="es-MX" sz="1900" cap="none" spc="0" err="1">
                          <a:solidFill>
                            <a:schemeClr val="tx1"/>
                          </a:solidFill>
                        </a:rPr>
                        <a:t>Hipervisor</a:t>
                      </a:r>
                      <a:r>
                        <a:rPr lang="es-MX" sz="1900" cap="none" spc="0">
                          <a:solidFill>
                            <a:schemeClr val="tx1"/>
                          </a:solidFill>
                        </a:rPr>
                        <a:t> para desktop</a:t>
                      </a:r>
                    </a:p>
                  </a:txBody>
                  <a:tcPr marL="162779" marR="132918" marT="125214" marB="125214">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r>
                        <a:rPr lang="es-MX" sz="1900" cap="none" spc="0">
                          <a:solidFill>
                            <a:schemeClr val="tx1"/>
                          </a:solidFill>
                        </a:rPr>
                        <a:t>Tipo 2</a:t>
                      </a:r>
                    </a:p>
                  </a:txBody>
                  <a:tcPr marL="162779" marR="132918" marT="125214" marB="125214">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10004"/>
                  </a:ext>
                </a:extLst>
              </a:tr>
              <a:tr h="592682">
                <a:tc>
                  <a:txBody>
                    <a:bodyPr/>
                    <a:lstStyle/>
                    <a:p>
                      <a:r>
                        <a:rPr lang="es-MX" sz="1900" cap="none" spc="0" err="1">
                          <a:solidFill>
                            <a:schemeClr val="tx1"/>
                          </a:solidFill>
                        </a:rPr>
                        <a:t>Hyper</a:t>
                      </a:r>
                      <a:r>
                        <a:rPr lang="es-MX" sz="1900" cap="none" spc="0">
                          <a:solidFill>
                            <a:schemeClr val="tx1"/>
                          </a:solidFill>
                        </a:rPr>
                        <a:t>-V</a:t>
                      </a:r>
                    </a:p>
                  </a:txBody>
                  <a:tcPr marL="162779" marR="132918" marT="125214" marB="125214">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r>
                        <a:rPr lang="es-MX" sz="1900" cap="none" spc="0" err="1">
                          <a:solidFill>
                            <a:schemeClr val="tx1"/>
                          </a:solidFill>
                        </a:rPr>
                        <a:t>Hipervisor</a:t>
                      </a:r>
                      <a:r>
                        <a:rPr lang="es-MX" sz="1900" cap="none" spc="0">
                          <a:solidFill>
                            <a:schemeClr val="tx1"/>
                          </a:solidFill>
                        </a:rPr>
                        <a:t> de Microsoft</a:t>
                      </a:r>
                    </a:p>
                  </a:txBody>
                  <a:tcPr marL="162779" marR="132918" marT="125214" marB="125214">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r>
                        <a:rPr lang="es-MX" sz="1900" cap="none" spc="0">
                          <a:solidFill>
                            <a:schemeClr val="tx1"/>
                          </a:solidFill>
                        </a:rPr>
                        <a:t>Tipo 1</a:t>
                      </a:r>
                    </a:p>
                  </a:txBody>
                  <a:tcPr marL="162779" marR="132918" marT="125214" marB="125214">
                    <a:lnL w="6350" cap="flat" cmpd="sng" algn="ctr">
                      <a:solidFill>
                        <a:schemeClr val="tx1">
                          <a:lumMod val="50000"/>
                          <a:lumOff val="50000"/>
                        </a:schemeClr>
                      </a:solidFill>
                      <a:prstDash val="solid"/>
                    </a:lnL>
                    <a:lnR w="12700" cmpd="sng">
                      <a:noFill/>
                      <a:prstDash val="solid"/>
                    </a:lnR>
                    <a:lnT w="19050" cap="flat" cmpd="sng" algn="ctr">
                      <a:solidFill>
                        <a:schemeClr val="tx1"/>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10005"/>
                  </a:ext>
                </a:extLst>
              </a:tr>
              <a:tr h="592682">
                <a:tc>
                  <a:txBody>
                    <a:bodyPr/>
                    <a:lstStyle/>
                    <a:p>
                      <a:r>
                        <a:rPr lang="es-MX" sz="1900" cap="none" spc="0" err="1">
                          <a:solidFill>
                            <a:schemeClr val="tx1"/>
                          </a:solidFill>
                        </a:rPr>
                        <a:t>VirtualBox</a:t>
                      </a:r>
                      <a:endParaRPr lang="es-MX" sz="1900" cap="none" spc="0">
                        <a:solidFill>
                          <a:schemeClr val="tx1"/>
                        </a:solidFill>
                      </a:endParaRPr>
                    </a:p>
                  </a:txBody>
                  <a:tcPr marL="162779" marR="132918" marT="125214" marB="125214">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r>
                        <a:rPr lang="es-MX" sz="1900" cap="none" spc="0" err="1">
                          <a:solidFill>
                            <a:schemeClr val="tx1"/>
                          </a:solidFill>
                        </a:rPr>
                        <a:t>Hipervisor</a:t>
                      </a:r>
                      <a:r>
                        <a:rPr lang="es-MX" sz="1900" cap="none" spc="0">
                          <a:solidFill>
                            <a:schemeClr val="tx1"/>
                          </a:solidFill>
                        </a:rPr>
                        <a:t> de Oracle</a:t>
                      </a:r>
                    </a:p>
                  </a:txBody>
                  <a:tcPr marL="162779" marR="132918" marT="125214" marB="125214">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r>
                        <a:rPr lang="es-MX" sz="1900" cap="none" spc="0">
                          <a:solidFill>
                            <a:schemeClr val="tx1"/>
                          </a:solidFill>
                        </a:rPr>
                        <a:t>Tipo 2</a:t>
                      </a:r>
                    </a:p>
                  </a:txBody>
                  <a:tcPr marL="162779" marR="132918" marT="125214" marB="125214">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10006"/>
                  </a:ext>
                </a:extLst>
              </a:tr>
              <a:tr h="592682">
                <a:tc>
                  <a:txBody>
                    <a:bodyPr/>
                    <a:lstStyle/>
                    <a:p>
                      <a:r>
                        <a:rPr lang="es-MX" sz="1900" cap="none" spc="0">
                          <a:solidFill>
                            <a:schemeClr val="tx1"/>
                          </a:solidFill>
                        </a:rPr>
                        <a:t>Oracle</a:t>
                      </a:r>
                      <a:r>
                        <a:rPr lang="es-MX" sz="1900" cap="none" spc="0" baseline="0">
                          <a:solidFill>
                            <a:schemeClr val="tx1"/>
                          </a:solidFill>
                        </a:rPr>
                        <a:t> VM</a:t>
                      </a:r>
                      <a:endParaRPr lang="es-MX" sz="1900" cap="none" spc="0">
                        <a:solidFill>
                          <a:schemeClr val="tx1"/>
                        </a:solidFill>
                      </a:endParaRPr>
                    </a:p>
                  </a:txBody>
                  <a:tcPr marL="162779" marR="132918" marT="125214" marB="125214">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r>
                        <a:rPr lang="es-MX" sz="1900" cap="none" spc="0" err="1">
                          <a:solidFill>
                            <a:schemeClr val="tx1"/>
                          </a:solidFill>
                        </a:rPr>
                        <a:t>Hipervisor</a:t>
                      </a:r>
                      <a:r>
                        <a:rPr lang="es-MX" sz="1900" cap="none" spc="0">
                          <a:solidFill>
                            <a:schemeClr val="tx1"/>
                          </a:solidFill>
                        </a:rPr>
                        <a:t> de Oracle</a:t>
                      </a:r>
                      <a:r>
                        <a:rPr lang="es-MX" sz="1900" cap="none" spc="0" baseline="0">
                          <a:solidFill>
                            <a:schemeClr val="tx1"/>
                          </a:solidFill>
                        </a:rPr>
                        <a:t> para </a:t>
                      </a:r>
                      <a:r>
                        <a:rPr lang="es-MX" sz="1900" cap="none" spc="0" baseline="0" err="1">
                          <a:solidFill>
                            <a:schemeClr val="tx1"/>
                          </a:solidFill>
                        </a:rPr>
                        <a:t>datacenter</a:t>
                      </a:r>
                      <a:endParaRPr lang="es-MX" sz="1900" cap="none" spc="0">
                        <a:solidFill>
                          <a:schemeClr val="tx1"/>
                        </a:solidFill>
                      </a:endParaRPr>
                    </a:p>
                  </a:txBody>
                  <a:tcPr marL="162779" marR="132918" marT="125214" marB="125214">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r>
                        <a:rPr lang="es-MX" sz="1900" cap="none" spc="0" dirty="0">
                          <a:solidFill>
                            <a:schemeClr val="tx1"/>
                          </a:solidFill>
                        </a:rPr>
                        <a:t>Tipo 1</a:t>
                      </a:r>
                    </a:p>
                  </a:txBody>
                  <a:tcPr marL="162779" marR="132918" marT="125214" marB="125214">
                    <a:lnL w="6350" cap="flat" cmpd="sng" algn="ctr">
                      <a:solidFill>
                        <a:schemeClr val="tx1">
                          <a:lumMod val="50000"/>
                          <a:lumOff val="50000"/>
                        </a:schemeClr>
                      </a:solidFill>
                      <a:prstDash val="solid"/>
                    </a:lnL>
                    <a:lnR w="12700" cmpd="sng">
                      <a:noFill/>
                      <a:prstDash val="solid"/>
                    </a:lnR>
                    <a:lnT w="19050" cap="flat" cmpd="sng" algn="ctr">
                      <a:solidFill>
                        <a:schemeClr val="tx1"/>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10007"/>
                  </a:ext>
                </a:extLst>
              </a:tr>
            </a:tbl>
          </a:graphicData>
        </a:graphic>
      </p:graphicFrame>
    </p:spTree>
    <p:custDataLst>
      <p:tags r:id="rId1"/>
    </p:custDataLst>
    <p:extLst>
      <p:ext uri="{BB962C8B-B14F-4D97-AF65-F5344CB8AC3E}">
        <p14:creationId xmlns:p14="http://schemas.microsoft.com/office/powerpoint/2010/main" val="32604583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Marcador de contenido 3">
            <a:extLst>
              <a:ext uri="{FF2B5EF4-FFF2-40B4-BE49-F238E27FC236}">
                <a16:creationId xmlns:a16="http://schemas.microsoft.com/office/drawing/2014/main" id="{EC7D8F29-0186-2751-D203-91C38E036E93}"/>
              </a:ext>
            </a:extLst>
          </p:cNvPr>
          <p:cNvGraphicFramePr>
            <a:graphicFrameLocks noGrp="1"/>
          </p:cNvGraphicFramePr>
          <p:nvPr>
            <p:ph idx="1"/>
          </p:nvPr>
        </p:nvGraphicFramePr>
        <p:xfrm>
          <a:off x="643467" y="952370"/>
          <a:ext cx="10905069" cy="4953266"/>
        </p:xfrm>
        <a:graphic>
          <a:graphicData uri="http://schemas.openxmlformats.org/drawingml/2006/table">
            <a:tbl>
              <a:tblPr>
                <a:solidFill>
                  <a:schemeClr val="bg1"/>
                </a:solidFill>
                <a:tableStyleId>{D7AC3CCA-C797-4891-BE02-D94E43425B78}</a:tableStyleId>
              </a:tblPr>
              <a:tblGrid>
                <a:gridCol w="1734403">
                  <a:extLst>
                    <a:ext uri="{9D8B030D-6E8A-4147-A177-3AD203B41FA5}">
                      <a16:colId xmlns:a16="http://schemas.microsoft.com/office/drawing/2014/main" val="2635762889"/>
                    </a:ext>
                  </a:extLst>
                </a:gridCol>
                <a:gridCol w="1249729">
                  <a:extLst>
                    <a:ext uri="{9D8B030D-6E8A-4147-A177-3AD203B41FA5}">
                      <a16:colId xmlns:a16="http://schemas.microsoft.com/office/drawing/2014/main" val="1211552136"/>
                    </a:ext>
                  </a:extLst>
                </a:gridCol>
                <a:gridCol w="1139541">
                  <a:extLst>
                    <a:ext uri="{9D8B030D-6E8A-4147-A177-3AD203B41FA5}">
                      <a16:colId xmlns:a16="http://schemas.microsoft.com/office/drawing/2014/main" val="2439233347"/>
                    </a:ext>
                  </a:extLst>
                </a:gridCol>
                <a:gridCol w="1196523">
                  <a:extLst>
                    <a:ext uri="{9D8B030D-6E8A-4147-A177-3AD203B41FA5}">
                      <a16:colId xmlns:a16="http://schemas.microsoft.com/office/drawing/2014/main" val="3561675287"/>
                    </a:ext>
                  </a:extLst>
                </a:gridCol>
                <a:gridCol w="1154920">
                  <a:extLst>
                    <a:ext uri="{9D8B030D-6E8A-4147-A177-3AD203B41FA5}">
                      <a16:colId xmlns:a16="http://schemas.microsoft.com/office/drawing/2014/main" val="1546549741"/>
                    </a:ext>
                  </a:extLst>
                </a:gridCol>
                <a:gridCol w="1237749">
                  <a:extLst>
                    <a:ext uri="{9D8B030D-6E8A-4147-A177-3AD203B41FA5}">
                      <a16:colId xmlns:a16="http://schemas.microsoft.com/office/drawing/2014/main" val="1389344435"/>
                    </a:ext>
                  </a:extLst>
                </a:gridCol>
                <a:gridCol w="1382472">
                  <a:extLst>
                    <a:ext uri="{9D8B030D-6E8A-4147-A177-3AD203B41FA5}">
                      <a16:colId xmlns:a16="http://schemas.microsoft.com/office/drawing/2014/main" val="2726416556"/>
                    </a:ext>
                  </a:extLst>
                </a:gridCol>
                <a:gridCol w="1809732">
                  <a:extLst>
                    <a:ext uri="{9D8B030D-6E8A-4147-A177-3AD203B41FA5}">
                      <a16:colId xmlns:a16="http://schemas.microsoft.com/office/drawing/2014/main" val="295124943"/>
                    </a:ext>
                  </a:extLst>
                </a:gridCol>
              </a:tblGrid>
              <a:tr h="436447">
                <a:tc>
                  <a:txBody>
                    <a:bodyPr/>
                    <a:lstStyle/>
                    <a:p>
                      <a:r>
                        <a:rPr lang="es-419" sz="1000" cap="none" spc="0">
                          <a:solidFill>
                            <a:schemeClr val="tx1"/>
                          </a:solidFill>
                        </a:rPr>
                        <a:t>Característica</a:t>
                      </a:r>
                    </a:p>
                  </a:txBody>
                  <a:tcPr marL="80290" marR="19979" marT="61761" marB="61761"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r>
                        <a:rPr lang="es-419" sz="1000" b="1" cap="none" spc="0">
                          <a:solidFill>
                            <a:schemeClr val="tx1"/>
                          </a:solidFill>
                        </a:rPr>
                        <a:t>VirtualBox</a:t>
                      </a:r>
                      <a:endParaRPr lang="es-419" sz="1000" cap="none" spc="0">
                        <a:solidFill>
                          <a:schemeClr val="tx1"/>
                        </a:solidFill>
                      </a:endParaRPr>
                    </a:p>
                  </a:txBody>
                  <a:tcPr marL="80290" marR="19979" marT="61761" marB="61761"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r>
                        <a:rPr lang="es-419" sz="1000" b="1" cap="none" spc="0">
                          <a:solidFill>
                            <a:schemeClr val="tx1"/>
                          </a:solidFill>
                        </a:rPr>
                        <a:t>Xen</a:t>
                      </a:r>
                      <a:endParaRPr lang="es-419" sz="1000" cap="none" spc="0">
                        <a:solidFill>
                          <a:schemeClr val="tx1"/>
                        </a:solidFill>
                      </a:endParaRPr>
                    </a:p>
                  </a:txBody>
                  <a:tcPr marL="80290" marR="19979" marT="61761" marB="61761"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r>
                        <a:rPr lang="es-419" sz="1000" b="1" cap="none" spc="0">
                          <a:solidFill>
                            <a:schemeClr val="tx1"/>
                          </a:solidFill>
                        </a:rPr>
                        <a:t>KVM</a:t>
                      </a:r>
                      <a:endParaRPr lang="es-419" sz="1000" cap="none" spc="0">
                        <a:solidFill>
                          <a:schemeClr val="tx1"/>
                        </a:solidFill>
                      </a:endParaRPr>
                    </a:p>
                  </a:txBody>
                  <a:tcPr marL="80290" marR="19979" marT="61761" marB="61761"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r>
                        <a:rPr lang="es-419" sz="1000" b="1" cap="none" spc="0">
                          <a:solidFill>
                            <a:schemeClr val="tx1"/>
                          </a:solidFill>
                        </a:rPr>
                        <a:t>VMware Workstation</a:t>
                      </a:r>
                      <a:endParaRPr lang="es-419" sz="1000" cap="none" spc="0">
                        <a:solidFill>
                          <a:schemeClr val="tx1"/>
                        </a:solidFill>
                      </a:endParaRPr>
                    </a:p>
                  </a:txBody>
                  <a:tcPr marL="80290" marR="19979" marT="61761" marB="61761"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r>
                        <a:rPr lang="es-419" sz="1000" b="1" cap="none" spc="0">
                          <a:solidFill>
                            <a:schemeClr val="tx1"/>
                          </a:solidFill>
                        </a:rPr>
                        <a:t>VMware vSphere (ESXi)</a:t>
                      </a:r>
                      <a:endParaRPr lang="es-419" sz="1000" cap="none" spc="0">
                        <a:solidFill>
                          <a:schemeClr val="tx1"/>
                        </a:solidFill>
                      </a:endParaRPr>
                    </a:p>
                  </a:txBody>
                  <a:tcPr marL="80290" marR="19979" marT="61761" marB="61761"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r>
                        <a:rPr lang="es-419" sz="1000" b="1" cap="none" spc="0">
                          <a:solidFill>
                            <a:schemeClr val="tx1"/>
                          </a:solidFill>
                        </a:rPr>
                        <a:t>Hyper-V</a:t>
                      </a:r>
                      <a:endParaRPr lang="es-419" sz="1000" cap="none" spc="0">
                        <a:solidFill>
                          <a:schemeClr val="tx1"/>
                        </a:solidFill>
                      </a:endParaRPr>
                    </a:p>
                  </a:txBody>
                  <a:tcPr marL="80290" marR="19979" marT="61761" marB="61761"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r>
                        <a:rPr lang="es-419" sz="1000" b="1" cap="none" spc="0">
                          <a:solidFill>
                            <a:schemeClr val="tx1"/>
                          </a:solidFill>
                        </a:rPr>
                        <a:t>Proxmox VE</a:t>
                      </a:r>
                      <a:endParaRPr lang="es-419" sz="1000" cap="none" spc="0">
                        <a:solidFill>
                          <a:schemeClr val="tx1"/>
                        </a:solidFill>
                      </a:endParaRPr>
                    </a:p>
                  </a:txBody>
                  <a:tcPr marL="80290" marR="19979" marT="61761" marB="61761"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130532779"/>
                  </a:ext>
                </a:extLst>
              </a:tr>
              <a:tr h="436447">
                <a:tc>
                  <a:txBody>
                    <a:bodyPr/>
                    <a:lstStyle/>
                    <a:p>
                      <a:r>
                        <a:rPr lang="es-419" sz="1000" b="1" cap="none" spc="0">
                          <a:solidFill>
                            <a:schemeClr val="tx1"/>
                          </a:solidFill>
                        </a:rPr>
                        <a:t>Tipo de Hipervisor</a:t>
                      </a:r>
                      <a:endParaRPr lang="es-419" sz="1000" cap="none" spc="0">
                        <a:solidFill>
                          <a:schemeClr val="tx1"/>
                        </a:solidFill>
                      </a:endParaRP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Tipo 2 (Hosted)</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Tipo 1 (Bare-metal)</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Tipo 1 (Kernel integrado)</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Tipo 2 (Hosted)</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Tipo 1 (Bare-metal)</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Tipo 1 (Bare-metal)</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Tipo 1 (Bare-metal)</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780137672"/>
                  </a:ext>
                </a:extLst>
              </a:tr>
              <a:tr h="436447">
                <a:tc>
                  <a:txBody>
                    <a:bodyPr/>
                    <a:lstStyle/>
                    <a:p>
                      <a:r>
                        <a:rPr lang="es-419" sz="1000" b="1" cap="none" spc="0">
                          <a:solidFill>
                            <a:schemeClr val="tx1"/>
                          </a:solidFill>
                        </a:rPr>
                        <a:t>Plataforma Base</a:t>
                      </a:r>
                      <a:endParaRPr lang="es-419" sz="1000" cap="none" spc="0">
                        <a:solidFill>
                          <a:schemeClr val="tx1"/>
                        </a:solidFill>
                      </a:endParaRP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Windows, Linux, macOS</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Linux (con Dom0)</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Linux (Kernel Linux)</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Windows, Linux</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VMware ESXi</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Windows Server</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Linux (Debian-based)</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878013135"/>
                  </a:ext>
                </a:extLst>
              </a:tr>
              <a:tr h="436447">
                <a:tc>
                  <a:txBody>
                    <a:bodyPr/>
                    <a:lstStyle/>
                    <a:p>
                      <a:r>
                        <a:rPr lang="es-419" sz="1000" b="1" cap="none" spc="0">
                          <a:solidFill>
                            <a:schemeClr val="tx1"/>
                          </a:solidFill>
                        </a:rPr>
                        <a:t>Arquitectura</a:t>
                      </a:r>
                      <a:endParaRPr lang="es-419" sz="1000" cap="none" spc="0">
                        <a:solidFill>
                          <a:schemeClr val="tx1"/>
                        </a:solidFill>
                      </a:endParaRP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Basado en software</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Hipervisor liviano</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Kernel integrado</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Basado en software</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Hipervisor propietario</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Hipervisor nativo de Windows</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ES" sz="1000" cap="none" spc="0">
                          <a:solidFill>
                            <a:schemeClr val="tx1"/>
                          </a:solidFill>
                        </a:rPr>
                        <a:t>Basado en KVM y LXC</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487440861"/>
                  </a:ext>
                </a:extLst>
              </a:tr>
              <a:tr h="292338">
                <a:tc>
                  <a:txBody>
                    <a:bodyPr/>
                    <a:lstStyle/>
                    <a:p>
                      <a:r>
                        <a:rPr lang="es-419" sz="1000" b="1" cap="none" spc="0">
                          <a:solidFill>
                            <a:schemeClr val="tx1"/>
                          </a:solidFill>
                        </a:rPr>
                        <a:t>Requiere SO Host?</a:t>
                      </a:r>
                      <a:endParaRPr lang="es-419" sz="1000" cap="none" spc="0">
                        <a:solidFill>
                          <a:schemeClr val="tx1"/>
                        </a:solidFill>
                      </a:endParaRP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Sí</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No (usa Dom0)</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No</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Sí</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No</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No</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No</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4286069218"/>
                  </a:ext>
                </a:extLst>
              </a:tr>
              <a:tr h="436447">
                <a:tc>
                  <a:txBody>
                    <a:bodyPr/>
                    <a:lstStyle/>
                    <a:p>
                      <a:r>
                        <a:rPr lang="es-419" sz="1000" b="1" cap="none" spc="0">
                          <a:solidFill>
                            <a:schemeClr val="tx1"/>
                          </a:solidFill>
                        </a:rPr>
                        <a:t>Soporte de SO Invitado</a:t>
                      </a:r>
                      <a:endParaRPr lang="es-419" sz="1000" cap="none" spc="0">
                        <a:solidFill>
                          <a:schemeClr val="tx1"/>
                        </a:solidFill>
                      </a:endParaRP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Windows, Linux, macOS</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Windows, Linux, BSD</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Windows, Linux, BSD</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Windows, Linux, BSD</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Windows, Linux, BSD</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Windows, Linux, BSD</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Windows, Linux, BSD</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861974722"/>
                  </a:ext>
                </a:extLst>
              </a:tr>
              <a:tr h="436447">
                <a:tc>
                  <a:txBody>
                    <a:bodyPr/>
                    <a:lstStyle/>
                    <a:p>
                      <a:r>
                        <a:rPr lang="es-419" sz="1000" b="1" cap="none" spc="0">
                          <a:solidFill>
                            <a:schemeClr val="tx1"/>
                          </a:solidFill>
                        </a:rPr>
                        <a:t>Gestión de VM</a:t>
                      </a:r>
                      <a:endParaRPr lang="es-419" sz="1000" cap="none" spc="0">
                        <a:solidFill>
                          <a:schemeClr val="tx1"/>
                        </a:solidFill>
                      </a:endParaRP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GUI y CLI (VBoxManage)</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CLI, XenCenter</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CLI, Virt-Manager</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GUI</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vCenter, ESXi CLI</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Hyper-V Manager, PowerShell</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GUI y CLI (Web UI, qm CLI)</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038773561"/>
                  </a:ext>
                </a:extLst>
              </a:tr>
              <a:tr h="292338">
                <a:tc>
                  <a:txBody>
                    <a:bodyPr/>
                    <a:lstStyle/>
                    <a:p>
                      <a:r>
                        <a:rPr lang="es-419" sz="1000" b="1" cap="none" spc="0">
                          <a:solidFill>
                            <a:schemeClr val="tx1"/>
                          </a:solidFill>
                        </a:rPr>
                        <a:t>Rendimiento</a:t>
                      </a:r>
                      <a:endParaRPr lang="es-419" sz="1000" cap="none" spc="0">
                        <a:solidFill>
                          <a:schemeClr val="tx1"/>
                        </a:solidFill>
                      </a:endParaRP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Bajo-Medio</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Alto</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Alto</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Medio</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Muy alto</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Alto</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Alto</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495275866"/>
                  </a:ext>
                </a:extLst>
              </a:tr>
              <a:tr h="292338">
                <a:tc>
                  <a:txBody>
                    <a:bodyPr/>
                    <a:lstStyle/>
                    <a:p>
                      <a:r>
                        <a:rPr lang="es-419" sz="1000" b="1" cap="none" spc="0">
                          <a:solidFill>
                            <a:schemeClr val="tx1"/>
                          </a:solidFill>
                        </a:rPr>
                        <a:t>Snapshot/Clonación</a:t>
                      </a:r>
                      <a:endParaRPr lang="es-419" sz="1000" cap="none" spc="0">
                        <a:solidFill>
                          <a:schemeClr val="tx1"/>
                        </a:solidFill>
                      </a:endParaRP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Sí</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Sí</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Sí</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Sí</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Sí</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Sí</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Sí</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532772750"/>
                  </a:ext>
                </a:extLst>
              </a:tr>
              <a:tr h="292338">
                <a:tc>
                  <a:txBody>
                    <a:bodyPr/>
                    <a:lstStyle/>
                    <a:p>
                      <a:r>
                        <a:rPr lang="es-419" sz="1000" b="1" cap="none" spc="0">
                          <a:solidFill>
                            <a:schemeClr val="tx1"/>
                          </a:solidFill>
                        </a:rPr>
                        <a:t>Migración en Vivo</a:t>
                      </a:r>
                      <a:endParaRPr lang="es-419" sz="1000" cap="none" spc="0">
                        <a:solidFill>
                          <a:schemeClr val="tx1"/>
                        </a:solidFill>
                      </a:endParaRP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No</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Sí</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Sí</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No</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Sí</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Sí</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dirty="0">
                          <a:solidFill>
                            <a:schemeClr val="tx1"/>
                          </a:solidFill>
                        </a:rPr>
                        <a:t>Sí</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451750691"/>
                  </a:ext>
                </a:extLst>
              </a:tr>
              <a:tr h="292338">
                <a:tc>
                  <a:txBody>
                    <a:bodyPr/>
                    <a:lstStyle/>
                    <a:p>
                      <a:r>
                        <a:rPr lang="es-419" sz="1000" b="1" cap="none" spc="0">
                          <a:solidFill>
                            <a:schemeClr val="tx1"/>
                          </a:solidFill>
                        </a:rPr>
                        <a:t>Soporte de Contenedores</a:t>
                      </a:r>
                      <a:endParaRPr lang="es-419" sz="1000" cap="none" spc="0">
                        <a:solidFill>
                          <a:schemeClr val="tx1"/>
                        </a:solidFill>
                      </a:endParaRP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No</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No</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Sí (con LXC)</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No</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No</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ES" sz="1000" cap="none" spc="0">
                          <a:solidFill>
                            <a:schemeClr val="tx1"/>
                          </a:solidFill>
                        </a:rPr>
                        <a:t>Sí (con WSL y Docker)</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Sí (LXC y KVM)</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156447222"/>
                  </a:ext>
                </a:extLst>
              </a:tr>
              <a:tr h="436447">
                <a:tc>
                  <a:txBody>
                    <a:bodyPr/>
                    <a:lstStyle/>
                    <a:p>
                      <a:r>
                        <a:rPr lang="es-419" sz="1000" b="1" cap="none" spc="0">
                          <a:solidFill>
                            <a:schemeClr val="tx1"/>
                          </a:solidFill>
                        </a:rPr>
                        <a:t>Casos de Uso</a:t>
                      </a:r>
                      <a:endParaRPr lang="es-419" sz="1000" cap="none" spc="0">
                        <a:solidFill>
                          <a:schemeClr val="tx1"/>
                        </a:solidFill>
                      </a:endParaRP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Pruebas, desarrollo</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Cloud, servidores</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Servidores, cloud</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Pruebas, desarrollo</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Data centers, cloud</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Infraestructura empresarial</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s-419" sz="1000" cap="none" spc="0">
                          <a:solidFill>
                            <a:schemeClr val="tx1"/>
                          </a:solidFill>
                        </a:rPr>
                        <a:t>Virtualización empresarial y homelab</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809012800"/>
                  </a:ext>
                </a:extLst>
              </a:tr>
              <a:tr h="436447">
                <a:tc>
                  <a:txBody>
                    <a:bodyPr/>
                    <a:lstStyle/>
                    <a:p>
                      <a:r>
                        <a:rPr lang="es-419" sz="1000" b="1" cap="none" spc="0">
                          <a:solidFill>
                            <a:schemeClr val="tx1"/>
                          </a:solidFill>
                        </a:rPr>
                        <a:t>Costo</a:t>
                      </a:r>
                      <a:endParaRPr lang="es-419" sz="1000" cap="none" spc="0">
                        <a:solidFill>
                          <a:schemeClr val="tx1"/>
                        </a:solidFill>
                      </a:endParaRP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r>
                        <a:rPr lang="es-419" sz="1000" cap="none" spc="0">
                          <a:solidFill>
                            <a:schemeClr val="tx1"/>
                          </a:solidFill>
                        </a:rPr>
                        <a:t>Gratis</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r>
                        <a:rPr lang="es-419" sz="1000" cap="none" spc="0">
                          <a:solidFill>
                            <a:schemeClr val="tx1"/>
                          </a:solidFill>
                        </a:rPr>
                        <a:t>Gratis (Open Source)</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r>
                        <a:rPr lang="es-419" sz="1000" cap="none" spc="0">
                          <a:solidFill>
                            <a:schemeClr val="tx1"/>
                          </a:solidFill>
                        </a:rPr>
                        <a:t>Gratis (Open Source)</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r>
                        <a:rPr lang="es-419" sz="1000" cap="none" spc="0">
                          <a:solidFill>
                            <a:schemeClr val="tx1"/>
                          </a:solidFill>
                        </a:rPr>
                        <a:t>Comercial (de pago)</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r>
                        <a:rPr lang="es-419" sz="1000" cap="none" spc="0">
                          <a:solidFill>
                            <a:schemeClr val="tx1"/>
                          </a:solidFill>
                        </a:rPr>
                        <a:t>Comercial (de pago)</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r>
                        <a:rPr lang="es-419" sz="1000" cap="none" spc="0">
                          <a:solidFill>
                            <a:schemeClr val="tx1"/>
                          </a:solidFill>
                        </a:rPr>
                        <a:t>Incluido en Windows Server</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r>
                        <a:rPr lang="es-ES" sz="1000" cap="none" spc="0" dirty="0">
                          <a:solidFill>
                            <a:schemeClr val="tx1"/>
                          </a:solidFill>
                        </a:rPr>
                        <a:t>Gratis (con versión de pago para soporte)</a:t>
                      </a:r>
                    </a:p>
                  </a:txBody>
                  <a:tcPr marL="80290" marR="19979" marT="61761" marB="6176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extLst>
                  <a:ext uri="{0D108BD9-81ED-4DB2-BD59-A6C34878D82A}">
                    <a16:rowId xmlns:a16="http://schemas.microsoft.com/office/drawing/2014/main" val="2043024217"/>
                  </a:ext>
                </a:extLst>
              </a:tr>
            </a:tbl>
          </a:graphicData>
        </a:graphic>
      </p:graphicFrame>
    </p:spTree>
    <p:extLst>
      <p:ext uri="{BB962C8B-B14F-4D97-AF65-F5344CB8AC3E}">
        <p14:creationId xmlns:p14="http://schemas.microsoft.com/office/powerpoint/2010/main" val="23982862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7" name="Rectangle 2056">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Comparativa</a:t>
            </a:r>
          </a:p>
        </p:txBody>
      </p:sp>
      <p:pic>
        <p:nvPicPr>
          <p:cNvPr id="2052" name="Picture 4" descr="Comparison of Xen, KVM, and QEMU. "/>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585047" y="1675227"/>
            <a:ext cx="9021906" cy="4394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26529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0240" y="5182182"/>
            <a:ext cx="10071536" cy="929750"/>
          </a:xfrm>
        </p:spPr>
        <p:txBody>
          <a:bodyPr vert="horz" lIns="91440" tIns="45720" rIns="91440" bIns="45720" rtlCol="0" anchor="b">
            <a:normAutofit/>
          </a:bodyPr>
          <a:lstStyle/>
          <a:p>
            <a:pPr algn="ctr"/>
            <a:r>
              <a:rPr lang="en-US" sz="5200" dirty="0" err="1"/>
              <a:t>Virtualización</a:t>
            </a:r>
            <a:r>
              <a:rPr lang="en-US" sz="5200" dirty="0"/>
              <a:t> </a:t>
            </a:r>
            <a:r>
              <a:rPr lang="en-US" sz="5200" dirty="0" err="1"/>
              <a:t>anidada</a:t>
            </a:r>
            <a:r>
              <a:rPr lang="en-US" sz="5200" dirty="0"/>
              <a:t> Hyper-V</a:t>
            </a:r>
          </a:p>
        </p:txBody>
      </p:sp>
      <p:pic>
        <p:nvPicPr>
          <p:cNvPr id="1026" name="Picture 2" descr="Diagram of the levels of Hyper V with Nested Virtualization disabled."/>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1553" y="744995"/>
            <a:ext cx="5988860" cy="336873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iagram of the levels of Hyper V with Nested Virtualization enabled."/>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228506" y="746068"/>
            <a:ext cx="5988859" cy="336873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0E36232E-3705-7E75-82D8-729C7475B4F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8217"/>
          <a:stretch>
            <a:fillRect/>
          </a:stretch>
        </p:blipFill>
        <p:spPr bwMode="auto">
          <a:xfrm>
            <a:off x="3744913" y="-1"/>
            <a:ext cx="5065776" cy="6781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7913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EDF17373-EB5E-4609-82B5-D0535A631FF0}"/>
              </a:ext>
            </a:extLst>
          </p:cNvPr>
          <p:cNvPicPr>
            <a:picLocks noGrp="1" noChangeAspect="1"/>
          </p:cNvPicPr>
          <p:nvPr>
            <p:ph idx="1"/>
          </p:nvPr>
        </p:nvPicPr>
        <p:blipFill>
          <a:blip r:embed="rId3"/>
          <a:srcRect b="11703"/>
          <a:stretch>
            <a:fillRect/>
          </a:stretch>
        </p:blipFill>
        <p:spPr>
          <a:xfrm>
            <a:off x="20" y="10"/>
            <a:ext cx="12191980" cy="6857990"/>
          </a:xfrm>
          <a:prstGeom prst="rect">
            <a:avLst/>
          </a:prstGeom>
        </p:spPr>
      </p:pic>
      <p:sp>
        <p:nvSpPr>
          <p:cNvPr id="6" name="Rectangle 8">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9911DEB-4A9E-4030-B5C3-1B4CD9A0F784}"/>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lang="en-US" sz="3600">
                <a:solidFill>
                  <a:schemeClr val="tx1">
                    <a:lumMod val="85000"/>
                    <a:lumOff val="15000"/>
                  </a:schemeClr>
                </a:solidFill>
              </a:rPr>
              <a:t>DEMO</a:t>
            </a:r>
          </a:p>
        </p:txBody>
      </p:sp>
      <p:cxnSp>
        <p:nvCxnSpPr>
          <p:cNvPr id="7" name="Straight Connector 10">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12">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1971452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1171074" y="1396686"/>
            <a:ext cx="3240506" cy="4064628"/>
          </a:xfrm>
        </p:spPr>
        <p:txBody>
          <a:bodyPr>
            <a:normAutofit/>
          </a:bodyPr>
          <a:lstStyle/>
          <a:p>
            <a:r>
              <a:rPr lang="es-MX">
                <a:solidFill>
                  <a:srgbClr val="FFFFFF"/>
                </a:solidFill>
              </a:rPr>
              <a:t>Virtualbox</a:t>
            </a:r>
          </a:p>
        </p:txBody>
      </p:sp>
      <p:sp>
        <p:nvSpPr>
          <p:cNvPr id="29"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0"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1" name="Marcador de contenido 2"/>
          <p:cNvSpPr>
            <a:spLocks noGrp="1"/>
          </p:cNvSpPr>
          <p:nvPr>
            <p:ph idx="1"/>
          </p:nvPr>
        </p:nvSpPr>
        <p:spPr>
          <a:xfrm>
            <a:off x="5370153" y="1526033"/>
            <a:ext cx="5536397" cy="3935281"/>
          </a:xfrm>
        </p:spPr>
        <p:txBody>
          <a:bodyPr>
            <a:normAutofit/>
          </a:bodyPr>
          <a:lstStyle/>
          <a:p>
            <a:r>
              <a:rPr lang="es-MX"/>
              <a:t>Creación de maquinas virtuales</a:t>
            </a:r>
          </a:p>
          <a:p>
            <a:pPr lvl="1"/>
            <a:r>
              <a:rPr lang="es-MX"/>
              <a:t>Plantillas</a:t>
            </a:r>
          </a:p>
          <a:p>
            <a:r>
              <a:rPr lang="es-MX"/>
              <a:t>Detener, suspender o migrar</a:t>
            </a:r>
          </a:p>
          <a:p>
            <a:r>
              <a:rPr lang="es-MX"/>
              <a:t>Instantáneas (</a:t>
            </a:r>
            <a:r>
              <a:rPr lang="es-MX" err="1"/>
              <a:t>snapshot</a:t>
            </a:r>
            <a:r>
              <a:rPr lang="es-MX"/>
              <a:t>)</a:t>
            </a:r>
          </a:p>
          <a:p>
            <a:r>
              <a:rPr lang="es-MX"/>
              <a:t>Importa o exportar</a:t>
            </a:r>
          </a:p>
          <a:p>
            <a:r>
              <a:rPr lang="es-MX"/>
              <a:t>Convertir MV</a:t>
            </a:r>
          </a:p>
          <a:p>
            <a:r>
              <a:rPr lang="es-MX"/>
              <a:t>CLI</a:t>
            </a:r>
          </a:p>
        </p:txBody>
      </p:sp>
    </p:spTree>
    <p:extLst>
      <p:ext uri="{BB962C8B-B14F-4D97-AF65-F5344CB8AC3E}">
        <p14:creationId xmlns:p14="http://schemas.microsoft.com/office/powerpoint/2010/main" val="32548773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5" name="Rectangle 1034">
            <a:extLst>
              <a:ext uri="{FF2B5EF4-FFF2-40B4-BE49-F238E27FC236}">
                <a16:creationId xmlns:a16="http://schemas.microsoft.com/office/drawing/2014/main" id="{AA3CC463-F933-4AC4-86E1-5AC14B0C31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6025D2DB-A12A-44DB-B00E-F4D622329E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331" y="480060"/>
            <a:ext cx="4180332" cy="2788074"/>
          </a:xfrm>
          <a:prstGeom prst="rect">
            <a:avLst/>
          </a:prstGeom>
          <a:solidFill>
            <a:srgbClr val="FFFFFF"/>
          </a:solidFill>
          <a:ln w="19050">
            <a:solidFill>
              <a:srgbClr val="459C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Imagen relacionada"/>
          <p:cNvPicPr>
            <a:picLocks noChangeAspect="1" noChangeArrowheads="1"/>
          </p:cNvPicPr>
          <p:nvPr/>
        </p:nvPicPr>
        <p:blipFill rotWithShape="1">
          <a:blip r:embed="rId3">
            <a:extLst>
              <a:ext uri="{28A0092B-C50C-407E-A947-70E740481C1C}">
                <a14:useLocalDpi xmlns:a14="http://schemas.microsoft.com/office/drawing/2010/main" val="0"/>
              </a:ext>
            </a:extLst>
          </a:blip>
          <a:srcRect l="15377" r="35629"/>
          <a:stretch/>
        </p:blipFill>
        <p:spPr bwMode="auto">
          <a:xfrm>
            <a:off x="1324848" y="643467"/>
            <a:ext cx="2450346" cy="2475653"/>
          </a:xfrm>
          <a:prstGeom prst="rect">
            <a:avLst/>
          </a:prstGeom>
          <a:noFill/>
          <a:extLst>
            <a:ext uri="{909E8E84-426E-40DD-AFC4-6F175D3DCCD1}">
              <a14:hiddenFill xmlns:a14="http://schemas.microsoft.com/office/drawing/2010/main">
                <a:solidFill>
                  <a:srgbClr val="FFFFFF"/>
                </a:solidFill>
              </a14:hiddenFill>
            </a:ext>
          </a:extLst>
        </p:spPr>
      </p:pic>
      <p:sp>
        <p:nvSpPr>
          <p:cNvPr id="1039" name="Rectangle 1038">
            <a:extLst>
              <a:ext uri="{FF2B5EF4-FFF2-40B4-BE49-F238E27FC236}">
                <a16:creationId xmlns:a16="http://schemas.microsoft.com/office/drawing/2014/main" id="{CE7E7877-F64E-4EEA-B778-138031EFF8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331" y="3603670"/>
            <a:ext cx="4180332" cy="2788074"/>
          </a:xfrm>
          <a:prstGeom prst="rect">
            <a:avLst/>
          </a:prstGeom>
          <a:solidFill>
            <a:srgbClr val="FFFFFF"/>
          </a:solidFill>
          <a:ln w="19050">
            <a:solidFill>
              <a:srgbClr val="459C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Imagen relacionada"/>
          <p:cNvPicPr>
            <a:picLocks noChangeAspect="1" noChangeArrowheads="1"/>
          </p:cNvPicPr>
          <p:nvPr/>
        </p:nvPicPr>
        <p:blipFill rotWithShape="1">
          <a:blip r:embed="rId4">
            <a:extLst>
              <a:ext uri="{28A0092B-C50C-407E-A947-70E740481C1C}">
                <a14:useLocalDpi xmlns:a14="http://schemas.microsoft.com/office/drawing/2010/main" val="0"/>
              </a:ext>
            </a:extLst>
          </a:blip>
          <a:srcRect l="13127" r="35100"/>
          <a:stretch/>
        </p:blipFill>
        <p:spPr bwMode="auto">
          <a:xfrm>
            <a:off x="1244269" y="3748194"/>
            <a:ext cx="2611505" cy="2471631"/>
          </a:xfrm>
          <a:prstGeom prst="rect">
            <a:avLst/>
          </a:prstGeom>
          <a:noFill/>
          <a:extLst>
            <a:ext uri="{909E8E84-426E-40DD-AFC4-6F175D3DCCD1}">
              <a14:hiddenFill xmlns:a14="http://schemas.microsoft.com/office/drawing/2010/main">
                <a:solidFill>
                  <a:srgbClr val="FFFFFF"/>
                </a:solidFill>
              </a14:hiddenFill>
            </a:ext>
          </a:extLst>
        </p:spPr>
      </p:pic>
      <p:sp>
        <p:nvSpPr>
          <p:cNvPr id="1041" name="Rectangle 1040">
            <a:extLst>
              <a:ext uri="{FF2B5EF4-FFF2-40B4-BE49-F238E27FC236}">
                <a16:creationId xmlns:a16="http://schemas.microsoft.com/office/drawing/2014/main" id="{7DD6C4F3-70FD-4F13-919C-702EE4886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0596" y="487090"/>
            <a:ext cx="6741849" cy="5897880"/>
          </a:xfrm>
          <a:prstGeom prst="rect">
            <a:avLst/>
          </a:prstGeom>
          <a:solidFill>
            <a:srgbClr val="FFFFFF"/>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0" name="Picture 6" descr="Imagen relacionada"/>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5144764" y="992186"/>
            <a:ext cx="6410084" cy="4887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3585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78FF4E5-6F90-558B-E5E1-A2E372A8F7D2}"/>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300" kern="1200">
                <a:solidFill>
                  <a:srgbClr val="FFFFFF"/>
                </a:solidFill>
                <a:latin typeface="+mj-lt"/>
                <a:ea typeface="+mj-ea"/>
                <a:cs typeface="+mj-cs"/>
              </a:rPr>
              <a:t>Virtualización de red a nivel MV</a:t>
            </a:r>
          </a:p>
        </p:txBody>
      </p:sp>
      <p:pic>
        <p:nvPicPr>
          <p:cNvPr id="5" name="Imagen 4">
            <a:extLst>
              <a:ext uri="{FF2B5EF4-FFF2-40B4-BE49-F238E27FC236}">
                <a16:creationId xmlns:a16="http://schemas.microsoft.com/office/drawing/2014/main" id="{E0D839C7-1C6E-E73F-2D57-F86FE5EBB578}"/>
              </a:ext>
            </a:extLst>
          </p:cNvPr>
          <p:cNvPicPr>
            <a:picLocks noChangeAspect="1"/>
          </p:cNvPicPr>
          <p:nvPr/>
        </p:nvPicPr>
        <p:blipFill>
          <a:blip r:embed="rId2"/>
          <a:stretch>
            <a:fillRect/>
          </a:stretch>
        </p:blipFill>
        <p:spPr>
          <a:xfrm>
            <a:off x="5082492" y="643466"/>
            <a:ext cx="6170348" cy="5568739"/>
          </a:xfrm>
          <a:prstGeom prst="rect">
            <a:avLst/>
          </a:prstGeom>
        </p:spPr>
      </p:pic>
    </p:spTree>
    <p:extLst>
      <p:ext uri="{BB962C8B-B14F-4D97-AF65-F5344CB8AC3E}">
        <p14:creationId xmlns:p14="http://schemas.microsoft.com/office/powerpoint/2010/main" val="34417202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ángulo 21">
            <a:extLst>
              <a:ext uri="{FF2B5EF4-FFF2-40B4-BE49-F238E27FC236}">
                <a16:creationId xmlns:a16="http://schemas.microsoft.com/office/drawing/2014/main" id="{6401097C-2534-048F-4F45-CCD878F25D5E}"/>
              </a:ext>
            </a:extLst>
          </p:cNvPr>
          <p:cNvSpPr/>
          <p:nvPr/>
        </p:nvSpPr>
        <p:spPr>
          <a:xfrm>
            <a:off x="3359649" y="2589088"/>
            <a:ext cx="5722706" cy="4268912"/>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190A3CCC-5893-7D76-0F09-A58AD5E3269D}"/>
              </a:ext>
            </a:extLst>
          </p:cNvPr>
          <p:cNvSpPr>
            <a:spLocks noGrp="1"/>
          </p:cNvSpPr>
          <p:nvPr>
            <p:ph type="title"/>
          </p:nvPr>
        </p:nvSpPr>
        <p:spPr/>
        <p:txBody>
          <a:bodyPr/>
          <a:lstStyle/>
          <a:p>
            <a:r>
              <a:rPr lang="es-MX" dirty="0"/>
              <a:t>Ejercicio 1</a:t>
            </a:r>
            <a:endParaRPr lang="es-419" dirty="0"/>
          </a:p>
        </p:txBody>
      </p:sp>
      <p:pic>
        <p:nvPicPr>
          <p:cNvPr id="5" name="Marcador de contenido 4">
            <a:extLst>
              <a:ext uri="{FF2B5EF4-FFF2-40B4-BE49-F238E27FC236}">
                <a16:creationId xmlns:a16="http://schemas.microsoft.com/office/drawing/2014/main" id="{C954BAB6-41EC-9733-5793-559D4F49E5E9}"/>
              </a:ext>
            </a:extLst>
          </p:cNvPr>
          <p:cNvPicPr>
            <a:picLocks noGrp="1" noChangeAspect="1"/>
          </p:cNvPicPr>
          <p:nvPr>
            <p:ph idx="1"/>
          </p:nvPr>
        </p:nvPicPr>
        <p:blipFill>
          <a:blip>
            <a:extLs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a:off x="5608904" y="2879739"/>
            <a:ext cx="974193" cy="1068046"/>
          </a:xfrm>
        </p:spPr>
      </p:pic>
      <p:pic>
        <p:nvPicPr>
          <p:cNvPr id="6" name="Marcador de contenido 4">
            <a:extLst>
              <a:ext uri="{FF2B5EF4-FFF2-40B4-BE49-F238E27FC236}">
                <a16:creationId xmlns:a16="http://schemas.microsoft.com/office/drawing/2014/main" id="{3AB59400-5998-459D-9BC6-2B806D88AF8D}"/>
              </a:ext>
            </a:extLst>
          </p:cNvPr>
          <p:cNvPicPr>
            <a:picLocks noChangeAspect="1"/>
          </p:cNvPicPr>
          <p:nvPr/>
        </p:nvPicPr>
        <p:blipFill>
          <a:blip>
            <a:extLs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a:off x="3941853" y="5316425"/>
            <a:ext cx="974193" cy="1068046"/>
          </a:xfrm>
          <a:prstGeom prst="rect">
            <a:avLst/>
          </a:prstGeom>
        </p:spPr>
      </p:pic>
      <p:pic>
        <p:nvPicPr>
          <p:cNvPr id="7" name="Marcador de contenido 4">
            <a:extLst>
              <a:ext uri="{FF2B5EF4-FFF2-40B4-BE49-F238E27FC236}">
                <a16:creationId xmlns:a16="http://schemas.microsoft.com/office/drawing/2014/main" id="{C46F42AC-EB33-FB10-7102-21B68AB1E8C6}"/>
              </a:ext>
            </a:extLst>
          </p:cNvPr>
          <p:cNvPicPr>
            <a:picLocks noChangeAspect="1"/>
          </p:cNvPicPr>
          <p:nvPr/>
        </p:nvPicPr>
        <p:blipFill>
          <a:blip>
            <a:extLs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a:off x="7275957" y="5316425"/>
            <a:ext cx="974193" cy="1068046"/>
          </a:xfrm>
          <a:prstGeom prst="rect">
            <a:avLst/>
          </a:prstGeom>
        </p:spPr>
      </p:pic>
      <p:cxnSp>
        <p:nvCxnSpPr>
          <p:cNvPr id="9" name="Conector: angular 8">
            <a:extLst>
              <a:ext uri="{FF2B5EF4-FFF2-40B4-BE49-F238E27FC236}">
                <a16:creationId xmlns:a16="http://schemas.microsoft.com/office/drawing/2014/main" id="{BA2481BD-0E33-475A-CE34-5468186700D0}"/>
              </a:ext>
            </a:extLst>
          </p:cNvPr>
          <p:cNvCxnSpPr>
            <a:cxnSpLocks/>
            <a:stCxn id="6" idx="0"/>
            <a:endCxn id="5" idx="2"/>
          </p:cNvCxnSpPr>
          <p:nvPr/>
        </p:nvCxnSpPr>
        <p:spPr>
          <a:xfrm rot="5400000" flipH="1" flipV="1">
            <a:off x="4578155" y="3798580"/>
            <a:ext cx="1368640" cy="1667051"/>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11" name="Conector: angular 10">
            <a:extLst>
              <a:ext uri="{FF2B5EF4-FFF2-40B4-BE49-F238E27FC236}">
                <a16:creationId xmlns:a16="http://schemas.microsoft.com/office/drawing/2014/main" id="{01BBFFDF-F305-E40F-9B02-AF7E034D1734}"/>
              </a:ext>
            </a:extLst>
          </p:cNvPr>
          <p:cNvCxnSpPr>
            <a:cxnSpLocks/>
            <a:stCxn id="7" idx="0"/>
          </p:cNvCxnSpPr>
          <p:nvPr/>
        </p:nvCxnSpPr>
        <p:spPr>
          <a:xfrm rot="16200000" flipV="1">
            <a:off x="6587367" y="4140738"/>
            <a:ext cx="684320" cy="1667054"/>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16" name="CuadroTexto 15">
            <a:extLst>
              <a:ext uri="{FF2B5EF4-FFF2-40B4-BE49-F238E27FC236}">
                <a16:creationId xmlns:a16="http://schemas.microsoft.com/office/drawing/2014/main" id="{53D481D1-42E0-607A-446E-281B75256D9A}"/>
              </a:ext>
            </a:extLst>
          </p:cNvPr>
          <p:cNvSpPr txBox="1"/>
          <p:nvPr/>
        </p:nvSpPr>
        <p:spPr>
          <a:xfrm>
            <a:off x="9295475" y="4354212"/>
            <a:ext cx="1643399" cy="369332"/>
          </a:xfrm>
          <a:prstGeom prst="rect">
            <a:avLst/>
          </a:prstGeom>
          <a:noFill/>
        </p:spPr>
        <p:txBody>
          <a:bodyPr wrap="none" rtlCol="0">
            <a:spAutoFit/>
          </a:bodyPr>
          <a:lstStyle/>
          <a:p>
            <a:r>
              <a:rPr lang="es-MX" dirty="0"/>
              <a:t>Servidor Físico</a:t>
            </a:r>
            <a:endParaRPr lang="es-419" dirty="0"/>
          </a:p>
        </p:txBody>
      </p:sp>
      <p:sp>
        <p:nvSpPr>
          <p:cNvPr id="17" name="CuadroTexto 16">
            <a:extLst>
              <a:ext uri="{FF2B5EF4-FFF2-40B4-BE49-F238E27FC236}">
                <a16:creationId xmlns:a16="http://schemas.microsoft.com/office/drawing/2014/main" id="{58785998-6C04-61D0-5CC8-2EF6D8F45C46}"/>
              </a:ext>
            </a:extLst>
          </p:cNvPr>
          <p:cNvSpPr txBox="1"/>
          <p:nvPr/>
        </p:nvSpPr>
        <p:spPr>
          <a:xfrm>
            <a:off x="3675730" y="6426284"/>
            <a:ext cx="1353512" cy="369332"/>
          </a:xfrm>
          <a:prstGeom prst="rect">
            <a:avLst/>
          </a:prstGeom>
          <a:noFill/>
        </p:spPr>
        <p:txBody>
          <a:bodyPr wrap="none" rtlCol="0">
            <a:spAutoFit/>
          </a:bodyPr>
          <a:lstStyle/>
          <a:p>
            <a:r>
              <a:rPr lang="es-MX" dirty="0"/>
              <a:t>Servidor BD</a:t>
            </a:r>
            <a:endParaRPr lang="es-419" dirty="0"/>
          </a:p>
        </p:txBody>
      </p:sp>
      <p:sp>
        <p:nvSpPr>
          <p:cNvPr id="18" name="CuadroTexto 17">
            <a:extLst>
              <a:ext uri="{FF2B5EF4-FFF2-40B4-BE49-F238E27FC236}">
                <a16:creationId xmlns:a16="http://schemas.microsoft.com/office/drawing/2014/main" id="{ADC5978D-52E8-B585-FB56-D1DC41D3A541}"/>
              </a:ext>
            </a:extLst>
          </p:cNvPr>
          <p:cNvSpPr txBox="1"/>
          <p:nvPr/>
        </p:nvSpPr>
        <p:spPr>
          <a:xfrm>
            <a:off x="7009834" y="6426284"/>
            <a:ext cx="1909177" cy="369332"/>
          </a:xfrm>
          <a:prstGeom prst="rect">
            <a:avLst/>
          </a:prstGeom>
          <a:noFill/>
        </p:spPr>
        <p:txBody>
          <a:bodyPr wrap="none" rtlCol="0">
            <a:spAutoFit/>
          </a:bodyPr>
          <a:lstStyle/>
          <a:p>
            <a:r>
              <a:rPr lang="es-MX" dirty="0"/>
              <a:t>Servidor Archivos</a:t>
            </a:r>
            <a:endParaRPr lang="es-419" dirty="0"/>
          </a:p>
        </p:txBody>
      </p:sp>
      <p:sp>
        <p:nvSpPr>
          <p:cNvPr id="19" name="Nube 18">
            <a:extLst>
              <a:ext uri="{FF2B5EF4-FFF2-40B4-BE49-F238E27FC236}">
                <a16:creationId xmlns:a16="http://schemas.microsoft.com/office/drawing/2014/main" id="{9B8D50E8-18F6-B0F0-FA43-E36DC1361142}"/>
              </a:ext>
            </a:extLst>
          </p:cNvPr>
          <p:cNvSpPr/>
          <p:nvPr/>
        </p:nvSpPr>
        <p:spPr>
          <a:xfrm>
            <a:off x="4771686" y="1690688"/>
            <a:ext cx="2648627" cy="811659"/>
          </a:xfrm>
          <a:prstGeom prst="cloud">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s-419"/>
          </a:p>
        </p:txBody>
      </p:sp>
      <p:cxnSp>
        <p:nvCxnSpPr>
          <p:cNvPr id="21" name="Conector: angular 20">
            <a:extLst>
              <a:ext uri="{FF2B5EF4-FFF2-40B4-BE49-F238E27FC236}">
                <a16:creationId xmlns:a16="http://schemas.microsoft.com/office/drawing/2014/main" id="{5D2BB5FA-02C5-D346-F28E-35910E3ED511}"/>
              </a:ext>
            </a:extLst>
          </p:cNvPr>
          <p:cNvCxnSpPr>
            <a:stCxn id="19" idx="1"/>
            <a:endCxn id="5" idx="0"/>
          </p:cNvCxnSpPr>
          <p:nvPr/>
        </p:nvCxnSpPr>
        <p:spPr>
          <a:xfrm rot="16200000" flipH="1">
            <a:off x="5906872" y="2690610"/>
            <a:ext cx="378256" cy="1"/>
          </a:xfrm>
          <a:prstGeom prst="bentConnector3">
            <a:avLst/>
          </a:prstGeom>
        </p:spPr>
        <p:style>
          <a:lnRef idx="2">
            <a:schemeClr val="accent1"/>
          </a:lnRef>
          <a:fillRef idx="0">
            <a:schemeClr val="accent1"/>
          </a:fillRef>
          <a:effectRef idx="1">
            <a:schemeClr val="accent1"/>
          </a:effectRef>
          <a:fontRef idx="minor">
            <a:schemeClr val="tx1"/>
          </a:fontRef>
        </p:style>
      </p:cxnSp>
      <p:sp>
        <p:nvSpPr>
          <p:cNvPr id="23" name="CuadroTexto 22">
            <a:extLst>
              <a:ext uri="{FF2B5EF4-FFF2-40B4-BE49-F238E27FC236}">
                <a16:creationId xmlns:a16="http://schemas.microsoft.com/office/drawing/2014/main" id="{8CC87545-46F9-A8F1-A3FB-2CD9D3C3EE32}"/>
              </a:ext>
            </a:extLst>
          </p:cNvPr>
          <p:cNvSpPr txBox="1"/>
          <p:nvPr/>
        </p:nvSpPr>
        <p:spPr>
          <a:xfrm>
            <a:off x="6735497" y="3381496"/>
            <a:ext cx="1506438" cy="369332"/>
          </a:xfrm>
          <a:prstGeom prst="rect">
            <a:avLst/>
          </a:prstGeom>
          <a:noFill/>
        </p:spPr>
        <p:txBody>
          <a:bodyPr wrap="none" rtlCol="0">
            <a:spAutoFit/>
          </a:bodyPr>
          <a:lstStyle/>
          <a:p>
            <a:r>
              <a:rPr lang="es-MX" dirty="0"/>
              <a:t>Servidor Web</a:t>
            </a:r>
            <a:endParaRPr lang="es-419" dirty="0"/>
          </a:p>
        </p:txBody>
      </p:sp>
      <p:sp>
        <p:nvSpPr>
          <p:cNvPr id="24" name="Rectángulo: esquinas redondeadas 23">
            <a:extLst>
              <a:ext uri="{FF2B5EF4-FFF2-40B4-BE49-F238E27FC236}">
                <a16:creationId xmlns:a16="http://schemas.microsoft.com/office/drawing/2014/main" id="{1A49E27F-72F7-3BAA-E64B-2C20FD80F85B}"/>
              </a:ext>
            </a:extLst>
          </p:cNvPr>
          <p:cNvSpPr/>
          <p:nvPr/>
        </p:nvSpPr>
        <p:spPr>
          <a:xfrm>
            <a:off x="3675730" y="4471006"/>
            <a:ext cx="5243281" cy="2386994"/>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419"/>
          </a:p>
        </p:txBody>
      </p:sp>
      <p:sp>
        <p:nvSpPr>
          <p:cNvPr id="25" name="Rectángulo: esquinas redondeadas 24">
            <a:extLst>
              <a:ext uri="{FF2B5EF4-FFF2-40B4-BE49-F238E27FC236}">
                <a16:creationId xmlns:a16="http://schemas.microsoft.com/office/drawing/2014/main" id="{4C691CEC-1423-E2BD-117D-0401EEDEFFE9}"/>
              </a:ext>
            </a:extLst>
          </p:cNvPr>
          <p:cNvSpPr/>
          <p:nvPr/>
        </p:nvSpPr>
        <p:spPr>
          <a:xfrm>
            <a:off x="966813" y="6214947"/>
            <a:ext cx="2708917" cy="339047"/>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MX" dirty="0"/>
              <a:t>Sin salida a la red física</a:t>
            </a:r>
            <a:endParaRPr lang="es-419" dirty="0"/>
          </a:p>
        </p:txBody>
      </p:sp>
      <p:sp>
        <p:nvSpPr>
          <p:cNvPr id="26" name="Rectángulo: esquinas redondeadas 25">
            <a:extLst>
              <a:ext uri="{FF2B5EF4-FFF2-40B4-BE49-F238E27FC236}">
                <a16:creationId xmlns:a16="http://schemas.microsoft.com/office/drawing/2014/main" id="{AC0205DC-C9BC-80DE-59C7-B41977AFCB5C}"/>
              </a:ext>
            </a:extLst>
          </p:cNvPr>
          <p:cNvSpPr/>
          <p:nvPr/>
        </p:nvSpPr>
        <p:spPr>
          <a:xfrm>
            <a:off x="536640" y="2801486"/>
            <a:ext cx="2823009" cy="439489"/>
          </a:xfrm>
          <a:prstGeom prst="round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MX" dirty="0"/>
              <a:t>Con salida a la red física</a:t>
            </a:r>
            <a:endParaRPr lang="es-419" dirty="0"/>
          </a:p>
        </p:txBody>
      </p:sp>
    </p:spTree>
    <p:extLst>
      <p:ext uri="{BB962C8B-B14F-4D97-AF65-F5344CB8AC3E}">
        <p14:creationId xmlns:p14="http://schemas.microsoft.com/office/powerpoint/2010/main" val="11283976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850A1-E859-1CBE-135E-47C6690001D2}"/>
            </a:ext>
          </a:extLst>
        </p:cNvPr>
        <p:cNvGrpSpPr/>
        <p:nvPr/>
      </p:nvGrpSpPr>
      <p:grpSpPr>
        <a:xfrm>
          <a:off x="0" y="0"/>
          <a:ext cx="0" cy="0"/>
          <a:chOff x="0" y="0"/>
          <a:chExt cx="0" cy="0"/>
        </a:xfrm>
      </p:grpSpPr>
      <p:sp>
        <p:nvSpPr>
          <p:cNvPr id="22" name="Rectángulo 21">
            <a:extLst>
              <a:ext uri="{FF2B5EF4-FFF2-40B4-BE49-F238E27FC236}">
                <a16:creationId xmlns:a16="http://schemas.microsoft.com/office/drawing/2014/main" id="{9F610685-9996-6974-4C3F-B82C2065CC73}"/>
              </a:ext>
            </a:extLst>
          </p:cNvPr>
          <p:cNvSpPr/>
          <p:nvPr/>
        </p:nvSpPr>
        <p:spPr>
          <a:xfrm>
            <a:off x="636955" y="2589088"/>
            <a:ext cx="3285377" cy="4268912"/>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6A1E951A-8B9B-0810-334C-1872F2B2A2D3}"/>
              </a:ext>
            </a:extLst>
          </p:cNvPr>
          <p:cNvSpPr>
            <a:spLocks noGrp="1"/>
          </p:cNvSpPr>
          <p:nvPr>
            <p:ph type="title"/>
          </p:nvPr>
        </p:nvSpPr>
        <p:spPr/>
        <p:txBody>
          <a:bodyPr/>
          <a:lstStyle/>
          <a:p>
            <a:r>
              <a:rPr lang="es-MX" dirty="0"/>
              <a:t>Ejercicio 2</a:t>
            </a:r>
            <a:endParaRPr lang="es-419" dirty="0"/>
          </a:p>
        </p:txBody>
      </p:sp>
      <p:pic>
        <p:nvPicPr>
          <p:cNvPr id="5" name="Marcador de contenido 4">
            <a:extLst>
              <a:ext uri="{FF2B5EF4-FFF2-40B4-BE49-F238E27FC236}">
                <a16:creationId xmlns:a16="http://schemas.microsoft.com/office/drawing/2014/main" id="{742C5841-8340-D497-23E5-EC6405A00440}"/>
              </a:ext>
            </a:extLst>
          </p:cNvPr>
          <p:cNvPicPr>
            <a:picLocks noGrp="1" noChangeAspect="1"/>
          </p:cNvPicPr>
          <p:nvPr>
            <p:ph idx="1"/>
          </p:nvPr>
        </p:nvPicPr>
        <p:blipFill>
          <a:blip>
            <a:extLs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a:off x="2116534" y="3216805"/>
            <a:ext cx="974193" cy="1068046"/>
          </a:xfrm>
        </p:spPr>
      </p:pic>
      <p:pic>
        <p:nvPicPr>
          <p:cNvPr id="6" name="Marcador de contenido 4">
            <a:extLst>
              <a:ext uri="{FF2B5EF4-FFF2-40B4-BE49-F238E27FC236}">
                <a16:creationId xmlns:a16="http://schemas.microsoft.com/office/drawing/2014/main" id="{53EC9020-B300-6807-D4ED-D2F9FDD90D41}"/>
              </a:ext>
            </a:extLst>
          </p:cNvPr>
          <p:cNvPicPr>
            <a:picLocks noChangeAspect="1"/>
          </p:cNvPicPr>
          <p:nvPr/>
        </p:nvPicPr>
        <p:blipFill>
          <a:blip>
            <a:extLs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a:off x="2116533" y="5121449"/>
            <a:ext cx="974193" cy="1068046"/>
          </a:xfrm>
          <a:prstGeom prst="rect">
            <a:avLst/>
          </a:prstGeom>
        </p:spPr>
      </p:pic>
      <p:cxnSp>
        <p:nvCxnSpPr>
          <p:cNvPr id="9" name="Conector: angular 8">
            <a:extLst>
              <a:ext uri="{FF2B5EF4-FFF2-40B4-BE49-F238E27FC236}">
                <a16:creationId xmlns:a16="http://schemas.microsoft.com/office/drawing/2014/main" id="{D097A1AD-EC97-54DA-5D1F-2194F1E79191}"/>
              </a:ext>
            </a:extLst>
          </p:cNvPr>
          <p:cNvCxnSpPr>
            <a:cxnSpLocks/>
            <a:stCxn id="6" idx="0"/>
            <a:endCxn id="5" idx="2"/>
          </p:cNvCxnSpPr>
          <p:nvPr/>
        </p:nvCxnSpPr>
        <p:spPr>
          <a:xfrm rot="5400000" flipH="1" flipV="1">
            <a:off x="2185331" y="4703150"/>
            <a:ext cx="836598" cy="1"/>
          </a:xfrm>
          <a:prstGeom prst="bentConnector3">
            <a:avLst/>
          </a:prstGeom>
        </p:spPr>
        <p:style>
          <a:lnRef idx="2">
            <a:schemeClr val="accent1"/>
          </a:lnRef>
          <a:fillRef idx="0">
            <a:schemeClr val="accent1"/>
          </a:fillRef>
          <a:effectRef idx="1">
            <a:schemeClr val="accent1"/>
          </a:effectRef>
          <a:fontRef idx="minor">
            <a:schemeClr val="tx1"/>
          </a:fontRef>
        </p:style>
      </p:cxnSp>
      <p:sp>
        <p:nvSpPr>
          <p:cNvPr id="16" name="CuadroTexto 15">
            <a:extLst>
              <a:ext uri="{FF2B5EF4-FFF2-40B4-BE49-F238E27FC236}">
                <a16:creationId xmlns:a16="http://schemas.microsoft.com/office/drawing/2014/main" id="{C408E4A8-FD8D-16ED-725D-4E09191F6BA5}"/>
              </a:ext>
            </a:extLst>
          </p:cNvPr>
          <p:cNvSpPr txBox="1"/>
          <p:nvPr/>
        </p:nvSpPr>
        <p:spPr>
          <a:xfrm>
            <a:off x="595086" y="2263028"/>
            <a:ext cx="1643399" cy="369332"/>
          </a:xfrm>
          <a:prstGeom prst="rect">
            <a:avLst/>
          </a:prstGeom>
          <a:noFill/>
        </p:spPr>
        <p:txBody>
          <a:bodyPr wrap="none" rtlCol="0">
            <a:spAutoFit/>
          </a:bodyPr>
          <a:lstStyle/>
          <a:p>
            <a:r>
              <a:rPr lang="es-MX" dirty="0"/>
              <a:t>Servidor Físico</a:t>
            </a:r>
            <a:endParaRPr lang="es-419" dirty="0"/>
          </a:p>
        </p:txBody>
      </p:sp>
      <p:sp>
        <p:nvSpPr>
          <p:cNvPr id="17" name="CuadroTexto 16">
            <a:extLst>
              <a:ext uri="{FF2B5EF4-FFF2-40B4-BE49-F238E27FC236}">
                <a16:creationId xmlns:a16="http://schemas.microsoft.com/office/drawing/2014/main" id="{E3E0A926-9F71-B5CB-01E6-D7E809DD0140}"/>
              </a:ext>
            </a:extLst>
          </p:cNvPr>
          <p:cNvSpPr txBox="1"/>
          <p:nvPr/>
        </p:nvSpPr>
        <p:spPr>
          <a:xfrm>
            <a:off x="767620" y="6123543"/>
            <a:ext cx="1353512" cy="369332"/>
          </a:xfrm>
          <a:prstGeom prst="rect">
            <a:avLst/>
          </a:prstGeom>
          <a:noFill/>
        </p:spPr>
        <p:txBody>
          <a:bodyPr wrap="none" rtlCol="0">
            <a:spAutoFit/>
          </a:bodyPr>
          <a:lstStyle/>
          <a:p>
            <a:r>
              <a:rPr lang="es-MX" dirty="0"/>
              <a:t>Servidor BD</a:t>
            </a:r>
            <a:endParaRPr lang="es-419" dirty="0"/>
          </a:p>
        </p:txBody>
      </p:sp>
      <p:sp>
        <p:nvSpPr>
          <p:cNvPr id="18" name="CuadroTexto 17">
            <a:extLst>
              <a:ext uri="{FF2B5EF4-FFF2-40B4-BE49-F238E27FC236}">
                <a16:creationId xmlns:a16="http://schemas.microsoft.com/office/drawing/2014/main" id="{E20D106C-5F65-454D-EC6C-57D23887210B}"/>
              </a:ext>
            </a:extLst>
          </p:cNvPr>
          <p:cNvSpPr txBox="1"/>
          <p:nvPr/>
        </p:nvSpPr>
        <p:spPr>
          <a:xfrm>
            <a:off x="8308966" y="6339081"/>
            <a:ext cx="2110129" cy="369332"/>
          </a:xfrm>
          <a:prstGeom prst="rect">
            <a:avLst/>
          </a:prstGeom>
          <a:noFill/>
        </p:spPr>
        <p:txBody>
          <a:bodyPr wrap="none" rtlCol="0">
            <a:spAutoFit/>
          </a:bodyPr>
          <a:lstStyle/>
          <a:p>
            <a:r>
              <a:rPr lang="es-MX" dirty="0"/>
              <a:t>Servidor Respaldos</a:t>
            </a:r>
            <a:endParaRPr lang="es-419" dirty="0"/>
          </a:p>
        </p:txBody>
      </p:sp>
      <p:sp>
        <p:nvSpPr>
          <p:cNvPr id="19" name="Nube 18">
            <a:extLst>
              <a:ext uri="{FF2B5EF4-FFF2-40B4-BE49-F238E27FC236}">
                <a16:creationId xmlns:a16="http://schemas.microsoft.com/office/drawing/2014/main" id="{FA9261AF-B425-2ADB-E0E5-9BF00D679FB4}"/>
              </a:ext>
            </a:extLst>
          </p:cNvPr>
          <p:cNvSpPr/>
          <p:nvPr/>
        </p:nvSpPr>
        <p:spPr>
          <a:xfrm>
            <a:off x="4771686" y="1690688"/>
            <a:ext cx="2648627" cy="811659"/>
          </a:xfrm>
          <a:prstGeom prst="cloud">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s-419"/>
          </a:p>
        </p:txBody>
      </p:sp>
      <p:cxnSp>
        <p:nvCxnSpPr>
          <p:cNvPr id="21" name="Conector: angular 20">
            <a:extLst>
              <a:ext uri="{FF2B5EF4-FFF2-40B4-BE49-F238E27FC236}">
                <a16:creationId xmlns:a16="http://schemas.microsoft.com/office/drawing/2014/main" id="{E7852446-D035-6574-9E0B-B83CB68FC468}"/>
              </a:ext>
            </a:extLst>
          </p:cNvPr>
          <p:cNvCxnSpPr>
            <a:stCxn id="19" idx="1"/>
            <a:endCxn id="5" idx="0"/>
          </p:cNvCxnSpPr>
          <p:nvPr/>
        </p:nvCxnSpPr>
        <p:spPr>
          <a:xfrm rot="5400000">
            <a:off x="3992155" y="1112960"/>
            <a:ext cx="715322" cy="3492369"/>
          </a:xfrm>
          <a:prstGeom prst="bentConnector3">
            <a:avLst/>
          </a:prstGeom>
        </p:spPr>
        <p:style>
          <a:lnRef idx="2">
            <a:schemeClr val="accent1"/>
          </a:lnRef>
          <a:fillRef idx="0">
            <a:schemeClr val="accent1"/>
          </a:fillRef>
          <a:effectRef idx="1">
            <a:schemeClr val="accent1"/>
          </a:effectRef>
          <a:fontRef idx="minor">
            <a:schemeClr val="tx1"/>
          </a:fontRef>
        </p:style>
      </p:cxnSp>
      <p:sp>
        <p:nvSpPr>
          <p:cNvPr id="23" name="CuadroTexto 22">
            <a:extLst>
              <a:ext uri="{FF2B5EF4-FFF2-40B4-BE49-F238E27FC236}">
                <a16:creationId xmlns:a16="http://schemas.microsoft.com/office/drawing/2014/main" id="{3469CD5B-453A-287F-C783-19F6B4A9A992}"/>
              </a:ext>
            </a:extLst>
          </p:cNvPr>
          <p:cNvSpPr txBox="1"/>
          <p:nvPr/>
        </p:nvSpPr>
        <p:spPr>
          <a:xfrm>
            <a:off x="837239" y="2908368"/>
            <a:ext cx="1506438" cy="369332"/>
          </a:xfrm>
          <a:prstGeom prst="rect">
            <a:avLst/>
          </a:prstGeom>
          <a:noFill/>
        </p:spPr>
        <p:txBody>
          <a:bodyPr wrap="none" rtlCol="0">
            <a:spAutoFit/>
          </a:bodyPr>
          <a:lstStyle/>
          <a:p>
            <a:r>
              <a:rPr lang="es-MX" dirty="0"/>
              <a:t>Servidor Web</a:t>
            </a:r>
            <a:endParaRPr lang="es-419" dirty="0"/>
          </a:p>
        </p:txBody>
      </p:sp>
      <p:sp>
        <p:nvSpPr>
          <p:cNvPr id="24" name="Rectángulo: esquinas redondeadas 23">
            <a:extLst>
              <a:ext uri="{FF2B5EF4-FFF2-40B4-BE49-F238E27FC236}">
                <a16:creationId xmlns:a16="http://schemas.microsoft.com/office/drawing/2014/main" id="{42FE2A02-DA92-64D7-0015-D4839D56808B}"/>
              </a:ext>
            </a:extLst>
          </p:cNvPr>
          <p:cNvSpPr/>
          <p:nvPr/>
        </p:nvSpPr>
        <p:spPr>
          <a:xfrm>
            <a:off x="649293" y="4408622"/>
            <a:ext cx="3285377" cy="2386994"/>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419"/>
          </a:p>
        </p:txBody>
      </p:sp>
      <p:sp>
        <p:nvSpPr>
          <p:cNvPr id="25" name="Rectángulo: esquinas redondeadas 24">
            <a:extLst>
              <a:ext uri="{FF2B5EF4-FFF2-40B4-BE49-F238E27FC236}">
                <a16:creationId xmlns:a16="http://schemas.microsoft.com/office/drawing/2014/main" id="{1F05CADE-6BD9-552B-3646-01E2FFC15D08}"/>
              </a:ext>
            </a:extLst>
          </p:cNvPr>
          <p:cNvSpPr/>
          <p:nvPr/>
        </p:nvSpPr>
        <p:spPr>
          <a:xfrm>
            <a:off x="4810985" y="5432595"/>
            <a:ext cx="2708917" cy="339047"/>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MX" dirty="0"/>
              <a:t>Sin salida a la red física</a:t>
            </a:r>
            <a:endParaRPr lang="es-419" dirty="0"/>
          </a:p>
        </p:txBody>
      </p:sp>
      <p:sp>
        <p:nvSpPr>
          <p:cNvPr id="26" name="Rectángulo: esquinas redondeadas 25">
            <a:extLst>
              <a:ext uri="{FF2B5EF4-FFF2-40B4-BE49-F238E27FC236}">
                <a16:creationId xmlns:a16="http://schemas.microsoft.com/office/drawing/2014/main" id="{60F95AC4-5150-9085-9ED7-25C9F8F55255}"/>
              </a:ext>
            </a:extLst>
          </p:cNvPr>
          <p:cNvSpPr/>
          <p:nvPr/>
        </p:nvSpPr>
        <p:spPr>
          <a:xfrm>
            <a:off x="4753938" y="3388421"/>
            <a:ext cx="2823009" cy="439489"/>
          </a:xfrm>
          <a:prstGeom prst="round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MX" dirty="0"/>
              <a:t>Con salida a la red física</a:t>
            </a:r>
            <a:endParaRPr lang="es-419" dirty="0"/>
          </a:p>
        </p:txBody>
      </p:sp>
      <p:sp>
        <p:nvSpPr>
          <p:cNvPr id="10" name="Rectángulo 9">
            <a:extLst>
              <a:ext uri="{FF2B5EF4-FFF2-40B4-BE49-F238E27FC236}">
                <a16:creationId xmlns:a16="http://schemas.microsoft.com/office/drawing/2014/main" id="{66E916C1-3F3B-733C-9BF8-E0495C9DBFF6}"/>
              </a:ext>
            </a:extLst>
          </p:cNvPr>
          <p:cNvSpPr/>
          <p:nvPr/>
        </p:nvSpPr>
        <p:spPr>
          <a:xfrm>
            <a:off x="8296628" y="2589088"/>
            <a:ext cx="3285377" cy="4268912"/>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419"/>
          </a:p>
        </p:txBody>
      </p:sp>
      <p:pic>
        <p:nvPicPr>
          <p:cNvPr id="12" name="Marcador de contenido 4">
            <a:extLst>
              <a:ext uri="{FF2B5EF4-FFF2-40B4-BE49-F238E27FC236}">
                <a16:creationId xmlns:a16="http://schemas.microsoft.com/office/drawing/2014/main" id="{10F7FE52-5B7F-E33A-40F8-CEC402216913}"/>
              </a:ext>
            </a:extLst>
          </p:cNvPr>
          <p:cNvPicPr>
            <a:picLocks noChangeAspect="1"/>
          </p:cNvPicPr>
          <p:nvPr/>
        </p:nvPicPr>
        <p:blipFill>
          <a:blip>
            <a:extLs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a:off x="9776207" y="3216805"/>
            <a:ext cx="974193" cy="1068046"/>
          </a:xfrm>
          <a:prstGeom prst="rect">
            <a:avLst/>
          </a:prstGeom>
        </p:spPr>
      </p:pic>
      <p:pic>
        <p:nvPicPr>
          <p:cNvPr id="13" name="Marcador de contenido 4">
            <a:extLst>
              <a:ext uri="{FF2B5EF4-FFF2-40B4-BE49-F238E27FC236}">
                <a16:creationId xmlns:a16="http://schemas.microsoft.com/office/drawing/2014/main" id="{B662FF2C-30F4-80C0-BFB6-A6CAB1ED5A58}"/>
              </a:ext>
            </a:extLst>
          </p:cNvPr>
          <p:cNvPicPr>
            <a:picLocks noChangeAspect="1"/>
          </p:cNvPicPr>
          <p:nvPr/>
        </p:nvPicPr>
        <p:blipFill>
          <a:blip>
            <a:extLs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a:off x="9776206" y="5121449"/>
            <a:ext cx="974193" cy="1068046"/>
          </a:xfrm>
          <a:prstGeom prst="rect">
            <a:avLst/>
          </a:prstGeom>
        </p:spPr>
      </p:pic>
      <p:cxnSp>
        <p:nvCxnSpPr>
          <p:cNvPr id="14" name="Conector: angular 13">
            <a:extLst>
              <a:ext uri="{FF2B5EF4-FFF2-40B4-BE49-F238E27FC236}">
                <a16:creationId xmlns:a16="http://schemas.microsoft.com/office/drawing/2014/main" id="{3825752A-6F15-887C-3BFE-B27E9E009E7B}"/>
              </a:ext>
            </a:extLst>
          </p:cNvPr>
          <p:cNvCxnSpPr>
            <a:cxnSpLocks/>
            <a:stCxn id="13" idx="0"/>
            <a:endCxn id="12" idx="2"/>
          </p:cNvCxnSpPr>
          <p:nvPr/>
        </p:nvCxnSpPr>
        <p:spPr>
          <a:xfrm rot="5400000" flipH="1" flipV="1">
            <a:off x="9845004" y="4703150"/>
            <a:ext cx="836598" cy="1"/>
          </a:xfrm>
          <a:prstGeom prst="bentConnector3">
            <a:avLst/>
          </a:prstGeom>
        </p:spPr>
        <p:style>
          <a:lnRef idx="2">
            <a:schemeClr val="accent1"/>
          </a:lnRef>
          <a:fillRef idx="0">
            <a:schemeClr val="accent1"/>
          </a:fillRef>
          <a:effectRef idx="1">
            <a:schemeClr val="accent1"/>
          </a:effectRef>
          <a:fontRef idx="minor">
            <a:schemeClr val="tx1"/>
          </a:fontRef>
        </p:style>
      </p:cxnSp>
      <p:sp>
        <p:nvSpPr>
          <p:cNvPr id="15" name="CuadroTexto 14">
            <a:extLst>
              <a:ext uri="{FF2B5EF4-FFF2-40B4-BE49-F238E27FC236}">
                <a16:creationId xmlns:a16="http://schemas.microsoft.com/office/drawing/2014/main" id="{CD5C74F8-7BA4-5E9D-39AB-D35602D126DB}"/>
              </a:ext>
            </a:extLst>
          </p:cNvPr>
          <p:cNvSpPr txBox="1"/>
          <p:nvPr/>
        </p:nvSpPr>
        <p:spPr>
          <a:xfrm>
            <a:off x="8254759" y="2263028"/>
            <a:ext cx="1643399" cy="369332"/>
          </a:xfrm>
          <a:prstGeom prst="rect">
            <a:avLst/>
          </a:prstGeom>
          <a:noFill/>
        </p:spPr>
        <p:txBody>
          <a:bodyPr wrap="none" rtlCol="0">
            <a:spAutoFit/>
          </a:bodyPr>
          <a:lstStyle/>
          <a:p>
            <a:r>
              <a:rPr lang="es-MX" dirty="0"/>
              <a:t>Servidor Físico</a:t>
            </a:r>
            <a:endParaRPr lang="es-419" dirty="0"/>
          </a:p>
        </p:txBody>
      </p:sp>
      <p:sp>
        <p:nvSpPr>
          <p:cNvPr id="27" name="CuadroTexto 26">
            <a:extLst>
              <a:ext uri="{FF2B5EF4-FFF2-40B4-BE49-F238E27FC236}">
                <a16:creationId xmlns:a16="http://schemas.microsoft.com/office/drawing/2014/main" id="{86385219-5188-591E-540C-EB4B46F1E8C2}"/>
              </a:ext>
            </a:extLst>
          </p:cNvPr>
          <p:cNvSpPr txBox="1"/>
          <p:nvPr/>
        </p:nvSpPr>
        <p:spPr>
          <a:xfrm>
            <a:off x="8192439" y="3776453"/>
            <a:ext cx="1909177" cy="369332"/>
          </a:xfrm>
          <a:prstGeom prst="rect">
            <a:avLst/>
          </a:prstGeom>
          <a:noFill/>
        </p:spPr>
        <p:txBody>
          <a:bodyPr wrap="none" rtlCol="0">
            <a:spAutoFit/>
          </a:bodyPr>
          <a:lstStyle/>
          <a:p>
            <a:r>
              <a:rPr lang="es-MX" dirty="0"/>
              <a:t>Servidor Archivos</a:t>
            </a:r>
            <a:endParaRPr lang="es-419" dirty="0"/>
          </a:p>
        </p:txBody>
      </p:sp>
      <p:sp>
        <p:nvSpPr>
          <p:cNvPr id="28" name="Rectángulo: esquinas redondeadas 27">
            <a:extLst>
              <a:ext uri="{FF2B5EF4-FFF2-40B4-BE49-F238E27FC236}">
                <a16:creationId xmlns:a16="http://schemas.microsoft.com/office/drawing/2014/main" id="{454DCE9F-409B-598E-7E31-586C599C9DCE}"/>
              </a:ext>
            </a:extLst>
          </p:cNvPr>
          <p:cNvSpPr/>
          <p:nvPr/>
        </p:nvSpPr>
        <p:spPr>
          <a:xfrm>
            <a:off x="8284290" y="4471006"/>
            <a:ext cx="3285377" cy="2386994"/>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419"/>
          </a:p>
        </p:txBody>
      </p:sp>
      <p:cxnSp>
        <p:nvCxnSpPr>
          <p:cNvPr id="30" name="Conector: angular 29">
            <a:extLst>
              <a:ext uri="{FF2B5EF4-FFF2-40B4-BE49-F238E27FC236}">
                <a16:creationId xmlns:a16="http://schemas.microsoft.com/office/drawing/2014/main" id="{6A6C3755-EE24-D3AA-F97B-3C6106A574DA}"/>
              </a:ext>
            </a:extLst>
          </p:cNvPr>
          <p:cNvCxnSpPr>
            <a:cxnSpLocks/>
            <a:stCxn id="19" idx="1"/>
            <a:endCxn id="12" idx="0"/>
          </p:cNvCxnSpPr>
          <p:nvPr/>
        </p:nvCxnSpPr>
        <p:spPr>
          <a:xfrm rot="16200000" flipH="1">
            <a:off x="7821991" y="775492"/>
            <a:ext cx="715322" cy="4167304"/>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16067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1092F6-5A37-A817-C07D-C6329B2335B2}"/>
              </a:ext>
            </a:extLst>
          </p:cNvPr>
          <p:cNvSpPr>
            <a:spLocks noGrp="1"/>
          </p:cNvSpPr>
          <p:nvPr>
            <p:ph type="title"/>
          </p:nvPr>
        </p:nvSpPr>
        <p:spPr/>
        <p:txBody>
          <a:bodyPr/>
          <a:lstStyle/>
          <a:p>
            <a:r>
              <a:rPr lang="es-MX" dirty="0"/>
              <a:t>Red de 3 capas tradicional DC</a:t>
            </a:r>
            <a:endParaRPr lang="es-419" dirty="0"/>
          </a:p>
        </p:txBody>
      </p:sp>
      <p:pic>
        <p:nvPicPr>
          <p:cNvPr id="2050" name="Picture 2">
            <a:extLst>
              <a:ext uri="{FF2B5EF4-FFF2-40B4-BE49-F238E27FC236}">
                <a16:creationId xmlns:a16="http://schemas.microsoft.com/office/drawing/2014/main" id="{2AE15EA7-6967-4AFC-6F26-4D128DF194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926865"/>
            <a:ext cx="10515600" cy="4696420"/>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D2E123A3-5029-93E1-2B9B-34976C2B4EDF}"/>
              </a:ext>
            </a:extLst>
          </p:cNvPr>
          <p:cNvSpPr/>
          <p:nvPr/>
        </p:nvSpPr>
        <p:spPr>
          <a:xfrm>
            <a:off x="838200" y="5881255"/>
            <a:ext cx="512618" cy="742030"/>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419"/>
          </a:p>
        </p:txBody>
      </p:sp>
      <p:sp>
        <p:nvSpPr>
          <p:cNvPr id="5" name="Rectángulo 4">
            <a:extLst>
              <a:ext uri="{FF2B5EF4-FFF2-40B4-BE49-F238E27FC236}">
                <a16:creationId xmlns:a16="http://schemas.microsoft.com/office/drawing/2014/main" id="{63AAC543-8BD9-CA65-A266-465DB7DBB06A}"/>
              </a:ext>
            </a:extLst>
          </p:cNvPr>
          <p:cNvSpPr/>
          <p:nvPr/>
        </p:nvSpPr>
        <p:spPr>
          <a:xfrm>
            <a:off x="2019300" y="5881255"/>
            <a:ext cx="512618" cy="742030"/>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419"/>
          </a:p>
        </p:txBody>
      </p:sp>
      <p:sp>
        <p:nvSpPr>
          <p:cNvPr id="6" name="Rectángulo 5">
            <a:extLst>
              <a:ext uri="{FF2B5EF4-FFF2-40B4-BE49-F238E27FC236}">
                <a16:creationId xmlns:a16="http://schemas.microsoft.com/office/drawing/2014/main" id="{75852970-E006-ECA8-6089-7F5D5B2EC565}"/>
              </a:ext>
            </a:extLst>
          </p:cNvPr>
          <p:cNvSpPr/>
          <p:nvPr/>
        </p:nvSpPr>
        <p:spPr>
          <a:xfrm>
            <a:off x="9154391" y="5881255"/>
            <a:ext cx="512618" cy="742030"/>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419"/>
          </a:p>
        </p:txBody>
      </p:sp>
      <p:sp>
        <p:nvSpPr>
          <p:cNvPr id="7" name="Rectángulo 6">
            <a:extLst>
              <a:ext uri="{FF2B5EF4-FFF2-40B4-BE49-F238E27FC236}">
                <a16:creationId xmlns:a16="http://schemas.microsoft.com/office/drawing/2014/main" id="{0504A15F-8E73-CFA0-3B43-2A2420D545EB}"/>
              </a:ext>
            </a:extLst>
          </p:cNvPr>
          <p:cNvSpPr/>
          <p:nvPr/>
        </p:nvSpPr>
        <p:spPr>
          <a:xfrm>
            <a:off x="5597236" y="5881255"/>
            <a:ext cx="512618" cy="742030"/>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419"/>
          </a:p>
        </p:txBody>
      </p:sp>
      <p:sp>
        <p:nvSpPr>
          <p:cNvPr id="8" name="Rectángulo 7">
            <a:extLst>
              <a:ext uri="{FF2B5EF4-FFF2-40B4-BE49-F238E27FC236}">
                <a16:creationId xmlns:a16="http://schemas.microsoft.com/office/drawing/2014/main" id="{9C51EC93-678A-E8C1-5A70-74972D7B869B}"/>
              </a:ext>
            </a:extLst>
          </p:cNvPr>
          <p:cNvSpPr/>
          <p:nvPr/>
        </p:nvSpPr>
        <p:spPr>
          <a:xfrm>
            <a:off x="1350818" y="5881255"/>
            <a:ext cx="512618" cy="742030"/>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419"/>
          </a:p>
        </p:txBody>
      </p:sp>
      <p:sp>
        <p:nvSpPr>
          <p:cNvPr id="10" name="Rectángulo 9">
            <a:extLst>
              <a:ext uri="{FF2B5EF4-FFF2-40B4-BE49-F238E27FC236}">
                <a16:creationId xmlns:a16="http://schemas.microsoft.com/office/drawing/2014/main" id="{F8782ACB-866F-30DB-1E65-E852F49F84C8}"/>
              </a:ext>
            </a:extLst>
          </p:cNvPr>
          <p:cNvSpPr/>
          <p:nvPr/>
        </p:nvSpPr>
        <p:spPr>
          <a:xfrm>
            <a:off x="3205595" y="5881255"/>
            <a:ext cx="512618" cy="742030"/>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419"/>
          </a:p>
        </p:txBody>
      </p:sp>
      <p:sp>
        <p:nvSpPr>
          <p:cNvPr id="11" name="Rectángulo 10">
            <a:extLst>
              <a:ext uri="{FF2B5EF4-FFF2-40B4-BE49-F238E27FC236}">
                <a16:creationId xmlns:a16="http://schemas.microsoft.com/office/drawing/2014/main" id="{81C4A828-A1D0-A088-593A-7F52EE4C09E7}"/>
              </a:ext>
            </a:extLst>
          </p:cNvPr>
          <p:cNvSpPr/>
          <p:nvPr/>
        </p:nvSpPr>
        <p:spPr>
          <a:xfrm>
            <a:off x="6096000" y="5881255"/>
            <a:ext cx="512618" cy="742030"/>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419"/>
          </a:p>
        </p:txBody>
      </p:sp>
      <p:sp>
        <p:nvSpPr>
          <p:cNvPr id="12" name="Rectángulo 11">
            <a:extLst>
              <a:ext uri="{FF2B5EF4-FFF2-40B4-BE49-F238E27FC236}">
                <a16:creationId xmlns:a16="http://schemas.microsoft.com/office/drawing/2014/main" id="{87DC22A7-F29D-5BAD-3215-C43A477F2B2A}"/>
              </a:ext>
            </a:extLst>
          </p:cNvPr>
          <p:cNvSpPr/>
          <p:nvPr/>
        </p:nvSpPr>
        <p:spPr>
          <a:xfrm>
            <a:off x="8475518" y="5881255"/>
            <a:ext cx="512618" cy="742030"/>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419"/>
          </a:p>
        </p:txBody>
      </p:sp>
      <p:sp>
        <p:nvSpPr>
          <p:cNvPr id="13" name="Rectángulo 12">
            <a:extLst>
              <a:ext uri="{FF2B5EF4-FFF2-40B4-BE49-F238E27FC236}">
                <a16:creationId xmlns:a16="http://schemas.microsoft.com/office/drawing/2014/main" id="{C56E6B0C-8512-A6FC-D40F-49E2A0ADF49A}"/>
              </a:ext>
            </a:extLst>
          </p:cNvPr>
          <p:cNvSpPr/>
          <p:nvPr/>
        </p:nvSpPr>
        <p:spPr>
          <a:xfrm>
            <a:off x="2518064" y="5881255"/>
            <a:ext cx="512618" cy="742030"/>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419"/>
          </a:p>
        </p:txBody>
      </p:sp>
      <p:sp>
        <p:nvSpPr>
          <p:cNvPr id="14" name="Rectángulo 13">
            <a:extLst>
              <a:ext uri="{FF2B5EF4-FFF2-40B4-BE49-F238E27FC236}">
                <a16:creationId xmlns:a16="http://schemas.microsoft.com/office/drawing/2014/main" id="{548F5F2B-18E0-6805-D7ED-4C232C55AE64}"/>
              </a:ext>
            </a:extLst>
          </p:cNvPr>
          <p:cNvSpPr/>
          <p:nvPr/>
        </p:nvSpPr>
        <p:spPr>
          <a:xfrm>
            <a:off x="3683578" y="5881255"/>
            <a:ext cx="512618" cy="742030"/>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419"/>
          </a:p>
        </p:txBody>
      </p:sp>
      <p:sp>
        <p:nvSpPr>
          <p:cNvPr id="15" name="Rectángulo 14">
            <a:extLst>
              <a:ext uri="{FF2B5EF4-FFF2-40B4-BE49-F238E27FC236}">
                <a16:creationId xmlns:a16="http://schemas.microsoft.com/office/drawing/2014/main" id="{08E60D94-5148-702A-EC45-CD7113C43366}"/>
              </a:ext>
            </a:extLst>
          </p:cNvPr>
          <p:cNvSpPr/>
          <p:nvPr/>
        </p:nvSpPr>
        <p:spPr>
          <a:xfrm>
            <a:off x="4365913" y="5881255"/>
            <a:ext cx="1065067" cy="742030"/>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419"/>
          </a:p>
        </p:txBody>
      </p:sp>
      <p:sp>
        <p:nvSpPr>
          <p:cNvPr id="16" name="Rectángulo 15">
            <a:extLst>
              <a:ext uri="{FF2B5EF4-FFF2-40B4-BE49-F238E27FC236}">
                <a16:creationId xmlns:a16="http://schemas.microsoft.com/office/drawing/2014/main" id="{A99300ED-B67E-F8A6-4411-900FFE609F51}"/>
              </a:ext>
            </a:extLst>
          </p:cNvPr>
          <p:cNvSpPr/>
          <p:nvPr/>
        </p:nvSpPr>
        <p:spPr>
          <a:xfrm>
            <a:off x="6786995" y="5881255"/>
            <a:ext cx="512618" cy="742030"/>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419"/>
          </a:p>
        </p:txBody>
      </p:sp>
      <p:sp>
        <p:nvSpPr>
          <p:cNvPr id="17" name="Rectángulo 16">
            <a:extLst>
              <a:ext uri="{FF2B5EF4-FFF2-40B4-BE49-F238E27FC236}">
                <a16:creationId xmlns:a16="http://schemas.microsoft.com/office/drawing/2014/main" id="{161DAA54-7D2B-6880-1E0F-EE32445F34AE}"/>
              </a:ext>
            </a:extLst>
          </p:cNvPr>
          <p:cNvSpPr/>
          <p:nvPr/>
        </p:nvSpPr>
        <p:spPr>
          <a:xfrm>
            <a:off x="9651423" y="5881255"/>
            <a:ext cx="512618" cy="742030"/>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419"/>
          </a:p>
        </p:txBody>
      </p:sp>
      <p:sp>
        <p:nvSpPr>
          <p:cNvPr id="18" name="Rectángulo 17">
            <a:extLst>
              <a:ext uri="{FF2B5EF4-FFF2-40B4-BE49-F238E27FC236}">
                <a16:creationId xmlns:a16="http://schemas.microsoft.com/office/drawing/2014/main" id="{D82665C0-A58A-7AC3-33BD-CB173C34B13A}"/>
              </a:ext>
            </a:extLst>
          </p:cNvPr>
          <p:cNvSpPr/>
          <p:nvPr/>
        </p:nvSpPr>
        <p:spPr>
          <a:xfrm>
            <a:off x="7299613" y="5881255"/>
            <a:ext cx="512618" cy="74203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419"/>
          </a:p>
        </p:txBody>
      </p:sp>
      <p:sp>
        <p:nvSpPr>
          <p:cNvPr id="19" name="Rectángulo 18">
            <a:extLst>
              <a:ext uri="{FF2B5EF4-FFF2-40B4-BE49-F238E27FC236}">
                <a16:creationId xmlns:a16="http://schemas.microsoft.com/office/drawing/2014/main" id="{57CB8EBF-C65C-EAA5-4A27-8969355820A8}"/>
              </a:ext>
            </a:extLst>
          </p:cNvPr>
          <p:cNvSpPr/>
          <p:nvPr/>
        </p:nvSpPr>
        <p:spPr>
          <a:xfrm>
            <a:off x="7970693" y="5881255"/>
            <a:ext cx="512618" cy="74203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419"/>
          </a:p>
        </p:txBody>
      </p:sp>
      <p:grpSp>
        <p:nvGrpSpPr>
          <p:cNvPr id="29" name="Grupo 28">
            <a:extLst>
              <a:ext uri="{FF2B5EF4-FFF2-40B4-BE49-F238E27FC236}">
                <a16:creationId xmlns:a16="http://schemas.microsoft.com/office/drawing/2014/main" id="{0D8A0764-CA70-AC10-9910-C2F3BCFC1FB5}"/>
              </a:ext>
            </a:extLst>
          </p:cNvPr>
          <p:cNvGrpSpPr/>
          <p:nvPr/>
        </p:nvGrpSpPr>
        <p:grpSpPr>
          <a:xfrm>
            <a:off x="1111827" y="2618509"/>
            <a:ext cx="6847609" cy="3262746"/>
            <a:chOff x="1111827" y="2618509"/>
            <a:chExt cx="6847609" cy="3262746"/>
          </a:xfrm>
        </p:grpSpPr>
        <p:grpSp>
          <p:nvGrpSpPr>
            <p:cNvPr id="27" name="Grupo 26">
              <a:extLst>
                <a:ext uri="{FF2B5EF4-FFF2-40B4-BE49-F238E27FC236}">
                  <a16:creationId xmlns:a16="http://schemas.microsoft.com/office/drawing/2014/main" id="{75D482B0-87AD-FEF7-AAC2-81AE900FC42B}"/>
                </a:ext>
              </a:extLst>
            </p:cNvPr>
            <p:cNvGrpSpPr/>
            <p:nvPr/>
          </p:nvGrpSpPr>
          <p:grpSpPr>
            <a:xfrm>
              <a:off x="1111827" y="2618509"/>
              <a:ext cx="6847609" cy="3262746"/>
              <a:chOff x="1111827" y="2618509"/>
              <a:chExt cx="6847609" cy="3262746"/>
            </a:xfrm>
          </p:grpSpPr>
          <p:sp>
            <p:nvSpPr>
              <p:cNvPr id="20" name="Forma libre: forma 19">
                <a:extLst>
                  <a:ext uri="{FF2B5EF4-FFF2-40B4-BE49-F238E27FC236}">
                    <a16:creationId xmlns:a16="http://schemas.microsoft.com/office/drawing/2014/main" id="{7B55E4C3-344A-7B7D-24A8-FE69E7479AF1}"/>
                  </a:ext>
                </a:extLst>
              </p:cNvPr>
              <p:cNvSpPr/>
              <p:nvPr/>
            </p:nvSpPr>
            <p:spPr>
              <a:xfrm>
                <a:off x="1111827" y="2628900"/>
                <a:ext cx="2047009" cy="3252355"/>
              </a:xfrm>
              <a:custGeom>
                <a:avLst/>
                <a:gdLst>
                  <a:gd name="connsiteX0" fmla="*/ 0 w 2047009"/>
                  <a:gd name="connsiteY0" fmla="*/ 3252355 h 3252355"/>
                  <a:gd name="connsiteX1" fmla="*/ 20782 w 2047009"/>
                  <a:gd name="connsiteY1" fmla="*/ 3200400 h 3252355"/>
                  <a:gd name="connsiteX2" fmla="*/ 31173 w 2047009"/>
                  <a:gd name="connsiteY2" fmla="*/ 3169227 h 3252355"/>
                  <a:gd name="connsiteX3" fmla="*/ 51955 w 2047009"/>
                  <a:gd name="connsiteY3" fmla="*/ 3138055 h 3252355"/>
                  <a:gd name="connsiteX4" fmla="*/ 83128 w 2047009"/>
                  <a:gd name="connsiteY4" fmla="*/ 3054927 h 3252355"/>
                  <a:gd name="connsiteX5" fmla="*/ 114300 w 2047009"/>
                  <a:gd name="connsiteY5" fmla="*/ 3013364 h 3252355"/>
                  <a:gd name="connsiteX6" fmla="*/ 145473 w 2047009"/>
                  <a:gd name="connsiteY6" fmla="*/ 2951018 h 3252355"/>
                  <a:gd name="connsiteX7" fmla="*/ 187037 w 2047009"/>
                  <a:gd name="connsiteY7" fmla="*/ 2888673 h 3252355"/>
                  <a:gd name="connsiteX8" fmla="*/ 197428 w 2047009"/>
                  <a:gd name="connsiteY8" fmla="*/ 2857500 h 3252355"/>
                  <a:gd name="connsiteX9" fmla="*/ 218209 w 2047009"/>
                  <a:gd name="connsiteY9" fmla="*/ 2815936 h 3252355"/>
                  <a:gd name="connsiteX10" fmla="*/ 238991 w 2047009"/>
                  <a:gd name="connsiteY10" fmla="*/ 2701636 h 3252355"/>
                  <a:gd name="connsiteX11" fmla="*/ 259773 w 2047009"/>
                  <a:gd name="connsiteY11" fmla="*/ 2618509 h 3252355"/>
                  <a:gd name="connsiteX12" fmla="*/ 270164 w 2047009"/>
                  <a:gd name="connsiteY12" fmla="*/ 2566555 h 3252355"/>
                  <a:gd name="connsiteX13" fmla="*/ 280555 w 2047009"/>
                  <a:gd name="connsiteY13" fmla="*/ 2452255 h 3252355"/>
                  <a:gd name="connsiteX14" fmla="*/ 290946 w 2047009"/>
                  <a:gd name="connsiteY14" fmla="*/ 2410691 h 3252355"/>
                  <a:gd name="connsiteX15" fmla="*/ 301337 w 2047009"/>
                  <a:gd name="connsiteY15" fmla="*/ 2358736 h 3252355"/>
                  <a:gd name="connsiteX16" fmla="*/ 301337 w 2047009"/>
                  <a:gd name="connsiteY16" fmla="*/ 1724891 h 3252355"/>
                  <a:gd name="connsiteX17" fmla="*/ 290946 w 2047009"/>
                  <a:gd name="connsiteY17" fmla="*/ 1662545 h 3252355"/>
                  <a:gd name="connsiteX18" fmla="*/ 280555 w 2047009"/>
                  <a:gd name="connsiteY18" fmla="*/ 1548245 h 3252355"/>
                  <a:gd name="connsiteX19" fmla="*/ 290946 w 2047009"/>
                  <a:gd name="connsiteY19" fmla="*/ 1174173 h 3252355"/>
                  <a:gd name="connsiteX20" fmla="*/ 332509 w 2047009"/>
                  <a:gd name="connsiteY20" fmla="*/ 1018309 h 3252355"/>
                  <a:gd name="connsiteX21" fmla="*/ 353291 w 2047009"/>
                  <a:gd name="connsiteY21" fmla="*/ 945573 h 3252355"/>
                  <a:gd name="connsiteX22" fmla="*/ 363682 w 2047009"/>
                  <a:gd name="connsiteY22" fmla="*/ 893618 h 3252355"/>
                  <a:gd name="connsiteX23" fmla="*/ 384464 w 2047009"/>
                  <a:gd name="connsiteY23" fmla="*/ 862445 h 3252355"/>
                  <a:gd name="connsiteX24" fmla="*/ 415637 w 2047009"/>
                  <a:gd name="connsiteY24" fmla="*/ 789709 h 3252355"/>
                  <a:gd name="connsiteX25" fmla="*/ 498764 w 2047009"/>
                  <a:gd name="connsiteY25" fmla="*/ 675409 h 3252355"/>
                  <a:gd name="connsiteX26" fmla="*/ 529937 w 2047009"/>
                  <a:gd name="connsiteY26" fmla="*/ 644236 h 3252355"/>
                  <a:gd name="connsiteX27" fmla="*/ 613064 w 2047009"/>
                  <a:gd name="connsiteY27" fmla="*/ 561109 h 3252355"/>
                  <a:gd name="connsiteX28" fmla="*/ 748146 w 2047009"/>
                  <a:gd name="connsiteY28" fmla="*/ 509155 h 3252355"/>
                  <a:gd name="connsiteX29" fmla="*/ 789709 w 2047009"/>
                  <a:gd name="connsiteY29" fmla="*/ 488373 h 3252355"/>
                  <a:gd name="connsiteX30" fmla="*/ 935182 w 2047009"/>
                  <a:gd name="connsiteY30" fmla="*/ 446809 h 3252355"/>
                  <a:gd name="connsiteX31" fmla="*/ 1007918 w 2047009"/>
                  <a:gd name="connsiteY31" fmla="*/ 405245 h 3252355"/>
                  <a:gd name="connsiteX32" fmla="*/ 1080655 w 2047009"/>
                  <a:gd name="connsiteY32" fmla="*/ 384464 h 3252355"/>
                  <a:gd name="connsiteX33" fmla="*/ 1267691 w 2047009"/>
                  <a:gd name="connsiteY33" fmla="*/ 290945 h 3252355"/>
                  <a:gd name="connsiteX34" fmla="*/ 1309255 w 2047009"/>
                  <a:gd name="connsiteY34" fmla="*/ 280555 h 3252355"/>
                  <a:gd name="connsiteX35" fmla="*/ 1371600 w 2047009"/>
                  <a:gd name="connsiteY35" fmla="*/ 259773 h 3252355"/>
                  <a:gd name="connsiteX36" fmla="*/ 1454728 w 2047009"/>
                  <a:gd name="connsiteY36" fmla="*/ 249382 h 3252355"/>
                  <a:gd name="connsiteX37" fmla="*/ 1558637 w 2047009"/>
                  <a:gd name="connsiteY37" fmla="*/ 228600 h 3252355"/>
                  <a:gd name="connsiteX38" fmla="*/ 1704109 w 2047009"/>
                  <a:gd name="connsiteY38" fmla="*/ 207818 h 3252355"/>
                  <a:gd name="connsiteX39" fmla="*/ 1745673 w 2047009"/>
                  <a:gd name="connsiteY39" fmla="*/ 197427 h 3252355"/>
                  <a:gd name="connsiteX40" fmla="*/ 1797628 w 2047009"/>
                  <a:gd name="connsiteY40" fmla="*/ 187036 h 3252355"/>
                  <a:gd name="connsiteX41" fmla="*/ 1880755 w 2047009"/>
                  <a:gd name="connsiteY41" fmla="*/ 166255 h 3252355"/>
                  <a:gd name="connsiteX42" fmla="*/ 2005446 w 2047009"/>
                  <a:gd name="connsiteY42" fmla="*/ 51955 h 3252355"/>
                  <a:gd name="connsiteX43" fmla="*/ 2047009 w 2047009"/>
                  <a:gd name="connsiteY43" fmla="*/ 0 h 3252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047009" h="3252355">
                    <a:moveTo>
                      <a:pt x="0" y="3252355"/>
                    </a:moveTo>
                    <a:cubicBezTo>
                      <a:pt x="6927" y="3235037"/>
                      <a:pt x="14233" y="3217865"/>
                      <a:pt x="20782" y="3200400"/>
                    </a:cubicBezTo>
                    <a:cubicBezTo>
                      <a:pt x="24628" y="3190144"/>
                      <a:pt x="26275" y="3179024"/>
                      <a:pt x="31173" y="3169227"/>
                    </a:cubicBezTo>
                    <a:cubicBezTo>
                      <a:pt x="36758" y="3158057"/>
                      <a:pt x="45028" y="3148446"/>
                      <a:pt x="51955" y="3138055"/>
                    </a:cubicBezTo>
                    <a:cubicBezTo>
                      <a:pt x="59732" y="3114723"/>
                      <a:pt x="72774" y="3073565"/>
                      <a:pt x="83128" y="3054927"/>
                    </a:cubicBezTo>
                    <a:cubicBezTo>
                      <a:pt x="91538" y="3039788"/>
                      <a:pt x="103909" y="3027218"/>
                      <a:pt x="114300" y="3013364"/>
                    </a:cubicBezTo>
                    <a:cubicBezTo>
                      <a:pt x="140418" y="2935010"/>
                      <a:pt x="105186" y="3031591"/>
                      <a:pt x="145473" y="2951018"/>
                    </a:cubicBezTo>
                    <a:cubicBezTo>
                      <a:pt x="175548" y="2890867"/>
                      <a:pt x="127944" y="2947764"/>
                      <a:pt x="187037" y="2888673"/>
                    </a:cubicBezTo>
                    <a:cubicBezTo>
                      <a:pt x="190501" y="2878282"/>
                      <a:pt x="193113" y="2867568"/>
                      <a:pt x="197428" y="2857500"/>
                    </a:cubicBezTo>
                    <a:cubicBezTo>
                      <a:pt x="203530" y="2843263"/>
                      <a:pt x="212770" y="2830440"/>
                      <a:pt x="218209" y="2815936"/>
                    </a:cubicBezTo>
                    <a:cubicBezTo>
                      <a:pt x="231412" y="2780728"/>
                      <a:pt x="231946" y="2736862"/>
                      <a:pt x="238991" y="2701636"/>
                    </a:cubicBezTo>
                    <a:cubicBezTo>
                      <a:pt x="244592" y="2673629"/>
                      <a:pt x="254171" y="2646516"/>
                      <a:pt x="259773" y="2618509"/>
                    </a:cubicBezTo>
                    <a:lnTo>
                      <a:pt x="270164" y="2566555"/>
                    </a:lnTo>
                    <a:cubicBezTo>
                      <a:pt x="273628" y="2528455"/>
                      <a:pt x="275499" y="2490177"/>
                      <a:pt x="280555" y="2452255"/>
                    </a:cubicBezTo>
                    <a:cubicBezTo>
                      <a:pt x="282442" y="2438099"/>
                      <a:pt x="287848" y="2424632"/>
                      <a:pt x="290946" y="2410691"/>
                    </a:cubicBezTo>
                    <a:cubicBezTo>
                      <a:pt x="294777" y="2393450"/>
                      <a:pt x="297873" y="2376054"/>
                      <a:pt x="301337" y="2358736"/>
                    </a:cubicBezTo>
                    <a:cubicBezTo>
                      <a:pt x="326020" y="2087220"/>
                      <a:pt x="318786" y="2213462"/>
                      <a:pt x="301337" y="1724891"/>
                    </a:cubicBezTo>
                    <a:cubicBezTo>
                      <a:pt x="300585" y="1703836"/>
                      <a:pt x="293408" y="1683469"/>
                      <a:pt x="290946" y="1662545"/>
                    </a:cubicBezTo>
                    <a:cubicBezTo>
                      <a:pt x="286476" y="1624550"/>
                      <a:pt x="284019" y="1586345"/>
                      <a:pt x="280555" y="1548245"/>
                    </a:cubicBezTo>
                    <a:cubicBezTo>
                      <a:pt x="284019" y="1423554"/>
                      <a:pt x="280587" y="1298481"/>
                      <a:pt x="290946" y="1174173"/>
                    </a:cubicBezTo>
                    <a:cubicBezTo>
                      <a:pt x="297150" y="1099728"/>
                      <a:pt x="315632" y="1074564"/>
                      <a:pt x="332509" y="1018309"/>
                    </a:cubicBezTo>
                    <a:cubicBezTo>
                      <a:pt x="339755" y="994157"/>
                      <a:pt x="347175" y="970036"/>
                      <a:pt x="353291" y="945573"/>
                    </a:cubicBezTo>
                    <a:cubicBezTo>
                      <a:pt x="357575" y="928439"/>
                      <a:pt x="357481" y="910155"/>
                      <a:pt x="363682" y="893618"/>
                    </a:cubicBezTo>
                    <a:cubicBezTo>
                      <a:pt x="368067" y="881925"/>
                      <a:pt x="378879" y="873615"/>
                      <a:pt x="384464" y="862445"/>
                    </a:cubicBezTo>
                    <a:cubicBezTo>
                      <a:pt x="396261" y="838852"/>
                      <a:pt x="403131" y="812934"/>
                      <a:pt x="415637" y="789709"/>
                    </a:cubicBezTo>
                    <a:cubicBezTo>
                      <a:pt x="432914" y="757624"/>
                      <a:pt x="474087" y="703611"/>
                      <a:pt x="498764" y="675409"/>
                    </a:cubicBezTo>
                    <a:cubicBezTo>
                      <a:pt x="508441" y="664350"/>
                      <a:pt x="520529" y="655525"/>
                      <a:pt x="529937" y="644236"/>
                    </a:cubicBezTo>
                    <a:cubicBezTo>
                      <a:pt x="578341" y="586151"/>
                      <a:pt x="513792" y="630600"/>
                      <a:pt x="613064" y="561109"/>
                    </a:cubicBezTo>
                    <a:cubicBezTo>
                      <a:pt x="647319" y="537131"/>
                      <a:pt x="717783" y="520833"/>
                      <a:pt x="748146" y="509155"/>
                    </a:cubicBezTo>
                    <a:cubicBezTo>
                      <a:pt x="762603" y="503595"/>
                      <a:pt x="775014" y="493271"/>
                      <a:pt x="789709" y="488373"/>
                    </a:cubicBezTo>
                    <a:cubicBezTo>
                      <a:pt x="837552" y="472425"/>
                      <a:pt x="886691" y="460664"/>
                      <a:pt x="935182" y="446809"/>
                    </a:cubicBezTo>
                    <a:cubicBezTo>
                      <a:pt x="959427" y="432954"/>
                      <a:pt x="982941" y="417733"/>
                      <a:pt x="1007918" y="405245"/>
                    </a:cubicBezTo>
                    <a:cubicBezTo>
                      <a:pt x="1022820" y="397794"/>
                      <a:pt x="1067346" y="387791"/>
                      <a:pt x="1080655" y="384464"/>
                    </a:cubicBezTo>
                    <a:cubicBezTo>
                      <a:pt x="1157850" y="341578"/>
                      <a:pt x="1185727" y="322469"/>
                      <a:pt x="1267691" y="290945"/>
                    </a:cubicBezTo>
                    <a:cubicBezTo>
                      <a:pt x="1281020" y="285818"/>
                      <a:pt x="1295576" y="284659"/>
                      <a:pt x="1309255" y="280555"/>
                    </a:cubicBezTo>
                    <a:cubicBezTo>
                      <a:pt x="1330237" y="274261"/>
                      <a:pt x="1350180" y="264363"/>
                      <a:pt x="1371600" y="259773"/>
                    </a:cubicBezTo>
                    <a:cubicBezTo>
                      <a:pt x="1398905" y="253922"/>
                      <a:pt x="1427183" y="253973"/>
                      <a:pt x="1454728" y="249382"/>
                    </a:cubicBezTo>
                    <a:cubicBezTo>
                      <a:pt x="1489570" y="243575"/>
                      <a:pt x="1523795" y="234407"/>
                      <a:pt x="1558637" y="228600"/>
                    </a:cubicBezTo>
                    <a:cubicBezTo>
                      <a:pt x="1606954" y="220547"/>
                      <a:pt x="1656589" y="219698"/>
                      <a:pt x="1704109" y="207818"/>
                    </a:cubicBezTo>
                    <a:cubicBezTo>
                      <a:pt x="1717964" y="204354"/>
                      <a:pt x="1731732" y="200525"/>
                      <a:pt x="1745673" y="197427"/>
                    </a:cubicBezTo>
                    <a:cubicBezTo>
                      <a:pt x="1762914" y="193596"/>
                      <a:pt x="1780494" y="191320"/>
                      <a:pt x="1797628" y="187036"/>
                    </a:cubicBezTo>
                    <a:cubicBezTo>
                      <a:pt x="1925405" y="155091"/>
                      <a:pt x="1689302" y="204542"/>
                      <a:pt x="1880755" y="166255"/>
                    </a:cubicBezTo>
                    <a:cubicBezTo>
                      <a:pt x="1934111" y="130684"/>
                      <a:pt x="1954275" y="120185"/>
                      <a:pt x="2005446" y="51955"/>
                    </a:cubicBezTo>
                    <a:cubicBezTo>
                      <a:pt x="2039557" y="6472"/>
                      <a:pt x="2024372" y="22637"/>
                      <a:pt x="2047009" y="0"/>
                    </a:cubicBezTo>
                  </a:path>
                </a:pathLst>
              </a:custGeom>
              <a:ln w="76200"/>
            </p:spPr>
            <p:style>
              <a:lnRef idx="3">
                <a:schemeClr val="accent3"/>
              </a:lnRef>
              <a:fillRef idx="0">
                <a:schemeClr val="accent3"/>
              </a:fillRef>
              <a:effectRef idx="2">
                <a:schemeClr val="accent3"/>
              </a:effectRef>
              <a:fontRef idx="minor">
                <a:schemeClr val="tx1"/>
              </a:fontRef>
            </p:style>
            <p:txBody>
              <a:bodyPr rtlCol="0" anchor="ctr"/>
              <a:lstStyle/>
              <a:p>
                <a:pPr algn="ctr"/>
                <a:endParaRPr lang="es-419"/>
              </a:p>
            </p:txBody>
          </p:sp>
          <p:sp>
            <p:nvSpPr>
              <p:cNvPr id="25" name="Forma libre: forma 24">
                <a:extLst>
                  <a:ext uri="{FF2B5EF4-FFF2-40B4-BE49-F238E27FC236}">
                    <a16:creationId xmlns:a16="http://schemas.microsoft.com/office/drawing/2014/main" id="{C2BBAEA0-4512-1356-58EA-3BB33A1CAE9D}"/>
                  </a:ext>
                </a:extLst>
              </p:cNvPr>
              <p:cNvSpPr/>
              <p:nvPr/>
            </p:nvSpPr>
            <p:spPr>
              <a:xfrm>
                <a:off x="1465118" y="2763982"/>
                <a:ext cx="1548246" cy="2047009"/>
              </a:xfrm>
              <a:custGeom>
                <a:avLst/>
                <a:gdLst>
                  <a:gd name="connsiteX0" fmla="*/ 0 w 1548246"/>
                  <a:gd name="connsiteY0" fmla="*/ 2047009 h 2047009"/>
                  <a:gd name="connsiteX1" fmla="*/ 103909 w 1548246"/>
                  <a:gd name="connsiteY1" fmla="*/ 1932709 h 2047009"/>
                  <a:gd name="connsiteX2" fmla="*/ 270164 w 1548246"/>
                  <a:gd name="connsiteY2" fmla="*/ 1776845 h 2047009"/>
                  <a:gd name="connsiteX3" fmla="*/ 353291 w 1548246"/>
                  <a:gd name="connsiteY3" fmla="*/ 1745673 h 2047009"/>
                  <a:gd name="connsiteX4" fmla="*/ 457200 w 1548246"/>
                  <a:gd name="connsiteY4" fmla="*/ 1704109 h 2047009"/>
                  <a:gd name="connsiteX5" fmla="*/ 519546 w 1548246"/>
                  <a:gd name="connsiteY5" fmla="*/ 1683327 h 2047009"/>
                  <a:gd name="connsiteX6" fmla="*/ 675409 w 1548246"/>
                  <a:gd name="connsiteY6" fmla="*/ 1641763 h 2047009"/>
                  <a:gd name="connsiteX7" fmla="*/ 810491 w 1548246"/>
                  <a:gd name="connsiteY7" fmla="*/ 1558636 h 2047009"/>
                  <a:gd name="connsiteX8" fmla="*/ 966355 w 1548246"/>
                  <a:gd name="connsiteY8" fmla="*/ 1475509 h 2047009"/>
                  <a:gd name="connsiteX9" fmla="*/ 997527 w 1548246"/>
                  <a:gd name="connsiteY9" fmla="*/ 1444336 h 2047009"/>
                  <a:gd name="connsiteX10" fmla="*/ 1059873 w 1548246"/>
                  <a:gd name="connsiteY10" fmla="*/ 1402773 h 2047009"/>
                  <a:gd name="connsiteX11" fmla="*/ 1091046 w 1548246"/>
                  <a:gd name="connsiteY11" fmla="*/ 1350818 h 2047009"/>
                  <a:gd name="connsiteX12" fmla="*/ 1101437 w 1548246"/>
                  <a:gd name="connsiteY12" fmla="*/ 758536 h 2047009"/>
                  <a:gd name="connsiteX13" fmla="*/ 1143000 w 1548246"/>
                  <a:gd name="connsiteY13" fmla="*/ 592282 h 2047009"/>
                  <a:gd name="connsiteX14" fmla="*/ 1174173 w 1548246"/>
                  <a:gd name="connsiteY14" fmla="*/ 488373 h 2047009"/>
                  <a:gd name="connsiteX15" fmla="*/ 1194955 w 1548246"/>
                  <a:gd name="connsiteY15" fmla="*/ 426027 h 2047009"/>
                  <a:gd name="connsiteX16" fmla="*/ 1236518 w 1548246"/>
                  <a:gd name="connsiteY16" fmla="*/ 384463 h 2047009"/>
                  <a:gd name="connsiteX17" fmla="*/ 1309255 w 1548246"/>
                  <a:gd name="connsiteY17" fmla="*/ 290945 h 2047009"/>
                  <a:gd name="connsiteX18" fmla="*/ 1423555 w 1548246"/>
                  <a:gd name="connsiteY18" fmla="*/ 218209 h 2047009"/>
                  <a:gd name="connsiteX19" fmla="*/ 1475509 w 1548246"/>
                  <a:gd name="connsiteY19" fmla="*/ 145473 h 2047009"/>
                  <a:gd name="connsiteX20" fmla="*/ 1517073 w 1548246"/>
                  <a:gd name="connsiteY20" fmla="*/ 62345 h 2047009"/>
                  <a:gd name="connsiteX21" fmla="*/ 1537855 w 1548246"/>
                  <a:gd name="connsiteY21" fmla="*/ 31173 h 2047009"/>
                  <a:gd name="connsiteX22" fmla="*/ 1548246 w 1548246"/>
                  <a:gd name="connsiteY22" fmla="*/ 0 h 2047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8246" h="2047009">
                    <a:moveTo>
                      <a:pt x="0" y="2047009"/>
                    </a:moveTo>
                    <a:cubicBezTo>
                      <a:pt x="54336" y="1956450"/>
                      <a:pt x="5193" y="2025941"/>
                      <a:pt x="103909" y="1932709"/>
                    </a:cubicBezTo>
                    <a:cubicBezTo>
                      <a:pt x="122215" y="1915420"/>
                      <a:pt x="222102" y="1805682"/>
                      <a:pt x="270164" y="1776845"/>
                    </a:cubicBezTo>
                    <a:cubicBezTo>
                      <a:pt x="285702" y="1767522"/>
                      <a:pt x="331779" y="1752843"/>
                      <a:pt x="353291" y="1745673"/>
                    </a:cubicBezTo>
                    <a:cubicBezTo>
                      <a:pt x="408014" y="1709191"/>
                      <a:pt x="367268" y="1731781"/>
                      <a:pt x="457200" y="1704109"/>
                    </a:cubicBezTo>
                    <a:cubicBezTo>
                      <a:pt x="478137" y="1697667"/>
                      <a:pt x="498483" y="1689345"/>
                      <a:pt x="519546" y="1683327"/>
                    </a:cubicBezTo>
                    <a:cubicBezTo>
                      <a:pt x="562958" y="1670923"/>
                      <a:pt x="631869" y="1657596"/>
                      <a:pt x="675409" y="1641763"/>
                    </a:cubicBezTo>
                    <a:cubicBezTo>
                      <a:pt x="721388" y="1625044"/>
                      <a:pt x="774456" y="1579228"/>
                      <a:pt x="810491" y="1558636"/>
                    </a:cubicBezTo>
                    <a:cubicBezTo>
                      <a:pt x="818030" y="1554328"/>
                      <a:pt x="931003" y="1504970"/>
                      <a:pt x="966355" y="1475509"/>
                    </a:cubicBezTo>
                    <a:cubicBezTo>
                      <a:pt x="977644" y="1466101"/>
                      <a:pt x="985928" y="1453358"/>
                      <a:pt x="997527" y="1444336"/>
                    </a:cubicBezTo>
                    <a:cubicBezTo>
                      <a:pt x="1017242" y="1429002"/>
                      <a:pt x="1059873" y="1402773"/>
                      <a:pt x="1059873" y="1402773"/>
                    </a:cubicBezTo>
                    <a:cubicBezTo>
                      <a:pt x="1070264" y="1385455"/>
                      <a:pt x="1089746" y="1370973"/>
                      <a:pt x="1091046" y="1350818"/>
                    </a:cubicBezTo>
                    <a:cubicBezTo>
                      <a:pt x="1103759" y="1153770"/>
                      <a:pt x="1092860" y="955807"/>
                      <a:pt x="1101437" y="758536"/>
                    </a:cubicBezTo>
                    <a:cubicBezTo>
                      <a:pt x="1105881" y="656333"/>
                      <a:pt x="1110315" y="657650"/>
                      <a:pt x="1143000" y="592282"/>
                    </a:cubicBezTo>
                    <a:cubicBezTo>
                      <a:pt x="1159926" y="507653"/>
                      <a:pt x="1143793" y="571916"/>
                      <a:pt x="1174173" y="488373"/>
                    </a:cubicBezTo>
                    <a:cubicBezTo>
                      <a:pt x="1181659" y="467786"/>
                      <a:pt x="1183685" y="444811"/>
                      <a:pt x="1194955" y="426027"/>
                    </a:cubicBezTo>
                    <a:cubicBezTo>
                      <a:pt x="1205036" y="409226"/>
                      <a:pt x="1223862" y="399420"/>
                      <a:pt x="1236518" y="384463"/>
                    </a:cubicBezTo>
                    <a:cubicBezTo>
                      <a:pt x="1262027" y="354316"/>
                      <a:pt x="1282569" y="320056"/>
                      <a:pt x="1309255" y="290945"/>
                    </a:cubicBezTo>
                    <a:cubicBezTo>
                      <a:pt x="1331221" y="266982"/>
                      <a:pt x="1403405" y="229723"/>
                      <a:pt x="1423555" y="218209"/>
                    </a:cubicBezTo>
                    <a:cubicBezTo>
                      <a:pt x="1440873" y="193964"/>
                      <a:pt x="1460180" y="171022"/>
                      <a:pt x="1475509" y="145473"/>
                    </a:cubicBezTo>
                    <a:cubicBezTo>
                      <a:pt x="1491448" y="118908"/>
                      <a:pt x="1499888" y="88122"/>
                      <a:pt x="1517073" y="62345"/>
                    </a:cubicBezTo>
                    <a:lnTo>
                      <a:pt x="1537855" y="31173"/>
                    </a:lnTo>
                    <a:lnTo>
                      <a:pt x="1548246" y="0"/>
                    </a:lnTo>
                  </a:path>
                </a:pathLst>
              </a:custGeom>
              <a:ln w="76200"/>
            </p:spPr>
            <p:style>
              <a:lnRef idx="3">
                <a:schemeClr val="accent3"/>
              </a:lnRef>
              <a:fillRef idx="0">
                <a:schemeClr val="accent3"/>
              </a:fillRef>
              <a:effectRef idx="2">
                <a:schemeClr val="accent3"/>
              </a:effectRef>
              <a:fontRef idx="minor">
                <a:schemeClr val="tx1"/>
              </a:fontRef>
            </p:style>
            <p:txBody>
              <a:bodyPr rtlCol="0" anchor="ctr"/>
              <a:lstStyle/>
              <a:p>
                <a:pPr algn="ctr"/>
                <a:endParaRPr lang="es-419"/>
              </a:p>
            </p:txBody>
          </p:sp>
          <p:sp>
            <p:nvSpPr>
              <p:cNvPr id="26" name="Forma libre: forma 25">
                <a:extLst>
                  <a:ext uri="{FF2B5EF4-FFF2-40B4-BE49-F238E27FC236}">
                    <a16:creationId xmlns:a16="http://schemas.microsoft.com/office/drawing/2014/main" id="{A4546E21-6796-3807-64CE-C9480E8CD05A}"/>
                  </a:ext>
                </a:extLst>
              </p:cNvPr>
              <p:cNvSpPr/>
              <p:nvPr/>
            </p:nvSpPr>
            <p:spPr>
              <a:xfrm>
                <a:off x="2608118" y="2618509"/>
                <a:ext cx="5351318" cy="841664"/>
              </a:xfrm>
              <a:custGeom>
                <a:avLst/>
                <a:gdLst>
                  <a:gd name="connsiteX0" fmla="*/ 0 w 5351318"/>
                  <a:gd name="connsiteY0" fmla="*/ 841664 h 841664"/>
                  <a:gd name="connsiteX1" fmla="*/ 51955 w 5351318"/>
                  <a:gd name="connsiteY1" fmla="*/ 810491 h 841664"/>
                  <a:gd name="connsiteX2" fmla="*/ 103909 w 5351318"/>
                  <a:gd name="connsiteY2" fmla="*/ 800100 h 841664"/>
                  <a:gd name="connsiteX3" fmla="*/ 166255 w 5351318"/>
                  <a:gd name="connsiteY3" fmla="*/ 779318 h 841664"/>
                  <a:gd name="connsiteX4" fmla="*/ 228600 w 5351318"/>
                  <a:gd name="connsiteY4" fmla="*/ 748146 h 841664"/>
                  <a:gd name="connsiteX5" fmla="*/ 353291 w 5351318"/>
                  <a:gd name="connsiteY5" fmla="*/ 737755 h 841664"/>
                  <a:gd name="connsiteX6" fmla="*/ 446809 w 5351318"/>
                  <a:gd name="connsiteY6" fmla="*/ 727364 h 841664"/>
                  <a:gd name="connsiteX7" fmla="*/ 529937 w 5351318"/>
                  <a:gd name="connsiteY7" fmla="*/ 716973 h 841664"/>
                  <a:gd name="connsiteX8" fmla="*/ 644237 w 5351318"/>
                  <a:gd name="connsiteY8" fmla="*/ 706582 h 841664"/>
                  <a:gd name="connsiteX9" fmla="*/ 727364 w 5351318"/>
                  <a:gd name="connsiteY9" fmla="*/ 696191 h 841664"/>
                  <a:gd name="connsiteX10" fmla="*/ 987137 w 5351318"/>
                  <a:gd name="connsiteY10" fmla="*/ 685800 h 841664"/>
                  <a:gd name="connsiteX11" fmla="*/ 1215737 w 5351318"/>
                  <a:gd name="connsiteY11" fmla="*/ 654627 h 841664"/>
                  <a:gd name="connsiteX12" fmla="*/ 1319646 w 5351318"/>
                  <a:gd name="connsiteY12" fmla="*/ 644236 h 841664"/>
                  <a:gd name="connsiteX13" fmla="*/ 1444337 w 5351318"/>
                  <a:gd name="connsiteY13" fmla="*/ 623455 h 841664"/>
                  <a:gd name="connsiteX14" fmla="*/ 1517073 w 5351318"/>
                  <a:gd name="connsiteY14" fmla="*/ 602673 h 841664"/>
                  <a:gd name="connsiteX15" fmla="*/ 1631373 w 5351318"/>
                  <a:gd name="connsiteY15" fmla="*/ 592282 h 841664"/>
                  <a:gd name="connsiteX16" fmla="*/ 1839191 w 5351318"/>
                  <a:gd name="connsiteY16" fmla="*/ 571500 h 841664"/>
                  <a:gd name="connsiteX17" fmla="*/ 1911927 w 5351318"/>
                  <a:gd name="connsiteY17" fmla="*/ 561109 h 841664"/>
                  <a:gd name="connsiteX18" fmla="*/ 2098964 w 5351318"/>
                  <a:gd name="connsiteY18" fmla="*/ 519546 h 841664"/>
                  <a:gd name="connsiteX19" fmla="*/ 2244437 w 5351318"/>
                  <a:gd name="connsiteY19" fmla="*/ 498764 h 841664"/>
                  <a:gd name="connsiteX20" fmla="*/ 2400300 w 5351318"/>
                  <a:gd name="connsiteY20" fmla="*/ 477982 h 841664"/>
                  <a:gd name="connsiteX21" fmla="*/ 2576946 w 5351318"/>
                  <a:gd name="connsiteY21" fmla="*/ 467591 h 841664"/>
                  <a:gd name="connsiteX22" fmla="*/ 3387437 w 5351318"/>
                  <a:gd name="connsiteY22" fmla="*/ 436418 h 841664"/>
                  <a:gd name="connsiteX23" fmla="*/ 3449782 w 5351318"/>
                  <a:gd name="connsiteY23" fmla="*/ 426027 h 841664"/>
                  <a:gd name="connsiteX24" fmla="*/ 3813464 w 5351318"/>
                  <a:gd name="connsiteY24" fmla="*/ 394855 h 841664"/>
                  <a:gd name="connsiteX25" fmla="*/ 3906982 w 5351318"/>
                  <a:gd name="connsiteY25" fmla="*/ 353291 h 841664"/>
                  <a:gd name="connsiteX26" fmla="*/ 3969327 w 5351318"/>
                  <a:gd name="connsiteY26" fmla="*/ 332509 h 841664"/>
                  <a:gd name="connsiteX27" fmla="*/ 4062846 w 5351318"/>
                  <a:gd name="connsiteY27" fmla="*/ 280555 h 841664"/>
                  <a:gd name="connsiteX28" fmla="*/ 4166755 w 5351318"/>
                  <a:gd name="connsiteY28" fmla="*/ 238991 h 841664"/>
                  <a:gd name="connsiteX29" fmla="*/ 4229100 w 5351318"/>
                  <a:gd name="connsiteY29" fmla="*/ 207818 h 841664"/>
                  <a:gd name="connsiteX30" fmla="*/ 4384964 w 5351318"/>
                  <a:gd name="connsiteY30" fmla="*/ 176646 h 841664"/>
                  <a:gd name="connsiteX31" fmla="*/ 4488873 w 5351318"/>
                  <a:gd name="connsiteY31" fmla="*/ 155864 h 841664"/>
                  <a:gd name="connsiteX32" fmla="*/ 4665518 w 5351318"/>
                  <a:gd name="connsiteY32" fmla="*/ 145473 h 841664"/>
                  <a:gd name="connsiteX33" fmla="*/ 4727864 w 5351318"/>
                  <a:gd name="connsiteY33" fmla="*/ 135082 h 841664"/>
                  <a:gd name="connsiteX34" fmla="*/ 5216237 w 5351318"/>
                  <a:gd name="connsiteY34" fmla="*/ 93518 h 841664"/>
                  <a:gd name="connsiteX35" fmla="*/ 5351318 w 5351318"/>
                  <a:gd name="connsiteY35" fmla="*/ 0 h 841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351318" h="841664">
                    <a:moveTo>
                      <a:pt x="0" y="841664"/>
                    </a:moveTo>
                    <a:cubicBezTo>
                      <a:pt x="17318" y="831273"/>
                      <a:pt x="33203" y="817992"/>
                      <a:pt x="51955" y="810491"/>
                    </a:cubicBezTo>
                    <a:cubicBezTo>
                      <a:pt x="68353" y="803932"/>
                      <a:pt x="86870" y="804747"/>
                      <a:pt x="103909" y="800100"/>
                    </a:cubicBezTo>
                    <a:cubicBezTo>
                      <a:pt x="125043" y="794336"/>
                      <a:pt x="146034" y="787743"/>
                      <a:pt x="166255" y="779318"/>
                    </a:cubicBezTo>
                    <a:cubicBezTo>
                      <a:pt x="187702" y="770382"/>
                      <a:pt x="205919" y="753186"/>
                      <a:pt x="228600" y="748146"/>
                    </a:cubicBezTo>
                    <a:cubicBezTo>
                      <a:pt x="269315" y="739098"/>
                      <a:pt x="311771" y="741709"/>
                      <a:pt x="353291" y="737755"/>
                    </a:cubicBezTo>
                    <a:cubicBezTo>
                      <a:pt x="384514" y="734781"/>
                      <a:pt x="415659" y="731029"/>
                      <a:pt x="446809" y="727364"/>
                    </a:cubicBezTo>
                    <a:lnTo>
                      <a:pt x="529937" y="716973"/>
                    </a:lnTo>
                    <a:cubicBezTo>
                      <a:pt x="567984" y="712968"/>
                      <a:pt x="606190" y="710587"/>
                      <a:pt x="644237" y="706582"/>
                    </a:cubicBezTo>
                    <a:cubicBezTo>
                      <a:pt x="672008" y="703659"/>
                      <a:pt x="699491" y="697880"/>
                      <a:pt x="727364" y="696191"/>
                    </a:cubicBezTo>
                    <a:cubicBezTo>
                      <a:pt x="813866" y="690948"/>
                      <a:pt x="900546" y="689264"/>
                      <a:pt x="987137" y="685800"/>
                    </a:cubicBezTo>
                    <a:cubicBezTo>
                      <a:pt x="1264464" y="654986"/>
                      <a:pt x="848439" y="702536"/>
                      <a:pt x="1215737" y="654627"/>
                    </a:cubicBezTo>
                    <a:cubicBezTo>
                      <a:pt x="1250254" y="650125"/>
                      <a:pt x="1285156" y="648939"/>
                      <a:pt x="1319646" y="644236"/>
                    </a:cubicBezTo>
                    <a:cubicBezTo>
                      <a:pt x="1361397" y="638543"/>
                      <a:pt x="1403821" y="635031"/>
                      <a:pt x="1444337" y="623455"/>
                    </a:cubicBezTo>
                    <a:cubicBezTo>
                      <a:pt x="1468582" y="616528"/>
                      <a:pt x="1492201" y="606818"/>
                      <a:pt x="1517073" y="602673"/>
                    </a:cubicBezTo>
                    <a:cubicBezTo>
                      <a:pt x="1554810" y="596384"/>
                      <a:pt x="1593273" y="595746"/>
                      <a:pt x="1631373" y="592282"/>
                    </a:cubicBezTo>
                    <a:cubicBezTo>
                      <a:pt x="1747462" y="569064"/>
                      <a:pt x="1627153" y="590776"/>
                      <a:pt x="1839191" y="571500"/>
                    </a:cubicBezTo>
                    <a:cubicBezTo>
                      <a:pt x="1863582" y="569283"/>
                      <a:pt x="1887682" y="564573"/>
                      <a:pt x="1911927" y="561109"/>
                    </a:cubicBezTo>
                    <a:cubicBezTo>
                      <a:pt x="2008817" y="528812"/>
                      <a:pt x="1963111" y="540446"/>
                      <a:pt x="2098964" y="519546"/>
                    </a:cubicBezTo>
                    <a:cubicBezTo>
                      <a:pt x="2147378" y="512098"/>
                      <a:pt x="2195996" y="506030"/>
                      <a:pt x="2244437" y="498764"/>
                    </a:cubicBezTo>
                    <a:cubicBezTo>
                      <a:pt x="2323027" y="486975"/>
                      <a:pt x="2307716" y="485104"/>
                      <a:pt x="2400300" y="477982"/>
                    </a:cubicBezTo>
                    <a:cubicBezTo>
                      <a:pt x="2459110" y="473458"/>
                      <a:pt x="2518155" y="472358"/>
                      <a:pt x="2576946" y="467591"/>
                    </a:cubicBezTo>
                    <a:cubicBezTo>
                      <a:pt x="3105523" y="424733"/>
                      <a:pt x="2366420" y="454022"/>
                      <a:pt x="3387437" y="436418"/>
                    </a:cubicBezTo>
                    <a:cubicBezTo>
                      <a:pt x="3408219" y="432954"/>
                      <a:pt x="3428752" y="427302"/>
                      <a:pt x="3449782" y="426027"/>
                    </a:cubicBezTo>
                    <a:cubicBezTo>
                      <a:pt x="3583126" y="417945"/>
                      <a:pt x="3693189" y="437305"/>
                      <a:pt x="3813464" y="394855"/>
                    </a:cubicBezTo>
                    <a:cubicBezTo>
                      <a:pt x="3845632" y="383502"/>
                      <a:pt x="3875309" y="365960"/>
                      <a:pt x="3906982" y="353291"/>
                    </a:cubicBezTo>
                    <a:cubicBezTo>
                      <a:pt x="3927321" y="345155"/>
                      <a:pt x="3949476" y="341773"/>
                      <a:pt x="3969327" y="332509"/>
                    </a:cubicBezTo>
                    <a:cubicBezTo>
                      <a:pt x="4001642" y="317429"/>
                      <a:pt x="4030618" y="295821"/>
                      <a:pt x="4062846" y="280555"/>
                    </a:cubicBezTo>
                    <a:cubicBezTo>
                      <a:pt x="4096560" y="264586"/>
                      <a:pt x="4132578" y="253944"/>
                      <a:pt x="4166755" y="238991"/>
                    </a:cubicBezTo>
                    <a:cubicBezTo>
                      <a:pt x="4188042" y="229678"/>
                      <a:pt x="4207414" y="216159"/>
                      <a:pt x="4229100" y="207818"/>
                    </a:cubicBezTo>
                    <a:cubicBezTo>
                      <a:pt x="4290750" y="184106"/>
                      <a:pt x="4318828" y="184912"/>
                      <a:pt x="4384964" y="176646"/>
                    </a:cubicBezTo>
                    <a:cubicBezTo>
                      <a:pt x="4421640" y="167477"/>
                      <a:pt x="4449806" y="159261"/>
                      <a:pt x="4488873" y="155864"/>
                    </a:cubicBezTo>
                    <a:cubicBezTo>
                      <a:pt x="4547635" y="150754"/>
                      <a:pt x="4606636" y="148937"/>
                      <a:pt x="4665518" y="145473"/>
                    </a:cubicBezTo>
                    <a:cubicBezTo>
                      <a:pt x="4686300" y="142009"/>
                      <a:pt x="4706862" y="136762"/>
                      <a:pt x="4727864" y="135082"/>
                    </a:cubicBezTo>
                    <a:cubicBezTo>
                      <a:pt x="5217830" y="95884"/>
                      <a:pt x="5038583" y="152736"/>
                      <a:pt x="5216237" y="93518"/>
                    </a:cubicBezTo>
                    <a:cubicBezTo>
                      <a:pt x="5330377" y="13621"/>
                      <a:pt x="5284968" y="44235"/>
                      <a:pt x="5351318" y="0"/>
                    </a:cubicBezTo>
                  </a:path>
                </a:pathLst>
              </a:custGeom>
              <a:ln w="76200"/>
            </p:spPr>
            <p:style>
              <a:lnRef idx="1">
                <a:schemeClr val="accent3"/>
              </a:lnRef>
              <a:fillRef idx="0">
                <a:schemeClr val="accent3"/>
              </a:fillRef>
              <a:effectRef idx="0">
                <a:schemeClr val="accent3"/>
              </a:effectRef>
              <a:fontRef idx="minor">
                <a:schemeClr val="tx1"/>
              </a:fontRef>
            </p:style>
            <p:txBody>
              <a:bodyPr rtlCol="0" anchor="ctr"/>
              <a:lstStyle/>
              <a:p>
                <a:pPr algn="ctr"/>
                <a:endParaRPr lang="es-419"/>
              </a:p>
            </p:txBody>
          </p:sp>
        </p:grpSp>
        <p:sp>
          <p:nvSpPr>
            <p:cNvPr id="28" name="Forma libre: forma 27">
              <a:extLst>
                <a:ext uri="{FF2B5EF4-FFF2-40B4-BE49-F238E27FC236}">
                  <a16:creationId xmlns:a16="http://schemas.microsoft.com/office/drawing/2014/main" id="{5986FED0-AECF-2572-42F9-81A9B70A70CF}"/>
                </a:ext>
              </a:extLst>
            </p:cNvPr>
            <p:cNvSpPr/>
            <p:nvPr/>
          </p:nvSpPr>
          <p:spPr>
            <a:xfrm>
              <a:off x="1517073" y="2701636"/>
              <a:ext cx="6317672" cy="758537"/>
            </a:xfrm>
            <a:custGeom>
              <a:avLst/>
              <a:gdLst>
                <a:gd name="connsiteX0" fmla="*/ 0 w 6317672"/>
                <a:gd name="connsiteY0" fmla="*/ 758537 h 758537"/>
                <a:gd name="connsiteX1" fmla="*/ 228600 w 6317672"/>
                <a:gd name="connsiteY1" fmla="*/ 748146 h 758537"/>
                <a:gd name="connsiteX2" fmla="*/ 270163 w 6317672"/>
                <a:gd name="connsiteY2" fmla="*/ 737755 h 758537"/>
                <a:gd name="connsiteX3" fmla="*/ 342900 w 6317672"/>
                <a:gd name="connsiteY3" fmla="*/ 716973 h 758537"/>
                <a:gd name="connsiteX4" fmla="*/ 415636 w 6317672"/>
                <a:gd name="connsiteY4" fmla="*/ 675409 h 758537"/>
                <a:gd name="connsiteX5" fmla="*/ 457200 w 6317672"/>
                <a:gd name="connsiteY5" fmla="*/ 665019 h 758537"/>
                <a:gd name="connsiteX6" fmla="*/ 498763 w 6317672"/>
                <a:gd name="connsiteY6" fmla="*/ 644237 h 758537"/>
                <a:gd name="connsiteX7" fmla="*/ 633845 w 6317672"/>
                <a:gd name="connsiteY7" fmla="*/ 592282 h 758537"/>
                <a:gd name="connsiteX8" fmla="*/ 696191 w 6317672"/>
                <a:gd name="connsiteY8" fmla="*/ 561109 h 758537"/>
                <a:gd name="connsiteX9" fmla="*/ 820882 w 6317672"/>
                <a:gd name="connsiteY9" fmla="*/ 550719 h 758537"/>
                <a:gd name="connsiteX10" fmla="*/ 1278082 w 6317672"/>
                <a:gd name="connsiteY10" fmla="*/ 529937 h 758537"/>
                <a:gd name="connsiteX11" fmla="*/ 1371600 w 6317672"/>
                <a:gd name="connsiteY11" fmla="*/ 509155 h 758537"/>
                <a:gd name="connsiteX12" fmla="*/ 1475509 w 6317672"/>
                <a:gd name="connsiteY12" fmla="*/ 488373 h 758537"/>
                <a:gd name="connsiteX13" fmla="*/ 1569027 w 6317672"/>
                <a:gd name="connsiteY13" fmla="*/ 467591 h 758537"/>
                <a:gd name="connsiteX14" fmla="*/ 1620982 w 6317672"/>
                <a:gd name="connsiteY14" fmla="*/ 457200 h 758537"/>
                <a:gd name="connsiteX15" fmla="*/ 1901536 w 6317672"/>
                <a:gd name="connsiteY15" fmla="*/ 394855 h 758537"/>
                <a:gd name="connsiteX16" fmla="*/ 2057400 w 6317672"/>
                <a:gd name="connsiteY16" fmla="*/ 363682 h 758537"/>
                <a:gd name="connsiteX17" fmla="*/ 2098963 w 6317672"/>
                <a:gd name="connsiteY17" fmla="*/ 353291 h 758537"/>
                <a:gd name="connsiteX18" fmla="*/ 2254827 w 6317672"/>
                <a:gd name="connsiteY18" fmla="*/ 332509 h 758537"/>
                <a:gd name="connsiteX19" fmla="*/ 2805545 w 6317672"/>
                <a:gd name="connsiteY19" fmla="*/ 311728 h 758537"/>
                <a:gd name="connsiteX20" fmla="*/ 2878282 w 6317672"/>
                <a:gd name="connsiteY20" fmla="*/ 290946 h 758537"/>
                <a:gd name="connsiteX21" fmla="*/ 2971800 w 6317672"/>
                <a:gd name="connsiteY21" fmla="*/ 280555 h 758537"/>
                <a:gd name="connsiteX22" fmla="*/ 3034145 w 6317672"/>
                <a:gd name="connsiteY22" fmla="*/ 270164 h 758537"/>
                <a:gd name="connsiteX23" fmla="*/ 3138054 w 6317672"/>
                <a:gd name="connsiteY23" fmla="*/ 259773 h 758537"/>
                <a:gd name="connsiteX24" fmla="*/ 3200400 w 6317672"/>
                <a:gd name="connsiteY24" fmla="*/ 249382 h 758537"/>
                <a:gd name="connsiteX25" fmla="*/ 3886200 w 6317672"/>
                <a:gd name="connsiteY25" fmla="*/ 238991 h 758537"/>
                <a:gd name="connsiteX26" fmla="*/ 4042063 w 6317672"/>
                <a:gd name="connsiteY26" fmla="*/ 218209 h 758537"/>
                <a:gd name="connsiteX27" fmla="*/ 4125191 w 6317672"/>
                <a:gd name="connsiteY27" fmla="*/ 197428 h 758537"/>
                <a:gd name="connsiteX28" fmla="*/ 4644736 w 6317672"/>
                <a:gd name="connsiteY28" fmla="*/ 176646 h 758537"/>
                <a:gd name="connsiteX29" fmla="*/ 5611091 w 6317672"/>
                <a:gd name="connsiteY29" fmla="*/ 176646 h 758537"/>
                <a:gd name="connsiteX30" fmla="*/ 5683827 w 6317672"/>
                <a:gd name="connsiteY30" fmla="*/ 155864 h 758537"/>
                <a:gd name="connsiteX31" fmla="*/ 5839691 w 6317672"/>
                <a:gd name="connsiteY31" fmla="*/ 145473 h 758537"/>
                <a:gd name="connsiteX32" fmla="*/ 5974772 w 6317672"/>
                <a:gd name="connsiteY32" fmla="*/ 114300 h 758537"/>
                <a:gd name="connsiteX33" fmla="*/ 6161809 w 6317672"/>
                <a:gd name="connsiteY33" fmla="*/ 83128 h 758537"/>
                <a:gd name="connsiteX34" fmla="*/ 6244936 w 6317672"/>
                <a:gd name="connsiteY34" fmla="*/ 31173 h 758537"/>
                <a:gd name="connsiteX35" fmla="*/ 6276109 w 6317672"/>
                <a:gd name="connsiteY35" fmla="*/ 20782 h 758537"/>
                <a:gd name="connsiteX36" fmla="*/ 6317672 w 6317672"/>
                <a:gd name="connsiteY36" fmla="*/ 0 h 758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317672" h="758537">
                  <a:moveTo>
                    <a:pt x="0" y="758537"/>
                  </a:moveTo>
                  <a:cubicBezTo>
                    <a:pt x="76200" y="755073"/>
                    <a:pt x="152546" y="753996"/>
                    <a:pt x="228600" y="748146"/>
                  </a:cubicBezTo>
                  <a:cubicBezTo>
                    <a:pt x="242839" y="747051"/>
                    <a:pt x="256385" y="741513"/>
                    <a:pt x="270163" y="737755"/>
                  </a:cubicBezTo>
                  <a:cubicBezTo>
                    <a:pt x="294490" y="731120"/>
                    <a:pt x="318654" y="723900"/>
                    <a:pt x="342900" y="716973"/>
                  </a:cubicBezTo>
                  <a:cubicBezTo>
                    <a:pt x="367145" y="703118"/>
                    <a:pt x="390214" y="686964"/>
                    <a:pt x="415636" y="675409"/>
                  </a:cubicBezTo>
                  <a:cubicBezTo>
                    <a:pt x="428637" y="669500"/>
                    <a:pt x="443828" y="670033"/>
                    <a:pt x="457200" y="665019"/>
                  </a:cubicBezTo>
                  <a:cubicBezTo>
                    <a:pt x="471703" y="659580"/>
                    <a:pt x="484440" y="650135"/>
                    <a:pt x="498763" y="644237"/>
                  </a:cubicBezTo>
                  <a:cubicBezTo>
                    <a:pt x="543372" y="625868"/>
                    <a:pt x="590695" y="613857"/>
                    <a:pt x="633845" y="592282"/>
                  </a:cubicBezTo>
                  <a:cubicBezTo>
                    <a:pt x="654627" y="581891"/>
                    <a:pt x="673509" y="566149"/>
                    <a:pt x="696191" y="561109"/>
                  </a:cubicBezTo>
                  <a:cubicBezTo>
                    <a:pt x="736906" y="552061"/>
                    <a:pt x="779234" y="552950"/>
                    <a:pt x="820882" y="550719"/>
                  </a:cubicBezTo>
                  <a:lnTo>
                    <a:pt x="1278082" y="529937"/>
                  </a:lnTo>
                  <a:cubicBezTo>
                    <a:pt x="1508682" y="491503"/>
                    <a:pt x="1238584" y="539851"/>
                    <a:pt x="1371600" y="509155"/>
                  </a:cubicBezTo>
                  <a:cubicBezTo>
                    <a:pt x="1406018" y="501212"/>
                    <a:pt x="1440944" y="495650"/>
                    <a:pt x="1475509" y="488373"/>
                  </a:cubicBezTo>
                  <a:cubicBezTo>
                    <a:pt x="1506757" y="481794"/>
                    <a:pt x="1537803" y="474282"/>
                    <a:pt x="1569027" y="467591"/>
                  </a:cubicBezTo>
                  <a:cubicBezTo>
                    <a:pt x="1586296" y="463890"/>
                    <a:pt x="1603848" y="461483"/>
                    <a:pt x="1620982" y="457200"/>
                  </a:cubicBezTo>
                  <a:cubicBezTo>
                    <a:pt x="1869039" y="395186"/>
                    <a:pt x="1741191" y="414898"/>
                    <a:pt x="1901536" y="394855"/>
                  </a:cubicBezTo>
                  <a:cubicBezTo>
                    <a:pt x="2035302" y="356636"/>
                    <a:pt x="1911399" y="388016"/>
                    <a:pt x="2057400" y="363682"/>
                  </a:cubicBezTo>
                  <a:cubicBezTo>
                    <a:pt x="2071486" y="361334"/>
                    <a:pt x="2084960" y="356092"/>
                    <a:pt x="2098963" y="353291"/>
                  </a:cubicBezTo>
                  <a:cubicBezTo>
                    <a:pt x="2157264" y="341631"/>
                    <a:pt x="2192448" y="339440"/>
                    <a:pt x="2254827" y="332509"/>
                  </a:cubicBezTo>
                  <a:cubicBezTo>
                    <a:pt x="2468512" y="279093"/>
                    <a:pt x="2193730" y="344504"/>
                    <a:pt x="2805545" y="311728"/>
                  </a:cubicBezTo>
                  <a:cubicBezTo>
                    <a:pt x="2830725" y="310379"/>
                    <a:pt x="2853498" y="295593"/>
                    <a:pt x="2878282" y="290946"/>
                  </a:cubicBezTo>
                  <a:cubicBezTo>
                    <a:pt x="2909109" y="285166"/>
                    <a:pt x="2940711" y="284700"/>
                    <a:pt x="2971800" y="280555"/>
                  </a:cubicBezTo>
                  <a:cubicBezTo>
                    <a:pt x="2992684" y="277770"/>
                    <a:pt x="3013239" y="272777"/>
                    <a:pt x="3034145" y="270164"/>
                  </a:cubicBezTo>
                  <a:cubicBezTo>
                    <a:pt x="3068685" y="265846"/>
                    <a:pt x="3103514" y="264091"/>
                    <a:pt x="3138054" y="259773"/>
                  </a:cubicBezTo>
                  <a:cubicBezTo>
                    <a:pt x="3158960" y="257160"/>
                    <a:pt x="3179339" y="249967"/>
                    <a:pt x="3200400" y="249382"/>
                  </a:cubicBezTo>
                  <a:cubicBezTo>
                    <a:pt x="3428938" y="243034"/>
                    <a:pt x="3657600" y="242455"/>
                    <a:pt x="3886200" y="238991"/>
                  </a:cubicBezTo>
                  <a:cubicBezTo>
                    <a:pt x="3938154" y="232064"/>
                    <a:pt x="3990424" y="227190"/>
                    <a:pt x="4042063" y="218209"/>
                  </a:cubicBezTo>
                  <a:cubicBezTo>
                    <a:pt x="4070203" y="213315"/>
                    <a:pt x="4096916" y="201467"/>
                    <a:pt x="4125191" y="197428"/>
                  </a:cubicBezTo>
                  <a:cubicBezTo>
                    <a:pt x="4238448" y="181249"/>
                    <a:pt x="4639953" y="176775"/>
                    <a:pt x="4644736" y="176646"/>
                  </a:cubicBezTo>
                  <a:cubicBezTo>
                    <a:pt x="4825107" y="179421"/>
                    <a:pt x="5350304" y="198999"/>
                    <a:pt x="5611091" y="176646"/>
                  </a:cubicBezTo>
                  <a:cubicBezTo>
                    <a:pt x="5636214" y="174493"/>
                    <a:pt x="5658843" y="159271"/>
                    <a:pt x="5683827" y="155864"/>
                  </a:cubicBezTo>
                  <a:cubicBezTo>
                    <a:pt x="5735420" y="148829"/>
                    <a:pt x="5787736" y="148937"/>
                    <a:pt x="5839691" y="145473"/>
                  </a:cubicBezTo>
                  <a:cubicBezTo>
                    <a:pt x="5884718" y="135082"/>
                    <a:pt x="5929190" y="121897"/>
                    <a:pt x="5974772" y="114300"/>
                  </a:cubicBezTo>
                  <a:cubicBezTo>
                    <a:pt x="6202914" y="76276"/>
                    <a:pt x="5993804" y="131127"/>
                    <a:pt x="6161809" y="83128"/>
                  </a:cubicBezTo>
                  <a:cubicBezTo>
                    <a:pt x="6189518" y="65810"/>
                    <a:pt x="6216250" y="46820"/>
                    <a:pt x="6244936" y="31173"/>
                  </a:cubicBezTo>
                  <a:cubicBezTo>
                    <a:pt x="6254552" y="25928"/>
                    <a:pt x="6266042" y="25097"/>
                    <a:pt x="6276109" y="20782"/>
                  </a:cubicBezTo>
                  <a:cubicBezTo>
                    <a:pt x="6290346" y="14680"/>
                    <a:pt x="6303818" y="6927"/>
                    <a:pt x="6317672" y="0"/>
                  </a:cubicBezTo>
                </a:path>
              </a:pathLst>
            </a:custGeom>
            <a:ln w="76200"/>
          </p:spPr>
          <p:style>
            <a:lnRef idx="1">
              <a:schemeClr val="accent3"/>
            </a:lnRef>
            <a:fillRef idx="0">
              <a:schemeClr val="accent3"/>
            </a:fillRef>
            <a:effectRef idx="0">
              <a:schemeClr val="accent3"/>
            </a:effectRef>
            <a:fontRef idx="minor">
              <a:schemeClr val="tx1"/>
            </a:fontRef>
          </p:style>
          <p:txBody>
            <a:bodyPr rtlCol="0" anchor="ctr"/>
            <a:lstStyle/>
            <a:p>
              <a:pPr algn="ctr"/>
              <a:endParaRPr lang="es-419"/>
            </a:p>
          </p:txBody>
        </p:sp>
      </p:grpSp>
      <p:cxnSp>
        <p:nvCxnSpPr>
          <p:cNvPr id="32" name="Conector recto 31">
            <a:extLst>
              <a:ext uri="{FF2B5EF4-FFF2-40B4-BE49-F238E27FC236}">
                <a16:creationId xmlns:a16="http://schemas.microsoft.com/office/drawing/2014/main" id="{F2995DFC-22DC-2DA5-9B82-96F75BA86FF1}"/>
              </a:ext>
            </a:extLst>
          </p:cNvPr>
          <p:cNvCxnSpPr>
            <a:endCxn id="2" idx="2"/>
          </p:cNvCxnSpPr>
          <p:nvPr/>
        </p:nvCxnSpPr>
        <p:spPr>
          <a:xfrm>
            <a:off x="4572000" y="1690688"/>
            <a:ext cx="1524000" cy="0"/>
          </a:xfrm>
          <a:prstGeom prst="line">
            <a:avLst/>
          </a:prstGeom>
        </p:spPr>
        <p:style>
          <a:lnRef idx="2">
            <a:schemeClr val="dk1"/>
          </a:lnRef>
          <a:fillRef idx="0">
            <a:schemeClr val="dk1"/>
          </a:fillRef>
          <a:effectRef idx="1">
            <a:schemeClr val="dk1"/>
          </a:effectRef>
          <a:fontRef idx="minor">
            <a:schemeClr val="tx1"/>
          </a:fontRef>
        </p:style>
      </p:cxnSp>
      <p:cxnSp>
        <p:nvCxnSpPr>
          <p:cNvPr id="34" name="Conector recto 33">
            <a:extLst>
              <a:ext uri="{FF2B5EF4-FFF2-40B4-BE49-F238E27FC236}">
                <a16:creationId xmlns:a16="http://schemas.microsoft.com/office/drawing/2014/main" id="{9A681714-D91E-4797-0CB8-2791B1622CEA}"/>
              </a:ext>
            </a:extLst>
          </p:cNvPr>
          <p:cNvCxnSpPr/>
          <p:nvPr/>
        </p:nvCxnSpPr>
        <p:spPr>
          <a:xfrm>
            <a:off x="4572000" y="1690688"/>
            <a:ext cx="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Conector recto 35">
            <a:extLst>
              <a:ext uri="{FF2B5EF4-FFF2-40B4-BE49-F238E27FC236}">
                <a16:creationId xmlns:a16="http://schemas.microsoft.com/office/drawing/2014/main" id="{B3BF9767-22F2-E108-F5BC-8FE4ACAD1482}"/>
              </a:ext>
            </a:extLst>
          </p:cNvPr>
          <p:cNvCxnSpPr/>
          <p:nvPr/>
        </p:nvCxnSpPr>
        <p:spPr>
          <a:xfrm>
            <a:off x="4572000" y="1583749"/>
            <a:ext cx="0" cy="236177"/>
          </a:xfrm>
          <a:prstGeom prst="line">
            <a:avLst/>
          </a:prstGeom>
        </p:spPr>
        <p:style>
          <a:lnRef idx="2">
            <a:schemeClr val="dk1"/>
          </a:lnRef>
          <a:fillRef idx="0">
            <a:schemeClr val="dk1"/>
          </a:fillRef>
          <a:effectRef idx="1">
            <a:schemeClr val="dk1"/>
          </a:effectRef>
          <a:fontRef idx="minor">
            <a:schemeClr val="tx1"/>
          </a:fontRef>
        </p:style>
      </p:cxnSp>
      <p:cxnSp>
        <p:nvCxnSpPr>
          <p:cNvPr id="37" name="Conector recto 36">
            <a:extLst>
              <a:ext uri="{FF2B5EF4-FFF2-40B4-BE49-F238E27FC236}">
                <a16:creationId xmlns:a16="http://schemas.microsoft.com/office/drawing/2014/main" id="{92F8F150-B9D9-A7C2-C08A-02BD24B8D397}"/>
              </a:ext>
            </a:extLst>
          </p:cNvPr>
          <p:cNvCxnSpPr/>
          <p:nvPr/>
        </p:nvCxnSpPr>
        <p:spPr>
          <a:xfrm>
            <a:off x="6096000" y="1572599"/>
            <a:ext cx="0" cy="236177"/>
          </a:xfrm>
          <a:prstGeom prst="line">
            <a:avLst/>
          </a:prstGeom>
        </p:spPr>
        <p:style>
          <a:lnRef idx="2">
            <a:schemeClr val="dk1"/>
          </a:lnRef>
          <a:fillRef idx="0">
            <a:schemeClr val="dk1"/>
          </a:fillRef>
          <a:effectRef idx="1">
            <a:schemeClr val="dk1"/>
          </a:effectRef>
          <a:fontRef idx="minor">
            <a:schemeClr val="tx1"/>
          </a:fontRef>
        </p:style>
      </p:cxnSp>
      <p:cxnSp>
        <p:nvCxnSpPr>
          <p:cNvPr id="39" name="Conector recto 38">
            <a:extLst>
              <a:ext uri="{FF2B5EF4-FFF2-40B4-BE49-F238E27FC236}">
                <a16:creationId xmlns:a16="http://schemas.microsoft.com/office/drawing/2014/main" id="{3FEADB14-6482-6AC8-D326-CDDB4B51567C}"/>
              </a:ext>
            </a:extLst>
          </p:cNvPr>
          <p:cNvCxnSpPr/>
          <p:nvPr/>
        </p:nvCxnSpPr>
        <p:spPr>
          <a:xfrm flipV="1">
            <a:off x="3461904" y="1701837"/>
            <a:ext cx="1821873" cy="677681"/>
          </a:xfrm>
          <a:prstGeom prst="line">
            <a:avLst/>
          </a:prstGeom>
        </p:spPr>
        <p:style>
          <a:lnRef idx="2">
            <a:schemeClr val="dk1"/>
          </a:lnRef>
          <a:fillRef idx="0">
            <a:schemeClr val="dk1"/>
          </a:fillRef>
          <a:effectRef idx="1">
            <a:schemeClr val="dk1"/>
          </a:effectRef>
          <a:fontRef idx="minor">
            <a:schemeClr val="tx1"/>
          </a:fontRef>
        </p:style>
      </p:cxnSp>
      <p:cxnSp>
        <p:nvCxnSpPr>
          <p:cNvPr id="41" name="Conector recto 40">
            <a:extLst>
              <a:ext uri="{FF2B5EF4-FFF2-40B4-BE49-F238E27FC236}">
                <a16:creationId xmlns:a16="http://schemas.microsoft.com/office/drawing/2014/main" id="{4D4FEA66-D30B-3BDC-153B-EA9B6FFD6955}"/>
              </a:ext>
            </a:extLst>
          </p:cNvPr>
          <p:cNvCxnSpPr/>
          <p:nvPr/>
        </p:nvCxnSpPr>
        <p:spPr>
          <a:xfrm>
            <a:off x="5283777" y="1690687"/>
            <a:ext cx="2272145" cy="688831"/>
          </a:xfrm>
          <a:prstGeom prst="line">
            <a:avLst/>
          </a:prstGeom>
        </p:spPr>
        <p:style>
          <a:lnRef idx="2">
            <a:schemeClr val="dk1"/>
          </a:lnRef>
          <a:fillRef idx="0">
            <a:schemeClr val="dk1"/>
          </a:fillRef>
          <a:effectRef idx="1">
            <a:schemeClr val="dk1"/>
          </a:effectRef>
          <a:fontRef idx="minor">
            <a:schemeClr val="tx1"/>
          </a:fontRef>
        </p:style>
      </p:cxnSp>
      <p:pic>
        <p:nvPicPr>
          <p:cNvPr id="43" name="Gráfico 42">
            <a:extLst>
              <a:ext uri="{FF2B5EF4-FFF2-40B4-BE49-F238E27FC236}">
                <a16:creationId xmlns:a16="http://schemas.microsoft.com/office/drawing/2014/main" id="{B9DC3E08-FC7B-A974-8B18-16E046E7A78E}"/>
              </a:ext>
            </a:extLst>
          </p:cNvPr>
          <p:cNvPicPr>
            <a:picLocks noChangeAspect="1"/>
          </p:cNvPicPr>
          <p:nvPr/>
        </p:nvPicPr>
        <p:blipFill>
          <a:blip>
            <a:extLst>
              <a:ext uri="{96DAC541-7B7A-43D3-8B79-37D633B846F1}">
                <asvg:svgBlip xmlns:asvg="http://schemas.microsoft.com/office/drawing/2016/SVG/main" r:embed="rId4"/>
              </a:ext>
              <a:ext uri="{837473B0-CC2E-450A-ABE3-18F120FF3D39}">
                <a1611:picAttrSrcUrl xmlns:a1611="http://schemas.microsoft.com/office/drawing/2016/11/main" r:id="rId5"/>
              </a:ext>
            </a:extLst>
          </a:blip>
          <a:stretch>
            <a:fillRect/>
          </a:stretch>
        </p:blipFill>
        <p:spPr>
          <a:xfrm>
            <a:off x="5100421" y="1264931"/>
            <a:ext cx="366711" cy="366711"/>
          </a:xfrm>
          <a:prstGeom prst="rect">
            <a:avLst/>
          </a:prstGeom>
        </p:spPr>
      </p:pic>
      <p:pic>
        <p:nvPicPr>
          <p:cNvPr id="45" name="Gráfico 44">
            <a:extLst>
              <a:ext uri="{FF2B5EF4-FFF2-40B4-BE49-F238E27FC236}">
                <a16:creationId xmlns:a16="http://schemas.microsoft.com/office/drawing/2014/main" id="{40257435-B80B-EEBA-3E9D-97676E1366C6}"/>
              </a:ext>
            </a:extLst>
          </p:cNvPr>
          <p:cNvPicPr>
            <a:picLocks noChangeAspect="1"/>
          </p:cNvPicPr>
          <p:nvPr/>
        </p:nvPicPr>
        <p:blipFill>
          <a:blip>
            <a:extLst>
              <a:ext uri="{96DAC541-7B7A-43D3-8B79-37D633B846F1}">
                <asvg:svgBlip xmlns:asvg="http://schemas.microsoft.com/office/drawing/2016/SVG/main" r:embed="rId6"/>
              </a:ext>
              <a:ext uri="{837473B0-CC2E-450A-ABE3-18F120FF3D39}">
                <a1611:picAttrSrcUrl xmlns:a1611="http://schemas.microsoft.com/office/drawing/2016/11/main" r:id="rId5"/>
              </a:ext>
            </a:extLst>
          </a:blip>
          <a:stretch>
            <a:fillRect/>
          </a:stretch>
        </p:blipFill>
        <p:spPr>
          <a:xfrm>
            <a:off x="5442562" y="1265956"/>
            <a:ext cx="366711" cy="366711"/>
          </a:xfrm>
          <a:prstGeom prst="rect">
            <a:avLst/>
          </a:prstGeom>
        </p:spPr>
      </p:pic>
      <p:pic>
        <p:nvPicPr>
          <p:cNvPr id="46" name="Gráfico 45">
            <a:extLst>
              <a:ext uri="{FF2B5EF4-FFF2-40B4-BE49-F238E27FC236}">
                <a16:creationId xmlns:a16="http://schemas.microsoft.com/office/drawing/2014/main" id="{F9CBB07C-7CFA-2BD2-E034-990254026ECB}"/>
              </a:ext>
            </a:extLst>
          </p:cNvPr>
          <p:cNvPicPr>
            <a:picLocks noChangeAspect="1"/>
          </p:cNvPicPr>
          <p:nvPr/>
        </p:nvPicPr>
        <p:blipFill>
          <a:blip>
            <a:extLst>
              <a:ext uri="{96DAC541-7B7A-43D3-8B79-37D633B846F1}">
                <asvg:svgBlip xmlns:asvg="http://schemas.microsoft.com/office/drawing/2016/SVG/main" r:embed="rId7"/>
              </a:ext>
              <a:ext uri="{837473B0-CC2E-450A-ABE3-18F120FF3D39}">
                <a1611:picAttrSrcUrl xmlns:a1611="http://schemas.microsoft.com/office/drawing/2016/11/main" r:id="rId5"/>
              </a:ext>
            </a:extLst>
          </a:blip>
          <a:stretch>
            <a:fillRect/>
          </a:stretch>
        </p:blipFill>
        <p:spPr>
          <a:xfrm>
            <a:off x="4783934" y="1263906"/>
            <a:ext cx="366711" cy="366711"/>
          </a:xfrm>
          <a:prstGeom prst="rect">
            <a:avLst/>
          </a:prstGeom>
        </p:spPr>
      </p:pic>
      <p:grpSp>
        <p:nvGrpSpPr>
          <p:cNvPr id="52" name="Grupo 51">
            <a:extLst>
              <a:ext uri="{FF2B5EF4-FFF2-40B4-BE49-F238E27FC236}">
                <a16:creationId xmlns:a16="http://schemas.microsoft.com/office/drawing/2014/main" id="{0E56D85D-B9A5-AA86-D06C-E6DAC22E6994}"/>
              </a:ext>
            </a:extLst>
          </p:cNvPr>
          <p:cNvGrpSpPr/>
          <p:nvPr/>
        </p:nvGrpSpPr>
        <p:grpSpPr>
          <a:xfrm>
            <a:off x="3200388" y="2660073"/>
            <a:ext cx="4707094" cy="3304309"/>
            <a:chOff x="3200388" y="2660073"/>
            <a:chExt cx="4707094" cy="3304309"/>
          </a:xfrm>
        </p:grpSpPr>
        <p:sp>
          <p:nvSpPr>
            <p:cNvPr id="48" name="Forma libre: forma 47">
              <a:extLst>
                <a:ext uri="{FF2B5EF4-FFF2-40B4-BE49-F238E27FC236}">
                  <a16:creationId xmlns:a16="http://schemas.microsoft.com/office/drawing/2014/main" id="{FB2D8A55-7A84-C9F9-F9DF-D0CF19D09E82}"/>
                </a:ext>
              </a:extLst>
            </p:cNvPr>
            <p:cNvSpPr/>
            <p:nvPr/>
          </p:nvSpPr>
          <p:spPr>
            <a:xfrm>
              <a:off x="7294418" y="2701636"/>
              <a:ext cx="582264" cy="3262746"/>
            </a:xfrm>
            <a:custGeom>
              <a:avLst/>
              <a:gdLst>
                <a:gd name="connsiteX0" fmla="*/ 332509 w 582264"/>
                <a:gd name="connsiteY0" fmla="*/ 3262746 h 3262746"/>
                <a:gd name="connsiteX1" fmla="*/ 280555 w 582264"/>
                <a:gd name="connsiteY1" fmla="*/ 3148446 h 3262746"/>
                <a:gd name="connsiteX2" fmla="*/ 218209 w 582264"/>
                <a:gd name="connsiteY2" fmla="*/ 3023755 h 3262746"/>
                <a:gd name="connsiteX3" fmla="*/ 197427 w 582264"/>
                <a:gd name="connsiteY3" fmla="*/ 2971800 h 3262746"/>
                <a:gd name="connsiteX4" fmla="*/ 187037 w 582264"/>
                <a:gd name="connsiteY4" fmla="*/ 2919846 h 3262746"/>
                <a:gd name="connsiteX5" fmla="*/ 166255 w 582264"/>
                <a:gd name="connsiteY5" fmla="*/ 2836719 h 3262746"/>
                <a:gd name="connsiteX6" fmla="*/ 155864 w 582264"/>
                <a:gd name="connsiteY6" fmla="*/ 2722419 h 3262746"/>
                <a:gd name="connsiteX7" fmla="*/ 145473 w 582264"/>
                <a:gd name="connsiteY7" fmla="*/ 2587337 h 3262746"/>
                <a:gd name="connsiteX8" fmla="*/ 124691 w 582264"/>
                <a:gd name="connsiteY8" fmla="*/ 2556164 h 3262746"/>
                <a:gd name="connsiteX9" fmla="*/ 83127 w 582264"/>
                <a:gd name="connsiteY9" fmla="*/ 2473037 h 3262746"/>
                <a:gd name="connsiteX10" fmla="*/ 41564 w 582264"/>
                <a:gd name="connsiteY10" fmla="*/ 2379519 h 3262746"/>
                <a:gd name="connsiteX11" fmla="*/ 31173 w 582264"/>
                <a:gd name="connsiteY11" fmla="*/ 2337955 h 3262746"/>
                <a:gd name="connsiteX12" fmla="*/ 20782 w 582264"/>
                <a:gd name="connsiteY12" fmla="*/ 2306782 h 3262746"/>
                <a:gd name="connsiteX13" fmla="*/ 0 w 582264"/>
                <a:gd name="connsiteY13" fmla="*/ 2161309 h 3262746"/>
                <a:gd name="connsiteX14" fmla="*/ 10391 w 582264"/>
                <a:gd name="connsiteY14" fmla="*/ 1787237 h 3262746"/>
                <a:gd name="connsiteX15" fmla="*/ 20782 w 582264"/>
                <a:gd name="connsiteY15" fmla="*/ 1693719 h 3262746"/>
                <a:gd name="connsiteX16" fmla="*/ 31173 w 582264"/>
                <a:gd name="connsiteY16" fmla="*/ 1558637 h 3262746"/>
                <a:gd name="connsiteX17" fmla="*/ 31173 w 582264"/>
                <a:gd name="connsiteY17" fmla="*/ 935182 h 3262746"/>
                <a:gd name="connsiteX18" fmla="*/ 51955 w 582264"/>
                <a:gd name="connsiteY18" fmla="*/ 789709 h 3262746"/>
                <a:gd name="connsiteX19" fmla="*/ 83127 w 582264"/>
                <a:gd name="connsiteY19" fmla="*/ 737755 h 3262746"/>
                <a:gd name="connsiteX20" fmla="*/ 166255 w 582264"/>
                <a:gd name="connsiteY20" fmla="*/ 665019 h 3262746"/>
                <a:gd name="connsiteX21" fmla="*/ 207818 w 582264"/>
                <a:gd name="connsiteY21" fmla="*/ 623455 h 3262746"/>
                <a:gd name="connsiteX22" fmla="*/ 228600 w 582264"/>
                <a:gd name="connsiteY22" fmla="*/ 592282 h 3262746"/>
                <a:gd name="connsiteX23" fmla="*/ 259773 w 582264"/>
                <a:gd name="connsiteY23" fmla="*/ 550719 h 3262746"/>
                <a:gd name="connsiteX24" fmla="*/ 311727 w 582264"/>
                <a:gd name="connsiteY24" fmla="*/ 446809 h 3262746"/>
                <a:gd name="connsiteX25" fmla="*/ 394855 w 582264"/>
                <a:gd name="connsiteY25" fmla="*/ 311728 h 3262746"/>
                <a:gd name="connsiteX26" fmla="*/ 436418 w 582264"/>
                <a:gd name="connsiteY26" fmla="*/ 238991 h 3262746"/>
                <a:gd name="connsiteX27" fmla="*/ 540327 w 582264"/>
                <a:gd name="connsiteY27" fmla="*/ 93519 h 3262746"/>
                <a:gd name="connsiteX28" fmla="*/ 581891 w 582264"/>
                <a:gd name="connsiteY28" fmla="*/ 10391 h 3262746"/>
                <a:gd name="connsiteX29" fmla="*/ 581891 w 582264"/>
                <a:gd name="connsiteY29" fmla="*/ 0 h 3262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82264" h="3262746">
                  <a:moveTo>
                    <a:pt x="332509" y="3262746"/>
                  </a:moveTo>
                  <a:cubicBezTo>
                    <a:pt x="239445" y="3146413"/>
                    <a:pt x="331014" y="3278195"/>
                    <a:pt x="280555" y="3148446"/>
                  </a:cubicBezTo>
                  <a:cubicBezTo>
                    <a:pt x="263712" y="3105136"/>
                    <a:pt x="235467" y="3066901"/>
                    <a:pt x="218209" y="3023755"/>
                  </a:cubicBezTo>
                  <a:lnTo>
                    <a:pt x="197427" y="2971800"/>
                  </a:lnTo>
                  <a:cubicBezTo>
                    <a:pt x="193964" y="2954482"/>
                    <a:pt x="191008" y="2937055"/>
                    <a:pt x="187037" y="2919846"/>
                  </a:cubicBezTo>
                  <a:cubicBezTo>
                    <a:pt x="180615" y="2892016"/>
                    <a:pt x="170710" y="2864931"/>
                    <a:pt x="166255" y="2836719"/>
                  </a:cubicBezTo>
                  <a:cubicBezTo>
                    <a:pt x="160288" y="2798930"/>
                    <a:pt x="159041" y="2760544"/>
                    <a:pt x="155864" y="2722419"/>
                  </a:cubicBezTo>
                  <a:cubicBezTo>
                    <a:pt x="152114" y="2677415"/>
                    <a:pt x="153796" y="2631724"/>
                    <a:pt x="145473" y="2587337"/>
                  </a:cubicBezTo>
                  <a:cubicBezTo>
                    <a:pt x="143172" y="2575062"/>
                    <a:pt x="130671" y="2567128"/>
                    <a:pt x="124691" y="2556164"/>
                  </a:cubicBezTo>
                  <a:cubicBezTo>
                    <a:pt x="109856" y="2528967"/>
                    <a:pt x="94632" y="2501801"/>
                    <a:pt x="83127" y="2473037"/>
                  </a:cubicBezTo>
                  <a:cubicBezTo>
                    <a:pt x="56594" y="2406700"/>
                    <a:pt x="70688" y="2437765"/>
                    <a:pt x="41564" y="2379519"/>
                  </a:cubicBezTo>
                  <a:cubicBezTo>
                    <a:pt x="38100" y="2365664"/>
                    <a:pt x="35096" y="2351687"/>
                    <a:pt x="31173" y="2337955"/>
                  </a:cubicBezTo>
                  <a:cubicBezTo>
                    <a:pt x="28164" y="2327423"/>
                    <a:pt x="22685" y="2317568"/>
                    <a:pt x="20782" y="2306782"/>
                  </a:cubicBezTo>
                  <a:cubicBezTo>
                    <a:pt x="12269" y="2258544"/>
                    <a:pt x="0" y="2161309"/>
                    <a:pt x="0" y="2161309"/>
                  </a:cubicBezTo>
                  <a:cubicBezTo>
                    <a:pt x="3464" y="2036618"/>
                    <a:pt x="4852" y="1911853"/>
                    <a:pt x="10391" y="1787237"/>
                  </a:cubicBezTo>
                  <a:cubicBezTo>
                    <a:pt x="11784" y="1755903"/>
                    <a:pt x="17942" y="1724955"/>
                    <a:pt x="20782" y="1693719"/>
                  </a:cubicBezTo>
                  <a:cubicBezTo>
                    <a:pt x="24871" y="1648744"/>
                    <a:pt x="27709" y="1603664"/>
                    <a:pt x="31173" y="1558637"/>
                  </a:cubicBezTo>
                  <a:cubicBezTo>
                    <a:pt x="20087" y="1281482"/>
                    <a:pt x="12497" y="1240229"/>
                    <a:pt x="31173" y="935182"/>
                  </a:cubicBezTo>
                  <a:cubicBezTo>
                    <a:pt x="34166" y="886290"/>
                    <a:pt x="26754" y="831712"/>
                    <a:pt x="51955" y="789709"/>
                  </a:cubicBezTo>
                  <a:cubicBezTo>
                    <a:pt x="62346" y="772391"/>
                    <a:pt x="71009" y="753912"/>
                    <a:pt x="83127" y="737755"/>
                  </a:cubicBezTo>
                  <a:cubicBezTo>
                    <a:pt x="103248" y="710927"/>
                    <a:pt x="143173" y="685537"/>
                    <a:pt x="166255" y="665019"/>
                  </a:cubicBezTo>
                  <a:cubicBezTo>
                    <a:pt x="180899" y="652002"/>
                    <a:pt x="195067" y="638331"/>
                    <a:pt x="207818" y="623455"/>
                  </a:cubicBezTo>
                  <a:cubicBezTo>
                    <a:pt x="215945" y="613973"/>
                    <a:pt x="221341" y="602444"/>
                    <a:pt x="228600" y="592282"/>
                  </a:cubicBezTo>
                  <a:cubicBezTo>
                    <a:pt x="238666" y="578190"/>
                    <a:pt x="250167" y="565128"/>
                    <a:pt x="259773" y="550719"/>
                  </a:cubicBezTo>
                  <a:cubicBezTo>
                    <a:pt x="349354" y="416349"/>
                    <a:pt x="238366" y="578859"/>
                    <a:pt x="311727" y="446809"/>
                  </a:cubicBezTo>
                  <a:cubicBezTo>
                    <a:pt x="337403" y="400592"/>
                    <a:pt x="371211" y="359016"/>
                    <a:pt x="394855" y="311728"/>
                  </a:cubicBezTo>
                  <a:cubicBezTo>
                    <a:pt x="413931" y="273575"/>
                    <a:pt x="412923" y="271297"/>
                    <a:pt x="436418" y="238991"/>
                  </a:cubicBezTo>
                  <a:cubicBezTo>
                    <a:pt x="499516" y="152231"/>
                    <a:pt x="489815" y="172895"/>
                    <a:pt x="540327" y="93519"/>
                  </a:cubicBezTo>
                  <a:cubicBezTo>
                    <a:pt x="562953" y="57963"/>
                    <a:pt x="572805" y="46737"/>
                    <a:pt x="581891" y="10391"/>
                  </a:cubicBezTo>
                  <a:cubicBezTo>
                    <a:pt x="582731" y="7031"/>
                    <a:pt x="581891" y="3464"/>
                    <a:pt x="581891" y="0"/>
                  </a:cubicBezTo>
                </a:path>
              </a:pathLst>
            </a:custGeom>
            <a:ln w="76200"/>
          </p:spPr>
          <p:style>
            <a:lnRef idx="1">
              <a:schemeClr val="accent5"/>
            </a:lnRef>
            <a:fillRef idx="0">
              <a:schemeClr val="accent5"/>
            </a:fillRef>
            <a:effectRef idx="0">
              <a:schemeClr val="accent5"/>
            </a:effectRef>
            <a:fontRef idx="minor">
              <a:schemeClr val="tx1"/>
            </a:fontRef>
          </p:style>
          <p:txBody>
            <a:bodyPr rtlCol="0" anchor="ctr"/>
            <a:lstStyle/>
            <a:p>
              <a:pPr algn="ctr"/>
              <a:endParaRPr lang="es-419"/>
            </a:p>
          </p:txBody>
        </p:sp>
        <p:sp>
          <p:nvSpPr>
            <p:cNvPr id="49" name="Forma libre: forma 48">
              <a:extLst>
                <a:ext uri="{FF2B5EF4-FFF2-40B4-BE49-F238E27FC236}">
                  <a16:creationId xmlns:a16="http://schemas.microsoft.com/office/drawing/2014/main" id="{13EB207C-C286-C097-5D01-12FE548F06F1}"/>
                </a:ext>
              </a:extLst>
            </p:cNvPr>
            <p:cNvSpPr/>
            <p:nvPr/>
          </p:nvSpPr>
          <p:spPr>
            <a:xfrm>
              <a:off x="5985164" y="2660073"/>
              <a:ext cx="1922318" cy="3210791"/>
            </a:xfrm>
            <a:custGeom>
              <a:avLst/>
              <a:gdLst>
                <a:gd name="connsiteX0" fmla="*/ 1537854 w 1922318"/>
                <a:gd name="connsiteY0" fmla="*/ 3210791 h 3210791"/>
                <a:gd name="connsiteX1" fmla="*/ 1413163 w 1922318"/>
                <a:gd name="connsiteY1" fmla="*/ 2971800 h 3210791"/>
                <a:gd name="connsiteX2" fmla="*/ 1340427 w 1922318"/>
                <a:gd name="connsiteY2" fmla="*/ 2878282 h 3210791"/>
                <a:gd name="connsiteX3" fmla="*/ 1278081 w 1922318"/>
                <a:gd name="connsiteY3" fmla="*/ 2784763 h 3210791"/>
                <a:gd name="connsiteX4" fmla="*/ 1257300 w 1922318"/>
                <a:gd name="connsiteY4" fmla="*/ 2743200 h 3210791"/>
                <a:gd name="connsiteX5" fmla="*/ 1226127 w 1922318"/>
                <a:gd name="connsiteY5" fmla="*/ 2691245 h 3210791"/>
                <a:gd name="connsiteX6" fmla="*/ 1236518 w 1922318"/>
                <a:gd name="connsiteY6" fmla="*/ 2587336 h 3210791"/>
                <a:gd name="connsiteX7" fmla="*/ 1215736 w 1922318"/>
                <a:gd name="connsiteY7" fmla="*/ 2317172 h 3210791"/>
                <a:gd name="connsiteX8" fmla="*/ 1163781 w 1922318"/>
                <a:gd name="connsiteY8" fmla="*/ 2182091 h 3210791"/>
                <a:gd name="connsiteX9" fmla="*/ 1111827 w 1922318"/>
                <a:gd name="connsiteY9" fmla="*/ 2057400 h 3210791"/>
                <a:gd name="connsiteX10" fmla="*/ 1101436 w 1922318"/>
                <a:gd name="connsiteY10" fmla="*/ 2026227 h 3210791"/>
                <a:gd name="connsiteX11" fmla="*/ 945572 w 1922318"/>
                <a:gd name="connsiteY11" fmla="*/ 1849582 h 3210791"/>
                <a:gd name="connsiteX12" fmla="*/ 893618 w 1922318"/>
                <a:gd name="connsiteY12" fmla="*/ 1787236 h 3210791"/>
                <a:gd name="connsiteX13" fmla="*/ 841663 w 1922318"/>
                <a:gd name="connsiteY13" fmla="*/ 1745672 h 3210791"/>
                <a:gd name="connsiteX14" fmla="*/ 789709 w 1922318"/>
                <a:gd name="connsiteY14" fmla="*/ 1683327 h 3210791"/>
                <a:gd name="connsiteX15" fmla="*/ 716972 w 1922318"/>
                <a:gd name="connsiteY15" fmla="*/ 1620982 h 3210791"/>
                <a:gd name="connsiteX16" fmla="*/ 529936 w 1922318"/>
                <a:gd name="connsiteY16" fmla="*/ 1475509 h 3210791"/>
                <a:gd name="connsiteX17" fmla="*/ 446809 w 1922318"/>
                <a:gd name="connsiteY17" fmla="*/ 1444336 h 3210791"/>
                <a:gd name="connsiteX18" fmla="*/ 342900 w 1922318"/>
                <a:gd name="connsiteY18" fmla="*/ 1423554 h 3210791"/>
                <a:gd name="connsiteX19" fmla="*/ 197427 w 1922318"/>
                <a:gd name="connsiteY19" fmla="*/ 1319645 h 3210791"/>
                <a:gd name="connsiteX20" fmla="*/ 166254 w 1922318"/>
                <a:gd name="connsiteY20" fmla="*/ 1288472 h 3210791"/>
                <a:gd name="connsiteX21" fmla="*/ 41563 w 1922318"/>
                <a:gd name="connsiteY21" fmla="*/ 1111827 h 3210791"/>
                <a:gd name="connsiteX22" fmla="*/ 0 w 1922318"/>
                <a:gd name="connsiteY22" fmla="*/ 1039091 h 3210791"/>
                <a:gd name="connsiteX23" fmla="*/ 51954 w 1922318"/>
                <a:gd name="connsiteY23" fmla="*/ 883227 h 3210791"/>
                <a:gd name="connsiteX24" fmla="*/ 93518 w 1922318"/>
                <a:gd name="connsiteY24" fmla="*/ 862445 h 3210791"/>
                <a:gd name="connsiteX25" fmla="*/ 218209 w 1922318"/>
                <a:gd name="connsiteY25" fmla="*/ 789709 h 3210791"/>
                <a:gd name="connsiteX26" fmla="*/ 249381 w 1922318"/>
                <a:gd name="connsiteY26" fmla="*/ 758536 h 3210791"/>
                <a:gd name="connsiteX27" fmla="*/ 384463 w 1922318"/>
                <a:gd name="connsiteY27" fmla="*/ 696191 h 3210791"/>
                <a:gd name="connsiteX28" fmla="*/ 415636 w 1922318"/>
                <a:gd name="connsiteY28" fmla="*/ 675409 h 3210791"/>
                <a:gd name="connsiteX29" fmla="*/ 488372 w 1922318"/>
                <a:gd name="connsiteY29" fmla="*/ 654627 h 3210791"/>
                <a:gd name="connsiteX30" fmla="*/ 727363 w 1922318"/>
                <a:gd name="connsiteY30" fmla="*/ 602672 h 3210791"/>
                <a:gd name="connsiteX31" fmla="*/ 831272 w 1922318"/>
                <a:gd name="connsiteY31" fmla="*/ 571500 h 3210791"/>
                <a:gd name="connsiteX32" fmla="*/ 904009 w 1922318"/>
                <a:gd name="connsiteY32" fmla="*/ 540327 h 3210791"/>
                <a:gd name="connsiteX33" fmla="*/ 1059872 w 1922318"/>
                <a:gd name="connsiteY33" fmla="*/ 498763 h 3210791"/>
                <a:gd name="connsiteX34" fmla="*/ 1194954 w 1922318"/>
                <a:gd name="connsiteY34" fmla="*/ 467591 h 3210791"/>
                <a:gd name="connsiteX35" fmla="*/ 1309254 w 1922318"/>
                <a:gd name="connsiteY35" fmla="*/ 405245 h 3210791"/>
                <a:gd name="connsiteX36" fmla="*/ 1371600 w 1922318"/>
                <a:gd name="connsiteY36" fmla="*/ 374072 h 3210791"/>
                <a:gd name="connsiteX37" fmla="*/ 1423554 w 1922318"/>
                <a:gd name="connsiteY37" fmla="*/ 342900 h 3210791"/>
                <a:gd name="connsiteX38" fmla="*/ 1475509 w 1922318"/>
                <a:gd name="connsiteY38" fmla="*/ 322118 h 3210791"/>
                <a:gd name="connsiteX39" fmla="*/ 1589809 w 1922318"/>
                <a:gd name="connsiteY39" fmla="*/ 238991 h 3210791"/>
                <a:gd name="connsiteX40" fmla="*/ 1714500 w 1922318"/>
                <a:gd name="connsiteY40" fmla="*/ 135082 h 3210791"/>
                <a:gd name="connsiteX41" fmla="*/ 1818409 w 1922318"/>
                <a:gd name="connsiteY41" fmla="*/ 72736 h 3210791"/>
                <a:gd name="connsiteX42" fmla="*/ 1891145 w 1922318"/>
                <a:gd name="connsiteY42" fmla="*/ 41563 h 3210791"/>
                <a:gd name="connsiteX43" fmla="*/ 1922318 w 1922318"/>
                <a:gd name="connsiteY43" fmla="*/ 0 h 3210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922318" h="3210791">
                  <a:moveTo>
                    <a:pt x="1537854" y="3210791"/>
                  </a:moveTo>
                  <a:cubicBezTo>
                    <a:pt x="1503097" y="3123899"/>
                    <a:pt x="1478286" y="3055530"/>
                    <a:pt x="1413163" y="2971800"/>
                  </a:cubicBezTo>
                  <a:cubicBezTo>
                    <a:pt x="1388918" y="2940627"/>
                    <a:pt x="1363549" y="2910297"/>
                    <a:pt x="1340427" y="2878282"/>
                  </a:cubicBezTo>
                  <a:cubicBezTo>
                    <a:pt x="1318491" y="2847910"/>
                    <a:pt x="1297716" y="2816671"/>
                    <a:pt x="1278081" y="2784763"/>
                  </a:cubicBezTo>
                  <a:cubicBezTo>
                    <a:pt x="1269963" y="2771571"/>
                    <a:pt x="1264822" y="2756740"/>
                    <a:pt x="1257300" y="2743200"/>
                  </a:cubicBezTo>
                  <a:cubicBezTo>
                    <a:pt x="1247492" y="2725545"/>
                    <a:pt x="1236518" y="2708563"/>
                    <a:pt x="1226127" y="2691245"/>
                  </a:cubicBezTo>
                  <a:cubicBezTo>
                    <a:pt x="1229591" y="2656609"/>
                    <a:pt x="1236518" y="2622145"/>
                    <a:pt x="1236518" y="2587336"/>
                  </a:cubicBezTo>
                  <a:cubicBezTo>
                    <a:pt x="1236518" y="2460269"/>
                    <a:pt x="1242560" y="2411057"/>
                    <a:pt x="1215736" y="2317172"/>
                  </a:cubicBezTo>
                  <a:cubicBezTo>
                    <a:pt x="1183871" y="2205647"/>
                    <a:pt x="1203622" y="2241850"/>
                    <a:pt x="1163781" y="2182091"/>
                  </a:cubicBezTo>
                  <a:cubicBezTo>
                    <a:pt x="1128660" y="2076725"/>
                    <a:pt x="1150836" y="2115912"/>
                    <a:pt x="1111827" y="2057400"/>
                  </a:cubicBezTo>
                  <a:cubicBezTo>
                    <a:pt x="1108363" y="2047009"/>
                    <a:pt x="1107802" y="2035140"/>
                    <a:pt x="1101436" y="2026227"/>
                  </a:cubicBezTo>
                  <a:cubicBezTo>
                    <a:pt x="1005928" y="1892516"/>
                    <a:pt x="1032804" y="1944744"/>
                    <a:pt x="945572" y="1849582"/>
                  </a:cubicBezTo>
                  <a:cubicBezTo>
                    <a:pt x="927292" y="1829641"/>
                    <a:pt x="912746" y="1806365"/>
                    <a:pt x="893618" y="1787236"/>
                  </a:cubicBezTo>
                  <a:cubicBezTo>
                    <a:pt x="877936" y="1771554"/>
                    <a:pt x="857345" y="1761354"/>
                    <a:pt x="841663" y="1745672"/>
                  </a:cubicBezTo>
                  <a:cubicBezTo>
                    <a:pt x="822535" y="1726544"/>
                    <a:pt x="808837" y="1702455"/>
                    <a:pt x="789709" y="1683327"/>
                  </a:cubicBezTo>
                  <a:cubicBezTo>
                    <a:pt x="767129" y="1660747"/>
                    <a:pt x="740437" y="1642642"/>
                    <a:pt x="716972" y="1620982"/>
                  </a:cubicBezTo>
                  <a:cubicBezTo>
                    <a:pt x="652291" y="1561276"/>
                    <a:pt x="623016" y="1510415"/>
                    <a:pt x="529936" y="1475509"/>
                  </a:cubicBezTo>
                  <a:cubicBezTo>
                    <a:pt x="502227" y="1465118"/>
                    <a:pt x="474884" y="1453694"/>
                    <a:pt x="446809" y="1444336"/>
                  </a:cubicBezTo>
                  <a:cubicBezTo>
                    <a:pt x="415808" y="1434002"/>
                    <a:pt x="373595" y="1428670"/>
                    <a:pt x="342900" y="1423554"/>
                  </a:cubicBezTo>
                  <a:cubicBezTo>
                    <a:pt x="294409" y="1388918"/>
                    <a:pt x="239564" y="1361782"/>
                    <a:pt x="197427" y="1319645"/>
                  </a:cubicBezTo>
                  <a:cubicBezTo>
                    <a:pt x="187036" y="1309254"/>
                    <a:pt x="175333" y="1300027"/>
                    <a:pt x="166254" y="1288472"/>
                  </a:cubicBezTo>
                  <a:cubicBezTo>
                    <a:pt x="142153" y="1257798"/>
                    <a:pt x="70177" y="1158325"/>
                    <a:pt x="41563" y="1111827"/>
                  </a:cubicBezTo>
                  <a:cubicBezTo>
                    <a:pt x="26928" y="1088045"/>
                    <a:pt x="13854" y="1063336"/>
                    <a:pt x="0" y="1039091"/>
                  </a:cubicBezTo>
                  <a:cubicBezTo>
                    <a:pt x="17318" y="987136"/>
                    <a:pt x="26330" y="931628"/>
                    <a:pt x="51954" y="883227"/>
                  </a:cubicBezTo>
                  <a:cubicBezTo>
                    <a:pt x="59202" y="869537"/>
                    <a:pt x="80017" y="870039"/>
                    <a:pt x="93518" y="862445"/>
                  </a:cubicBezTo>
                  <a:cubicBezTo>
                    <a:pt x="135457" y="838855"/>
                    <a:pt x="184185" y="823734"/>
                    <a:pt x="218209" y="789709"/>
                  </a:cubicBezTo>
                  <a:cubicBezTo>
                    <a:pt x="228600" y="779318"/>
                    <a:pt x="237154" y="766687"/>
                    <a:pt x="249381" y="758536"/>
                  </a:cubicBezTo>
                  <a:cubicBezTo>
                    <a:pt x="284903" y="734855"/>
                    <a:pt x="347608" y="714618"/>
                    <a:pt x="384463" y="696191"/>
                  </a:cubicBezTo>
                  <a:cubicBezTo>
                    <a:pt x="395633" y="690606"/>
                    <a:pt x="404041" y="680047"/>
                    <a:pt x="415636" y="675409"/>
                  </a:cubicBezTo>
                  <a:cubicBezTo>
                    <a:pt x="439048" y="666044"/>
                    <a:pt x="463973" y="660992"/>
                    <a:pt x="488372" y="654627"/>
                  </a:cubicBezTo>
                  <a:cubicBezTo>
                    <a:pt x="660885" y="609623"/>
                    <a:pt x="605581" y="620070"/>
                    <a:pt x="727363" y="602672"/>
                  </a:cubicBezTo>
                  <a:cubicBezTo>
                    <a:pt x="944137" y="515967"/>
                    <a:pt x="620495" y="641760"/>
                    <a:pt x="831272" y="571500"/>
                  </a:cubicBezTo>
                  <a:cubicBezTo>
                    <a:pt x="856297" y="563158"/>
                    <a:pt x="878872" y="548325"/>
                    <a:pt x="904009" y="540327"/>
                  </a:cubicBezTo>
                  <a:cubicBezTo>
                    <a:pt x="955248" y="524024"/>
                    <a:pt x="1007708" y="511804"/>
                    <a:pt x="1059872" y="498763"/>
                  </a:cubicBezTo>
                  <a:cubicBezTo>
                    <a:pt x="1104703" y="487555"/>
                    <a:pt x="1194954" y="467591"/>
                    <a:pt x="1194954" y="467591"/>
                  </a:cubicBezTo>
                  <a:cubicBezTo>
                    <a:pt x="1374597" y="377769"/>
                    <a:pt x="1151121" y="491500"/>
                    <a:pt x="1309254" y="405245"/>
                  </a:cubicBezTo>
                  <a:cubicBezTo>
                    <a:pt x="1329652" y="394119"/>
                    <a:pt x="1351202" y="385198"/>
                    <a:pt x="1371600" y="374072"/>
                  </a:cubicBezTo>
                  <a:cubicBezTo>
                    <a:pt x="1389330" y="364401"/>
                    <a:pt x="1405490" y="351932"/>
                    <a:pt x="1423554" y="342900"/>
                  </a:cubicBezTo>
                  <a:cubicBezTo>
                    <a:pt x="1440237" y="334558"/>
                    <a:pt x="1459692" y="332004"/>
                    <a:pt x="1475509" y="322118"/>
                  </a:cubicBezTo>
                  <a:cubicBezTo>
                    <a:pt x="1515459" y="297150"/>
                    <a:pt x="1556497" y="272304"/>
                    <a:pt x="1589809" y="238991"/>
                  </a:cubicBezTo>
                  <a:cubicBezTo>
                    <a:pt x="1635871" y="192927"/>
                    <a:pt x="1644410" y="181810"/>
                    <a:pt x="1714500" y="135082"/>
                  </a:cubicBezTo>
                  <a:cubicBezTo>
                    <a:pt x="1752891" y="109487"/>
                    <a:pt x="1770643" y="96619"/>
                    <a:pt x="1818409" y="72736"/>
                  </a:cubicBezTo>
                  <a:cubicBezTo>
                    <a:pt x="1849364" y="57258"/>
                    <a:pt x="1860874" y="67509"/>
                    <a:pt x="1891145" y="41563"/>
                  </a:cubicBezTo>
                  <a:cubicBezTo>
                    <a:pt x="1904294" y="30293"/>
                    <a:pt x="1911927" y="13854"/>
                    <a:pt x="1922318" y="0"/>
                  </a:cubicBezTo>
                </a:path>
              </a:pathLst>
            </a:custGeom>
            <a:ln w="76200"/>
          </p:spPr>
          <p:style>
            <a:lnRef idx="1">
              <a:schemeClr val="accent5"/>
            </a:lnRef>
            <a:fillRef idx="0">
              <a:schemeClr val="accent5"/>
            </a:fillRef>
            <a:effectRef idx="0">
              <a:schemeClr val="accent5"/>
            </a:effectRef>
            <a:fontRef idx="minor">
              <a:schemeClr val="tx1"/>
            </a:fontRef>
          </p:style>
          <p:txBody>
            <a:bodyPr rtlCol="0" anchor="ctr"/>
            <a:lstStyle/>
            <a:p>
              <a:pPr algn="ctr"/>
              <a:endParaRPr lang="es-419"/>
            </a:p>
          </p:txBody>
        </p:sp>
        <p:sp>
          <p:nvSpPr>
            <p:cNvPr id="51" name="Forma libre: forma 50">
              <a:extLst>
                <a:ext uri="{FF2B5EF4-FFF2-40B4-BE49-F238E27FC236}">
                  <a16:creationId xmlns:a16="http://schemas.microsoft.com/office/drawing/2014/main" id="{92FED18A-E213-24C7-434F-9EF5DA9B2E61}"/>
                </a:ext>
              </a:extLst>
            </p:cNvPr>
            <p:cNvSpPr/>
            <p:nvPr/>
          </p:nvSpPr>
          <p:spPr>
            <a:xfrm>
              <a:off x="3200388" y="2691245"/>
              <a:ext cx="2909467" cy="820882"/>
            </a:xfrm>
            <a:custGeom>
              <a:avLst/>
              <a:gdLst>
                <a:gd name="connsiteX0" fmla="*/ 2909467 w 2909467"/>
                <a:gd name="connsiteY0" fmla="*/ 820882 h 820882"/>
                <a:gd name="connsiteX1" fmla="*/ 2867903 w 2909467"/>
                <a:gd name="connsiteY1" fmla="*/ 768928 h 820882"/>
                <a:gd name="connsiteX2" fmla="*/ 2826339 w 2909467"/>
                <a:gd name="connsiteY2" fmla="*/ 758537 h 820882"/>
                <a:gd name="connsiteX3" fmla="*/ 2774385 w 2909467"/>
                <a:gd name="connsiteY3" fmla="*/ 727364 h 820882"/>
                <a:gd name="connsiteX4" fmla="*/ 2608130 w 2909467"/>
                <a:gd name="connsiteY4" fmla="*/ 654628 h 820882"/>
                <a:gd name="connsiteX5" fmla="*/ 2400312 w 2909467"/>
                <a:gd name="connsiteY5" fmla="*/ 581891 h 820882"/>
                <a:gd name="connsiteX6" fmla="*/ 2358748 w 2909467"/>
                <a:gd name="connsiteY6" fmla="*/ 571500 h 820882"/>
                <a:gd name="connsiteX7" fmla="*/ 2286012 w 2909467"/>
                <a:gd name="connsiteY7" fmla="*/ 550719 h 820882"/>
                <a:gd name="connsiteX8" fmla="*/ 2254839 w 2909467"/>
                <a:gd name="connsiteY8" fmla="*/ 540328 h 820882"/>
                <a:gd name="connsiteX9" fmla="*/ 2192494 w 2909467"/>
                <a:gd name="connsiteY9" fmla="*/ 529937 h 820882"/>
                <a:gd name="connsiteX10" fmla="*/ 2098976 w 2909467"/>
                <a:gd name="connsiteY10" fmla="*/ 509155 h 820882"/>
                <a:gd name="connsiteX11" fmla="*/ 1963894 w 2909467"/>
                <a:gd name="connsiteY11" fmla="*/ 467591 h 820882"/>
                <a:gd name="connsiteX12" fmla="*/ 1818421 w 2909467"/>
                <a:gd name="connsiteY12" fmla="*/ 436419 h 820882"/>
                <a:gd name="connsiteX13" fmla="*/ 1787248 w 2909467"/>
                <a:gd name="connsiteY13" fmla="*/ 415637 h 820882"/>
                <a:gd name="connsiteX14" fmla="*/ 1548257 w 2909467"/>
                <a:gd name="connsiteY14" fmla="*/ 374073 h 820882"/>
                <a:gd name="connsiteX15" fmla="*/ 1496303 w 2909467"/>
                <a:gd name="connsiteY15" fmla="*/ 363682 h 820882"/>
                <a:gd name="connsiteX16" fmla="*/ 1433957 w 2909467"/>
                <a:gd name="connsiteY16" fmla="*/ 353291 h 820882"/>
                <a:gd name="connsiteX17" fmla="*/ 1392394 w 2909467"/>
                <a:gd name="connsiteY17" fmla="*/ 342900 h 820882"/>
                <a:gd name="connsiteX18" fmla="*/ 1330048 w 2909467"/>
                <a:gd name="connsiteY18" fmla="*/ 332510 h 820882"/>
                <a:gd name="connsiteX19" fmla="*/ 1278094 w 2909467"/>
                <a:gd name="connsiteY19" fmla="*/ 322119 h 820882"/>
                <a:gd name="connsiteX20" fmla="*/ 1215748 w 2909467"/>
                <a:gd name="connsiteY20" fmla="*/ 290946 h 820882"/>
                <a:gd name="connsiteX21" fmla="*/ 1143012 w 2909467"/>
                <a:gd name="connsiteY21" fmla="*/ 270164 h 820882"/>
                <a:gd name="connsiteX22" fmla="*/ 1049494 w 2909467"/>
                <a:gd name="connsiteY22" fmla="*/ 238991 h 820882"/>
                <a:gd name="connsiteX23" fmla="*/ 987148 w 2909467"/>
                <a:gd name="connsiteY23" fmla="*/ 218210 h 820882"/>
                <a:gd name="connsiteX24" fmla="*/ 914412 w 2909467"/>
                <a:gd name="connsiteY24" fmla="*/ 197428 h 820882"/>
                <a:gd name="connsiteX25" fmla="*/ 862457 w 2909467"/>
                <a:gd name="connsiteY25" fmla="*/ 176646 h 820882"/>
                <a:gd name="connsiteX26" fmla="*/ 800112 w 2909467"/>
                <a:gd name="connsiteY26" fmla="*/ 166255 h 820882"/>
                <a:gd name="connsiteX27" fmla="*/ 654639 w 2909467"/>
                <a:gd name="connsiteY27" fmla="*/ 145473 h 820882"/>
                <a:gd name="connsiteX28" fmla="*/ 540339 w 2909467"/>
                <a:gd name="connsiteY28" fmla="*/ 124691 h 820882"/>
                <a:gd name="connsiteX29" fmla="*/ 488385 w 2909467"/>
                <a:gd name="connsiteY29" fmla="*/ 114300 h 820882"/>
                <a:gd name="connsiteX30" fmla="*/ 311739 w 2909467"/>
                <a:gd name="connsiteY30" fmla="*/ 83128 h 820882"/>
                <a:gd name="connsiteX31" fmla="*/ 197439 w 2909467"/>
                <a:gd name="connsiteY31" fmla="*/ 51955 h 820882"/>
                <a:gd name="connsiteX32" fmla="*/ 145485 w 2909467"/>
                <a:gd name="connsiteY32" fmla="*/ 41564 h 820882"/>
                <a:gd name="connsiteX33" fmla="*/ 103921 w 2909467"/>
                <a:gd name="connsiteY33" fmla="*/ 31173 h 820882"/>
                <a:gd name="connsiteX34" fmla="*/ 12 w 2909467"/>
                <a:gd name="connsiteY34" fmla="*/ 0 h 820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909467" h="820882">
                  <a:moveTo>
                    <a:pt x="2909467" y="820882"/>
                  </a:moveTo>
                  <a:cubicBezTo>
                    <a:pt x="2895612" y="803564"/>
                    <a:pt x="2885646" y="782235"/>
                    <a:pt x="2867903" y="768928"/>
                  </a:cubicBezTo>
                  <a:cubicBezTo>
                    <a:pt x="2856478" y="760359"/>
                    <a:pt x="2839389" y="764337"/>
                    <a:pt x="2826339" y="758537"/>
                  </a:cubicBezTo>
                  <a:cubicBezTo>
                    <a:pt x="2807884" y="750334"/>
                    <a:pt x="2792205" y="736868"/>
                    <a:pt x="2774385" y="727364"/>
                  </a:cubicBezTo>
                  <a:cubicBezTo>
                    <a:pt x="2650580" y="661334"/>
                    <a:pt x="2707385" y="690076"/>
                    <a:pt x="2608130" y="654628"/>
                  </a:cubicBezTo>
                  <a:cubicBezTo>
                    <a:pt x="2543545" y="631562"/>
                    <a:pt x="2464895" y="598037"/>
                    <a:pt x="2400312" y="581891"/>
                  </a:cubicBezTo>
                  <a:cubicBezTo>
                    <a:pt x="2386457" y="578427"/>
                    <a:pt x="2372526" y="575258"/>
                    <a:pt x="2358748" y="571500"/>
                  </a:cubicBezTo>
                  <a:cubicBezTo>
                    <a:pt x="2334421" y="564866"/>
                    <a:pt x="2310164" y="557964"/>
                    <a:pt x="2286012" y="550719"/>
                  </a:cubicBezTo>
                  <a:cubicBezTo>
                    <a:pt x="2275521" y="547572"/>
                    <a:pt x="2265531" y="542704"/>
                    <a:pt x="2254839" y="540328"/>
                  </a:cubicBezTo>
                  <a:cubicBezTo>
                    <a:pt x="2234272" y="535758"/>
                    <a:pt x="2213222" y="533706"/>
                    <a:pt x="2192494" y="529937"/>
                  </a:cubicBezTo>
                  <a:cubicBezTo>
                    <a:pt x="2174374" y="526642"/>
                    <a:pt x="2118992" y="515827"/>
                    <a:pt x="2098976" y="509155"/>
                  </a:cubicBezTo>
                  <a:cubicBezTo>
                    <a:pt x="2006057" y="478182"/>
                    <a:pt x="2087235" y="492259"/>
                    <a:pt x="1963894" y="467591"/>
                  </a:cubicBezTo>
                  <a:cubicBezTo>
                    <a:pt x="1801052" y="435022"/>
                    <a:pt x="1981774" y="483090"/>
                    <a:pt x="1818421" y="436419"/>
                  </a:cubicBezTo>
                  <a:cubicBezTo>
                    <a:pt x="1808030" y="429492"/>
                    <a:pt x="1799096" y="419586"/>
                    <a:pt x="1787248" y="415637"/>
                  </a:cubicBezTo>
                  <a:cubicBezTo>
                    <a:pt x="1681063" y="380242"/>
                    <a:pt x="1655557" y="383828"/>
                    <a:pt x="1548257" y="374073"/>
                  </a:cubicBezTo>
                  <a:lnTo>
                    <a:pt x="1496303" y="363682"/>
                  </a:lnTo>
                  <a:cubicBezTo>
                    <a:pt x="1475574" y="359913"/>
                    <a:pt x="1454617" y="357423"/>
                    <a:pt x="1433957" y="353291"/>
                  </a:cubicBezTo>
                  <a:cubicBezTo>
                    <a:pt x="1419954" y="350490"/>
                    <a:pt x="1406397" y="345701"/>
                    <a:pt x="1392394" y="342900"/>
                  </a:cubicBezTo>
                  <a:cubicBezTo>
                    <a:pt x="1371735" y="338768"/>
                    <a:pt x="1350777" y="336279"/>
                    <a:pt x="1330048" y="332510"/>
                  </a:cubicBezTo>
                  <a:cubicBezTo>
                    <a:pt x="1312672" y="329351"/>
                    <a:pt x="1295412" y="325583"/>
                    <a:pt x="1278094" y="322119"/>
                  </a:cubicBezTo>
                  <a:cubicBezTo>
                    <a:pt x="1257312" y="311728"/>
                    <a:pt x="1236980" y="300383"/>
                    <a:pt x="1215748" y="290946"/>
                  </a:cubicBezTo>
                  <a:cubicBezTo>
                    <a:pt x="1190474" y="279713"/>
                    <a:pt x="1169847" y="278421"/>
                    <a:pt x="1143012" y="270164"/>
                  </a:cubicBezTo>
                  <a:cubicBezTo>
                    <a:pt x="1111606" y="260501"/>
                    <a:pt x="1080667" y="249382"/>
                    <a:pt x="1049494" y="238991"/>
                  </a:cubicBezTo>
                  <a:cubicBezTo>
                    <a:pt x="1028712" y="232064"/>
                    <a:pt x="1008211" y="224228"/>
                    <a:pt x="987148" y="218210"/>
                  </a:cubicBezTo>
                  <a:cubicBezTo>
                    <a:pt x="962903" y="211283"/>
                    <a:pt x="938334" y="205402"/>
                    <a:pt x="914412" y="197428"/>
                  </a:cubicBezTo>
                  <a:cubicBezTo>
                    <a:pt x="896717" y="191530"/>
                    <a:pt x="880452" y="181554"/>
                    <a:pt x="862457" y="176646"/>
                  </a:cubicBezTo>
                  <a:cubicBezTo>
                    <a:pt x="842131" y="171103"/>
                    <a:pt x="820947" y="169380"/>
                    <a:pt x="800112" y="166255"/>
                  </a:cubicBezTo>
                  <a:cubicBezTo>
                    <a:pt x="751671" y="158989"/>
                    <a:pt x="702160" y="157353"/>
                    <a:pt x="654639" y="145473"/>
                  </a:cubicBezTo>
                  <a:cubicBezTo>
                    <a:pt x="574843" y="125523"/>
                    <a:pt x="652034" y="143307"/>
                    <a:pt x="540339" y="124691"/>
                  </a:cubicBezTo>
                  <a:cubicBezTo>
                    <a:pt x="522918" y="121788"/>
                    <a:pt x="505777" y="117369"/>
                    <a:pt x="488385" y="114300"/>
                  </a:cubicBezTo>
                  <a:cubicBezTo>
                    <a:pt x="423901" y="102921"/>
                    <a:pt x="372476" y="96625"/>
                    <a:pt x="311739" y="83128"/>
                  </a:cubicBezTo>
                  <a:cubicBezTo>
                    <a:pt x="248789" y="69139"/>
                    <a:pt x="278475" y="72214"/>
                    <a:pt x="197439" y="51955"/>
                  </a:cubicBezTo>
                  <a:cubicBezTo>
                    <a:pt x="180305" y="47672"/>
                    <a:pt x="162725" y="45395"/>
                    <a:pt x="145485" y="41564"/>
                  </a:cubicBezTo>
                  <a:cubicBezTo>
                    <a:pt x="131544" y="38466"/>
                    <a:pt x="117885" y="34165"/>
                    <a:pt x="103921" y="31173"/>
                  </a:cubicBezTo>
                  <a:cubicBezTo>
                    <a:pt x="-3384" y="8179"/>
                    <a:pt x="12" y="45864"/>
                    <a:pt x="12" y="0"/>
                  </a:cubicBezTo>
                </a:path>
              </a:pathLst>
            </a:custGeom>
            <a:ln w="76200"/>
          </p:spPr>
          <p:style>
            <a:lnRef idx="1">
              <a:schemeClr val="accent5"/>
            </a:lnRef>
            <a:fillRef idx="0">
              <a:schemeClr val="accent5"/>
            </a:fillRef>
            <a:effectRef idx="0">
              <a:schemeClr val="accent5"/>
            </a:effectRef>
            <a:fontRef idx="minor">
              <a:schemeClr val="tx1"/>
            </a:fontRef>
          </p:style>
          <p:txBody>
            <a:bodyPr rtlCol="0" anchor="ctr"/>
            <a:lstStyle/>
            <a:p>
              <a:pPr algn="ctr"/>
              <a:endParaRPr lang="es-419"/>
            </a:p>
          </p:txBody>
        </p:sp>
      </p:grpSp>
      <p:grpSp>
        <p:nvGrpSpPr>
          <p:cNvPr id="57" name="Grupo 56">
            <a:extLst>
              <a:ext uri="{FF2B5EF4-FFF2-40B4-BE49-F238E27FC236}">
                <a16:creationId xmlns:a16="http://schemas.microsoft.com/office/drawing/2014/main" id="{9F601BFB-5436-4F7F-5AD2-DAEB88C3C852}"/>
              </a:ext>
            </a:extLst>
          </p:cNvPr>
          <p:cNvGrpSpPr/>
          <p:nvPr/>
        </p:nvGrpSpPr>
        <p:grpSpPr>
          <a:xfrm>
            <a:off x="10796155" y="228600"/>
            <a:ext cx="703604" cy="1364186"/>
            <a:chOff x="10796155" y="228600"/>
            <a:chExt cx="703604" cy="1364186"/>
          </a:xfrm>
        </p:grpSpPr>
        <p:sp>
          <p:nvSpPr>
            <p:cNvPr id="53" name="Rectángulo 52">
              <a:extLst>
                <a:ext uri="{FF2B5EF4-FFF2-40B4-BE49-F238E27FC236}">
                  <a16:creationId xmlns:a16="http://schemas.microsoft.com/office/drawing/2014/main" id="{72D2EA22-80A3-6DFC-34D9-E9F798567557}"/>
                </a:ext>
              </a:extLst>
            </p:cNvPr>
            <p:cNvSpPr/>
            <p:nvPr/>
          </p:nvSpPr>
          <p:spPr>
            <a:xfrm>
              <a:off x="10796155" y="228600"/>
              <a:ext cx="696190" cy="28055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s-MX" dirty="0"/>
                <a:t>RH</a:t>
              </a:r>
              <a:endParaRPr lang="es-419" dirty="0"/>
            </a:p>
          </p:txBody>
        </p:sp>
        <p:sp>
          <p:nvSpPr>
            <p:cNvPr id="54" name="Rectángulo 53">
              <a:extLst>
                <a:ext uri="{FF2B5EF4-FFF2-40B4-BE49-F238E27FC236}">
                  <a16:creationId xmlns:a16="http://schemas.microsoft.com/office/drawing/2014/main" id="{25D19B74-C35C-6E14-F237-861A746ED28C}"/>
                </a:ext>
              </a:extLst>
            </p:cNvPr>
            <p:cNvSpPr/>
            <p:nvPr/>
          </p:nvSpPr>
          <p:spPr>
            <a:xfrm>
              <a:off x="10796155" y="593905"/>
              <a:ext cx="696190" cy="28055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s-MX" sz="1000" dirty="0"/>
                <a:t>Finanzas</a:t>
              </a:r>
              <a:endParaRPr lang="es-419" sz="1000" dirty="0"/>
            </a:p>
          </p:txBody>
        </p:sp>
        <p:sp>
          <p:nvSpPr>
            <p:cNvPr id="55" name="Rectángulo 54">
              <a:extLst>
                <a:ext uri="{FF2B5EF4-FFF2-40B4-BE49-F238E27FC236}">
                  <a16:creationId xmlns:a16="http://schemas.microsoft.com/office/drawing/2014/main" id="{ED76CA22-8CCC-B8C9-D62A-068C0A8CAF4A}"/>
                </a:ext>
              </a:extLst>
            </p:cNvPr>
            <p:cNvSpPr/>
            <p:nvPr/>
          </p:nvSpPr>
          <p:spPr>
            <a:xfrm>
              <a:off x="10796155" y="959210"/>
              <a:ext cx="696190" cy="28055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s-MX" dirty="0"/>
                <a:t>BD</a:t>
              </a:r>
              <a:endParaRPr lang="es-419" dirty="0"/>
            </a:p>
          </p:txBody>
        </p:sp>
        <p:sp>
          <p:nvSpPr>
            <p:cNvPr id="56" name="Rectángulo 55">
              <a:extLst>
                <a:ext uri="{FF2B5EF4-FFF2-40B4-BE49-F238E27FC236}">
                  <a16:creationId xmlns:a16="http://schemas.microsoft.com/office/drawing/2014/main" id="{895DB0DC-45D8-DE42-82D2-42713EF1099F}"/>
                </a:ext>
              </a:extLst>
            </p:cNvPr>
            <p:cNvSpPr/>
            <p:nvPr/>
          </p:nvSpPr>
          <p:spPr>
            <a:xfrm>
              <a:off x="10803569" y="1312231"/>
              <a:ext cx="696190" cy="280555"/>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s-MX" dirty="0"/>
                <a:t>Web</a:t>
              </a:r>
              <a:endParaRPr lang="es-419" dirty="0"/>
            </a:p>
          </p:txBody>
        </p:sp>
      </p:grpSp>
    </p:spTree>
    <p:extLst>
      <p:ext uri="{BB962C8B-B14F-4D97-AF65-F5344CB8AC3E}">
        <p14:creationId xmlns:p14="http://schemas.microsoft.com/office/powerpoint/2010/main" val="1683182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ítulo 1"/>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dirty="0">
                <a:solidFill>
                  <a:srgbClr val="FFFFFF"/>
                </a:solidFill>
                <a:latin typeface="+mj-lt"/>
                <a:ea typeface="+mj-ea"/>
                <a:cs typeface="+mj-cs"/>
              </a:rPr>
              <a:t>Como </a:t>
            </a:r>
            <a:r>
              <a:rPr lang="en-US" sz="4000" kern="1200">
                <a:solidFill>
                  <a:srgbClr val="FFFFFF"/>
                </a:solidFill>
                <a:latin typeface="+mj-lt"/>
                <a:ea typeface="+mj-ea"/>
                <a:cs typeface="+mj-cs"/>
              </a:rPr>
              <a:t>evoluciona</a:t>
            </a:r>
            <a:r>
              <a:rPr lang="en-US" sz="4000" kern="1200" dirty="0">
                <a:solidFill>
                  <a:srgbClr val="FFFFFF"/>
                </a:solidFill>
                <a:latin typeface="+mj-lt"/>
                <a:ea typeface="+mj-ea"/>
                <a:cs typeface="+mj-cs"/>
              </a:rPr>
              <a:t> </a:t>
            </a:r>
            <a:r>
              <a:rPr lang="en-US" sz="4000" kern="1200">
                <a:solidFill>
                  <a:srgbClr val="FFFFFF"/>
                </a:solidFill>
                <a:latin typeface="+mj-lt"/>
                <a:ea typeface="+mj-ea"/>
                <a:cs typeface="+mj-cs"/>
              </a:rPr>
              <a:t>el</a:t>
            </a:r>
            <a:r>
              <a:rPr lang="en-US" sz="4000" kern="1200" dirty="0">
                <a:solidFill>
                  <a:srgbClr val="FFFFFF"/>
                </a:solidFill>
                <a:latin typeface="+mj-lt"/>
                <a:ea typeface="+mj-ea"/>
                <a:cs typeface="+mj-cs"/>
              </a:rPr>
              <a:t> </a:t>
            </a:r>
            <a:r>
              <a:rPr lang="en-US" sz="4000" kern="1200">
                <a:solidFill>
                  <a:srgbClr val="FFFFFF"/>
                </a:solidFill>
                <a:latin typeface="+mj-lt"/>
                <a:ea typeface="+mj-ea"/>
                <a:cs typeface="+mj-cs"/>
              </a:rPr>
              <a:t>tráfico</a:t>
            </a:r>
            <a:endParaRPr lang="en-US" sz="4000" kern="1200" dirty="0">
              <a:solidFill>
                <a:srgbClr val="FFFFFF"/>
              </a:solidFill>
              <a:latin typeface="+mj-lt"/>
              <a:ea typeface="+mj-ea"/>
              <a:cs typeface="+mj-cs"/>
            </a:endParaRPr>
          </a:p>
        </p:txBody>
      </p:sp>
      <p:pic>
        <p:nvPicPr>
          <p:cNvPr id="5" name="Imagen 4"/>
          <p:cNvPicPr>
            <a:picLocks noChangeAspect="1"/>
          </p:cNvPicPr>
          <p:nvPr/>
        </p:nvPicPr>
        <p:blipFill rotWithShape="1">
          <a:blip r:embed="rId2"/>
          <a:srcRect l="33362" r="29655" b="33555"/>
          <a:stretch/>
        </p:blipFill>
        <p:spPr>
          <a:xfrm>
            <a:off x="5184598" y="467208"/>
            <a:ext cx="5861407" cy="5923584"/>
          </a:xfrm>
          <a:prstGeom prst="rect">
            <a:avLst/>
          </a:prstGeom>
        </p:spPr>
      </p:pic>
    </p:spTree>
    <p:extLst>
      <p:ext uri="{BB962C8B-B14F-4D97-AF65-F5344CB8AC3E}">
        <p14:creationId xmlns:p14="http://schemas.microsoft.com/office/powerpoint/2010/main" val="32197021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8">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645064" y="525982"/>
            <a:ext cx="4282983" cy="1200361"/>
          </a:xfrm>
        </p:spPr>
        <p:txBody>
          <a:bodyPr anchor="b">
            <a:normAutofit/>
          </a:bodyPr>
          <a:lstStyle/>
          <a:p>
            <a:r>
              <a:rPr lang="es-MX" sz="3600"/>
              <a:t>Redes virtuales</a:t>
            </a:r>
          </a:p>
        </p:txBody>
      </p:sp>
      <p:sp>
        <p:nvSpPr>
          <p:cNvPr id="7" name="Rectangle 10">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p:cNvSpPr>
            <a:spLocks noGrp="1"/>
          </p:cNvSpPr>
          <p:nvPr>
            <p:ph idx="1"/>
          </p:nvPr>
        </p:nvSpPr>
        <p:spPr>
          <a:xfrm>
            <a:off x="645066" y="2031101"/>
            <a:ext cx="4282984" cy="3511943"/>
          </a:xfrm>
        </p:spPr>
        <p:txBody>
          <a:bodyPr anchor="ctr">
            <a:normAutofit/>
          </a:bodyPr>
          <a:lstStyle/>
          <a:p>
            <a:r>
              <a:rPr lang="es-MX" sz="1500"/>
              <a:t>Redes basadas en equipo de red</a:t>
            </a:r>
          </a:p>
          <a:p>
            <a:pPr lvl="1"/>
            <a:r>
              <a:rPr lang="es-MX" sz="1500"/>
              <a:t>La virtualización se basa en las redes tradicionales y sus equipos</a:t>
            </a:r>
          </a:p>
          <a:p>
            <a:pPr lvl="1"/>
            <a:r>
              <a:rPr lang="es-MX" sz="1500"/>
              <a:t>Representan una red lógica sobre una física</a:t>
            </a:r>
          </a:p>
          <a:p>
            <a:pPr lvl="1"/>
            <a:r>
              <a:rPr lang="es-MX" sz="1500"/>
              <a:t>Interfaz virtual, VPN, LAG, VLAN, VRRP, </a:t>
            </a:r>
          </a:p>
          <a:p>
            <a:r>
              <a:rPr lang="es-MX" sz="1500"/>
              <a:t>Redes basadas en hipervisores</a:t>
            </a:r>
          </a:p>
          <a:p>
            <a:pPr lvl="1"/>
            <a:r>
              <a:rPr lang="es-MX" sz="1500"/>
              <a:t>Utilizan la virtualización de cómputo para operar</a:t>
            </a:r>
          </a:p>
          <a:p>
            <a:pPr lvl="1"/>
            <a:r>
              <a:rPr lang="es-MX" sz="1500"/>
              <a:t>Sus alcances dependen del hipervisor</a:t>
            </a:r>
          </a:p>
          <a:p>
            <a:r>
              <a:rPr lang="es-MX" sz="1500"/>
              <a:t>Sofware Defined Network</a:t>
            </a:r>
          </a:p>
          <a:p>
            <a:pPr lvl="1"/>
            <a:r>
              <a:rPr lang="es-MX" sz="1500"/>
              <a:t>Hace una mezcla de las dos previas</a:t>
            </a:r>
          </a:p>
          <a:p>
            <a:pPr lvl="1"/>
            <a:r>
              <a:rPr lang="es-MX" sz="1500"/>
              <a:t>Base para cloud</a:t>
            </a:r>
          </a:p>
        </p:txBody>
      </p:sp>
      <p:sp>
        <p:nvSpPr>
          <p:cNvPr id="8" name="Rectangle 12">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p:cNvPicPr>
            <a:picLocks noChangeAspect="1"/>
          </p:cNvPicPr>
          <p:nvPr/>
        </p:nvPicPr>
        <p:blipFill>
          <a:blip r:embed="rId3"/>
          <a:stretch>
            <a:fillRect/>
          </a:stretch>
        </p:blipFill>
        <p:spPr>
          <a:xfrm>
            <a:off x="5987738" y="1821140"/>
            <a:ext cx="5628018" cy="2982849"/>
          </a:xfrm>
          <a:prstGeom prst="rect">
            <a:avLst/>
          </a:prstGeom>
        </p:spPr>
      </p:pic>
    </p:spTree>
    <p:custDataLst>
      <p:tags r:id="rId1"/>
    </p:custDataLst>
    <p:extLst>
      <p:ext uri="{BB962C8B-B14F-4D97-AF65-F5344CB8AC3E}">
        <p14:creationId xmlns:p14="http://schemas.microsoft.com/office/powerpoint/2010/main" val="2489818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6" name="Rectangle 3078">
            <a:extLst>
              <a:ext uri="{FF2B5EF4-FFF2-40B4-BE49-F238E27FC236}">
                <a16:creationId xmlns:a16="http://schemas.microsoft.com/office/drawing/2014/main" id="{664E23E2-7440-4E36-A67B-0F88C5F7E1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1" name="Rectangle 3080">
            <a:extLst>
              <a:ext uri="{FF2B5EF4-FFF2-40B4-BE49-F238E27FC236}">
                <a16:creationId xmlns:a16="http://schemas.microsoft.com/office/drawing/2014/main" id="{B06949AE-010D-4C18-8AED-7872085ADD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7090"/>
            <a:ext cx="5458121" cy="5897880"/>
          </a:xfrm>
          <a:prstGeom prst="rect">
            <a:avLst/>
          </a:prstGeom>
          <a:solidFill>
            <a:srgbClr val="FFFFFF"/>
          </a:solidFill>
          <a:ln w="19050">
            <a:solidFill>
              <a:srgbClr val="FE63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https://4.bp.blogspot.com/-LNsgPsARtHU/UgMqsuYa9lI/AAAAAAAAGCA/awbkU1X9nLU/s540/DevicePlanes.jpg">
            <a:extLst>
              <a:ext uri="{FF2B5EF4-FFF2-40B4-BE49-F238E27FC236}">
                <a16:creationId xmlns:a16="http://schemas.microsoft.com/office/drawing/2014/main" id="{ACD4C3A4-0008-4E79-BF49-3CD2FC22BFF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41180" y="1512361"/>
            <a:ext cx="5129784" cy="3847338"/>
          </a:xfrm>
          <a:prstGeom prst="rect">
            <a:avLst/>
          </a:prstGeom>
          <a:noFill/>
          <a:extLst>
            <a:ext uri="{909E8E84-426E-40DD-AFC4-6F175D3DCCD1}">
              <a14:hiddenFill xmlns:a14="http://schemas.microsoft.com/office/drawing/2010/main">
                <a:solidFill>
                  <a:srgbClr val="FFFFFF"/>
                </a:solidFill>
              </a14:hiddenFill>
            </a:ext>
          </a:extLst>
        </p:spPr>
      </p:pic>
      <p:sp>
        <p:nvSpPr>
          <p:cNvPr id="3083" name="Rectangle 3082">
            <a:extLst>
              <a:ext uri="{FF2B5EF4-FFF2-40B4-BE49-F238E27FC236}">
                <a16:creationId xmlns:a16="http://schemas.microsoft.com/office/drawing/2014/main" id="{FE54AADB-50C7-4293-94C0-27361A32B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56866" y="480060"/>
            <a:ext cx="5458121" cy="5897880"/>
          </a:xfrm>
          <a:prstGeom prst="rect">
            <a:avLst/>
          </a:prstGeom>
          <a:solidFill>
            <a:srgbClr val="FFFFFF"/>
          </a:solidFill>
          <a:ln w="19050">
            <a:solidFill>
              <a:srgbClr val="FE63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Resultado de imagen para data plane switch"/>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421034" y="1548390"/>
            <a:ext cx="5129784" cy="37612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18078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72" name="Rectangle 1034">
            <a:extLst>
              <a:ext uri="{FF2B5EF4-FFF2-40B4-BE49-F238E27FC236}">
                <a16:creationId xmlns:a16="http://schemas.microsoft.com/office/drawing/2014/main" id="{521C4EA8-6B83-4338-913D-D75D3C4F34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389266" y="775424"/>
            <a:ext cx="3124151" cy="3736540"/>
          </a:xfrm>
        </p:spPr>
        <p:txBody>
          <a:bodyPr vert="horz" lIns="91440" tIns="45720" rIns="91440" bIns="45720" rtlCol="0" anchor="b">
            <a:normAutofit/>
          </a:bodyPr>
          <a:lstStyle/>
          <a:p>
            <a:r>
              <a:rPr lang="en-US" sz="4600" dirty="0" err="1"/>
              <a:t>Openflow</a:t>
            </a:r>
            <a:br>
              <a:rPr lang="en-US" sz="4600" dirty="0"/>
            </a:br>
            <a:r>
              <a:rPr lang="en-US" sz="4600" dirty="0"/>
              <a:t>(</a:t>
            </a:r>
            <a:r>
              <a:rPr lang="en-US" sz="4600" dirty="0">
                <a:hlinkClick r:id="rId2"/>
              </a:rPr>
              <a:t>Open Networking Foundation</a:t>
            </a:r>
            <a:r>
              <a:rPr lang="en-US" sz="4600" dirty="0"/>
              <a:t>)</a:t>
            </a:r>
          </a:p>
        </p:txBody>
      </p:sp>
      <p:grpSp>
        <p:nvGrpSpPr>
          <p:cNvPr id="1073" name="Group 1036">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16432" y="1"/>
            <a:ext cx="2446384" cy="5777808"/>
            <a:chOff x="329184" y="1"/>
            <a:chExt cx="524256" cy="5777808"/>
          </a:xfrm>
        </p:grpSpPr>
        <p:cxnSp>
          <p:nvCxnSpPr>
            <p:cNvPr id="1038" name="Straight Connector 1037">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74" name="Rectangle 1038">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75" name="Rectangle 1040">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1084" y="679731"/>
            <a:ext cx="7682293" cy="56628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What is Software-Defined Networking (SDN)? Definition from TechTarget.com"/>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125081" y="2106202"/>
            <a:ext cx="2686965" cy="375215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Table Entries that can be Manipulated in an OpenFlow Switch"/>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7119713" y="2268570"/>
            <a:ext cx="4338723" cy="24296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9574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8">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1113810" y="2960716"/>
            <a:ext cx="4036334" cy="2387600"/>
          </a:xfrm>
        </p:spPr>
        <p:txBody>
          <a:bodyPr vert="horz" lIns="91440" tIns="45720" rIns="91440" bIns="45720" rtlCol="0" anchor="t">
            <a:normAutofit/>
          </a:bodyPr>
          <a:lstStyle/>
          <a:p>
            <a:r>
              <a:rPr lang="en-US" sz="4200" kern="1200">
                <a:solidFill>
                  <a:schemeClr val="tx1"/>
                </a:solidFill>
                <a:latin typeface="+mj-lt"/>
                <a:ea typeface="+mj-ea"/>
                <a:cs typeface="+mj-cs"/>
                <a:hlinkClick r:id="rId3"/>
              </a:rPr>
              <a:t>Virtualización</a:t>
            </a:r>
            <a:r>
              <a:rPr lang="en-US" sz="4200" kern="1200" dirty="0">
                <a:solidFill>
                  <a:schemeClr val="tx1"/>
                </a:solidFill>
                <a:latin typeface="+mj-lt"/>
                <a:ea typeface="+mj-ea"/>
                <a:cs typeface="+mj-cs"/>
                <a:hlinkClick r:id="rId3"/>
              </a:rPr>
              <a:t> de Red. </a:t>
            </a:r>
            <a:r>
              <a:rPr lang="en-US" sz="4200" kern="1200">
                <a:solidFill>
                  <a:schemeClr val="tx1"/>
                </a:solidFill>
                <a:latin typeface="+mj-lt"/>
                <a:ea typeface="+mj-ea"/>
                <a:cs typeface="+mj-cs"/>
                <a:hlinkClick r:id="rId3"/>
              </a:rPr>
              <a:t>Introducción</a:t>
            </a:r>
            <a:r>
              <a:rPr lang="en-US" sz="4200" kern="1200" dirty="0">
                <a:solidFill>
                  <a:schemeClr val="tx1"/>
                </a:solidFill>
                <a:latin typeface="+mj-lt"/>
                <a:ea typeface="+mj-ea"/>
                <a:cs typeface="+mj-cs"/>
                <a:hlinkClick r:id="rId3"/>
              </a:rPr>
              <a:t> (youtube.com)</a:t>
            </a:r>
            <a:endParaRPr lang="en-US" sz="4200" kern="1200" dirty="0">
              <a:solidFill>
                <a:schemeClr val="tx1"/>
              </a:solidFill>
              <a:latin typeface="+mj-lt"/>
              <a:ea typeface="+mj-ea"/>
              <a:cs typeface="+mj-cs"/>
            </a:endParaRPr>
          </a:p>
        </p:txBody>
      </p:sp>
      <p:grpSp>
        <p:nvGrpSpPr>
          <p:cNvPr id="7" name="Group 10">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Rectangle 15">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17">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p:cNvPicPr>
            <a:picLocks noChangeAspect="1"/>
          </p:cNvPicPr>
          <p:nvPr/>
        </p:nvPicPr>
        <p:blipFill>
          <a:blip r:embed="rId4"/>
          <a:stretch>
            <a:fillRect/>
          </a:stretch>
        </p:blipFill>
        <p:spPr>
          <a:xfrm>
            <a:off x="5922492" y="1828783"/>
            <a:ext cx="5536001" cy="3141680"/>
          </a:xfrm>
          <a:prstGeom prst="rect">
            <a:avLst/>
          </a:prstGeom>
        </p:spPr>
      </p:pic>
    </p:spTree>
    <p:extLst>
      <p:ext uri="{BB962C8B-B14F-4D97-AF65-F5344CB8AC3E}">
        <p14:creationId xmlns:p14="http://schemas.microsoft.com/office/powerpoint/2010/main" val="15706777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SDN y NFV - Comparativa Clouds">
            <a:extLst>
              <a:ext uri="{FF2B5EF4-FFF2-40B4-BE49-F238E27FC236}">
                <a16:creationId xmlns:a16="http://schemas.microsoft.com/office/drawing/2014/main" id="{C974C3B5-4084-181A-6BFF-A909A5C295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1049" name="Rectangle 1030">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85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DF427EC-418F-3158-4CE9-45867932D3C0}"/>
              </a:ext>
            </a:extLst>
          </p:cNvPr>
          <p:cNvSpPr>
            <a:spLocks noGrp="1"/>
          </p:cNvSpPr>
          <p:nvPr>
            <p:ph type="title"/>
          </p:nvPr>
        </p:nvSpPr>
        <p:spPr>
          <a:xfrm>
            <a:off x="523875" y="425950"/>
            <a:ext cx="11210925" cy="744836"/>
          </a:xfrm>
        </p:spPr>
        <p:txBody>
          <a:bodyPr vert="horz" lIns="91440" tIns="45720" rIns="91440" bIns="45720" rtlCol="0" anchor="ctr">
            <a:normAutofit/>
          </a:bodyPr>
          <a:lstStyle/>
          <a:p>
            <a:pPr algn="ctr"/>
            <a:r>
              <a:rPr lang="en-US" sz="3600">
                <a:solidFill>
                  <a:schemeClr val="tx1">
                    <a:lumMod val="85000"/>
                    <a:lumOff val="15000"/>
                  </a:schemeClr>
                </a:solidFill>
              </a:rPr>
              <a:t>SDN vs NFV</a:t>
            </a:r>
          </a:p>
        </p:txBody>
      </p:sp>
      <p:cxnSp>
        <p:nvCxnSpPr>
          <p:cNvPr id="1050" name="Straight Connector 1032">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35069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035" name="Straight Connector 1034">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24356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4712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Rectangle 8">
            <a:extLst>
              <a:ext uri="{FF2B5EF4-FFF2-40B4-BE49-F238E27FC236}">
                <a16:creationId xmlns:a16="http://schemas.microsoft.com/office/drawing/2014/main" id="{428D436F-9ACD-4C92-AFC8-C934C527A6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0"/>
          </a:xfrm>
          <a:prstGeom prst="rect">
            <a:avLst/>
          </a:prstGeom>
          <a:solidFill>
            <a:schemeClr val="tx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10">
            <a:extLst>
              <a:ext uri="{FF2B5EF4-FFF2-40B4-BE49-F238E27FC236}">
                <a16:creationId xmlns:a16="http://schemas.microsoft.com/office/drawing/2014/main" id="{090538E0-A884-4E60-A6AB-77D830E2FC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53478" y="0"/>
            <a:ext cx="465738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36E70D3-B7D8-21D3-027E-E55DD0EAA37B}"/>
              </a:ext>
            </a:extLst>
          </p:cNvPr>
          <p:cNvSpPr>
            <a:spLocks noGrp="1"/>
          </p:cNvSpPr>
          <p:nvPr>
            <p:ph type="title"/>
          </p:nvPr>
        </p:nvSpPr>
        <p:spPr>
          <a:xfrm>
            <a:off x="1901162" y="3050434"/>
            <a:ext cx="3722933" cy="757130"/>
          </a:xfrm>
          <a:ln w="25400" cap="sq">
            <a:solidFill>
              <a:srgbClr val="FFFFFF"/>
            </a:solidFill>
            <a:miter lim="800000"/>
          </a:ln>
        </p:spPr>
        <p:txBody>
          <a:bodyPr wrap="square">
            <a:normAutofit/>
          </a:bodyPr>
          <a:lstStyle/>
          <a:p>
            <a:pPr algn="ctr"/>
            <a:r>
              <a:rPr lang="es-MX" sz="2800">
                <a:solidFill>
                  <a:srgbClr val="FFFFFF"/>
                </a:solidFill>
              </a:rPr>
              <a:t>Controladoras SDN</a:t>
            </a:r>
          </a:p>
        </p:txBody>
      </p:sp>
      <p:sp>
        <p:nvSpPr>
          <p:cNvPr id="8" name="Rectangle 12">
            <a:extLst>
              <a:ext uri="{FF2B5EF4-FFF2-40B4-BE49-F238E27FC236}">
                <a16:creationId xmlns:a16="http://schemas.microsoft.com/office/drawing/2014/main" id="{DB0D7DD0-1C67-4D4C-9E06-678233DB84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53478" cy="6858000"/>
          </a:xfrm>
          <a:prstGeom prst="rect">
            <a:avLst/>
          </a:prstGeom>
          <a:solidFill>
            <a:srgbClr val="40404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A628590B-A347-FE2D-DFB7-91DFCA0E952E}"/>
              </a:ext>
            </a:extLst>
          </p:cNvPr>
          <p:cNvSpPr>
            <a:spLocks noGrp="1"/>
          </p:cNvSpPr>
          <p:nvPr>
            <p:ph sz="half" idx="1"/>
          </p:nvPr>
        </p:nvSpPr>
        <p:spPr>
          <a:xfrm>
            <a:off x="6574536" y="640080"/>
            <a:ext cx="5053066" cy="2546604"/>
          </a:xfrm>
        </p:spPr>
        <p:txBody>
          <a:bodyPr>
            <a:normAutofit/>
          </a:bodyPr>
          <a:lstStyle/>
          <a:p>
            <a:r>
              <a:rPr lang="es-MX" sz="2000">
                <a:latin typeface="Segoe Sans"/>
              </a:rPr>
              <a:t>OpenDayLight</a:t>
            </a:r>
          </a:p>
          <a:p>
            <a:r>
              <a:rPr lang="es-MX" sz="2000">
                <a:latin typeface="Segoe Sans"/>
              </a:rPr>
              <a:t>NOX</a:t>
            </a:r>
          </a:p>
          <a:p>
            <a:r>
              <a:rPr lang="es-MX" sz="2000">
                <a:latin typeface="Segoe Sans"/>
              </a:rPr>
              <a:t>Ryu</a:t>
            </a:r>
          </a:p>
          <a:p>
            <a:r>
              <a:rPr lang="es-MX" sz="2000">
                <a:latin typeface="Segoe Sans"/>
              </a:rPr>
              <a:t>POX</a:t>
            </a:r>
          </a:p>
          <a:p>
            <a:r>
              <a:rPr lang="es-MX" sz="2000">
                <a:latin typeface="Segoe Sans"/>
              </a:rPr>
              <a:t>ONOS</a:t>
            </a:r>
          </a:p>
          <a:p>
            <a:r>
              <a:rPr lang="es-MX" sz="2000">
                <a:latin typeface="Segoe Sans"/>
              </a:rPr>
              <a:t>Floodlight</a:t>
            </a:r>
          </a:p>
        </p:txBody>
      </p:sp>
      <p:sp>
        <p:nvSpPr>
          <p:cNvPr id="4" name="Marcador de contenido 3">
            <a:extLst>
              <a:ext uri="{FF2B5EF4-FFF2-40B4-BE49-F238E27FC236}">
                <a16:creationId xmlns:a16="http://schemas.microsoft.com/office/drawing/2014/main" id="{7B089C5F-FC73-80AF-EDED-FD1A5CE7F4B2}"/>
              </a:ext>
            </a:extLst>
          </p:cNvPr>
          <p:cNvSpPr>
            <a:spLocks noGrp="1"/>
          </p:cNvSpPr>
          <p:nvPr>
            <p:ph sz="half" idx="2"/>
          </p:nvPr>
        </p:nvSpPr>
        <p:spPr>
          <a:xfrm>
            <a:off x="6570204" y="3671315"/>
            <a:ext cx="5057398" cy="2546605"/>
          </a:xfrm>
        </p:spPr>
        <p:txBody>
          <a:bodyPr>
            <a:normAutofit/>
          </a:bodyPr>
          <a:lstStyle/>
          <a:p>
            <a:r>
              <a:rPr lang="es-MX" sz="2000"/>
              <a:t>CISCO ACI</a:t>
            </a:r>
          </a:p>
          <a:p>
            <a:r>
              <a:rPr lang="es-MX" sz="2000" b="0" i="0">
                <a:effectLst/>
                <a:latin typeface="Segoe Sans"/>
              </a:rPr>
              <a:t>Nuage Networks VSP</a:t>
            </a:r>
          </a:p>
          <a:p>
            <a:r>
              <a:rPr lang="es-MX" sz="2000" b="0" i="0">
                <a:effectLst/>
                <a:latin typeface="Segoe Sans"/>
              </a:rPr>
              <a:t>Juniper Contrail</a:t>
            </a:r>
            <a:endParaRPr lang="es-MX" sz="2000">
              <a:latin typeface="Segoe Sans"/>
            </a:endParaRPr>
          </a:p>
          <a:p>
            <a:r>
              <a:rPr lang="es-MX" sz="2000">
                <a:latin typeface="Segoe Sans"/>
              </a:rPr>
              <a:t>Vmware NSX</a:t>
            </a:r>
            <a:endParaRPr lang="es-MX" sz="2000"/>
          </a:p>
        </p:txBody>
      </p:sp>
    </p:spTree>
    <p:extLst>
      <p:ext uri="{BB962C8B-B14F-4D97-AF65-F5344CB8AC3E}">
        <p14:creationId xmlns:p14="http://schemas.microsoft.com/office/powerpoint/2010/main" val="12722369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Domo Releases 10th Annual “Data Never Sleeps” Infographic | Business Wir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71924" y="-2"/>
            <a:ext cx="3743326" cy="6837809"/>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Data Never Sleeps 9.0 | Dom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1"/>
            <a:ext cx="3971925" cy="683171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35FB1A7D-5A5A-DF5C-871E-9BB7C9C7BB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15250" y="0"/>
            <a:ext cx="416083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56402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omo">
            <a:extLst>
              <a:ext uri="{FF2B5EF4-FFF2-40B4-BE49-F238E27FC236}">
                <a16:creationId xmlns:a16="http://schemas.microsoft.com/office/drawing/2014/main" id="{40BC2573-7192-AB43-7618-25C94D1C53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14788" y="0"/>
            <a:ext cx="416083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17962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2" name="Rectangle 1034">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2200" kern="1200">
                <a:solidFill>
                  <a:schemeClr val="bg1"/>
                </a:solidFill>
                <a:latin typeface="+mj-lt"/>
                <a:ea typeface="+mj-ea"/>
                <a:cs typeface="+mj-cs"/>
              </a:rPr>
              <a:t>Virtualización de almacenamiento</a:t>
            </a:r>
            <a:br>
              <a:rPr lang="en-US" sz="2200" kern="1200">
                <a:solidFill>
                  <a:schemeClr val="bg1"/>
                </a:solidFill>
                <a:latin typeface="+mj-lt"/>
                <a:ea typeface="+mj-ea"/>
                <a:cs typeface="+mj-cs"/>
              </a:rPr>
            </a:br>
            <a:r>
              <a:rPr lang="en-US" sz="2200" kern="1200">
                <a:solidFill>
                  <a:schemeClr val="bg1"/>
                </a:solidFill>
                <a:latin typeface="+mj-lt"/>
                <a:ea typeface="+mj-ea"/>
                <a:cs typeface="+mj-cs"/>
              </a:rPr>
              <a:t>Arreglos de discos</a:t>
            </a:r>
          </a:p>
        </p:txBody>
      </p:sp>
      <p:pic>
        <p:nvPicPr>
          <p:cNvPr id="1030" name="Picture 6" descr="RAID Calculator Product Reviews"/>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190045" y="1675227"/>
            <a:ext cx="7811909" cy="4394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72719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365125"/>
            <a:ext cx="10515600" cy="930275"/>
          </a:xfrm>
        </p:spPr>
        <p:txBody>
          <a:bodyPr>
            <a:normAutofit/>
          </a:bodyPr>
          <a:lstStyle/>
          <a:p>
            <a:r>
              <a:rPr lang="es-MX"/>
              <a:t>Almacenamiento Virtual</a:t>
            </a:r>
          </a:p>
        </p:txBody>
      </p:sp>
      <p:grpSp>
        <p:nvGrpSpPr>
          <p:cNvPr id="4" name="Grupo 3">
            <a:extLst>
              <a:ext uri="{FF2B5EF4-FFF2-40B4-BE49-F238E27FC236}">
                <a16:creationId xmlns:a16="http://schemas.microsoft.com/office/drawing/2014/main" id="{C9CD10BB-2D9B-8FEC-CC44-183DF2F55868}"/>
              </a:ext>
            </a:extLst>
          </p:cNvPr>
          <p:cNvGrpSpPr/>
          <p:nvPr/>
        </p:nvGrpSpPr>
        <p:grpSpPr>
          <a:xfrm>
            <a:off x="557276" y="2031682"/>
            <a:ext cx="6139687" cy="4160836"/>
            <a:chOff x="172985" y="2200600"/>
            <a:chExt cx="6338174" cy="4295351"/>
          </a:xfrm>
        </p:grpSpPr>
        <p:sp>
          <p:nvSpPr>
            <p:cNvPr id="5" name="Rectángulo 4"/>
            <p:cNvSpPr/>
            <p:nvPr/>
          </p:nvSpPr>
          <p:spPr>
            <a:xfrm>
              <a:off x="172985" y="2200600"/>
              <a:ext cx="6338174" cy="61424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defTabSz="877824">
                <a:spcAft>
                  <a:spcPts val="600"/>
                </a:spcAft>
              </a:pPr>
              <a:r>
                <a:rPr lang="es-MX" sz="1728" kern="1200" dirty="0">
                  <a:solidFill>
                    <a:schemeClr val="bg1"/>
                  </a:solidFill>
                  <a:latin typeface="+mn-lt"/>
                  <a:ea typeface="+mn-ea"/>
                  <a:cs typeface="+mn-cs"/>
                </a:rPr>
                <a:t>Software </a:t>
              </a:r>
              <a:r>
                <a:rPr lang="es-MX" sz="1728" kern="1200" dirty="0" err="1">
                  <a:solidFill>
                    <a:schemeClr val="bg1"/>
                  </a:solidFill>
                  <a:latin typeface="+mn-lt"/>
                  <a:ea typeface="+mn-ea"/>
                  <a:cs typeface="+mn-cs"/>
                </a:rPr>
                <a:t>Defined</a:t>
              </a:r>
              <a:r>
                <a:rPr lang="es-MX" sz="1728" kern="1200" dirty="0">
                  <a:solidFill>
                    <a:schemeClr val="bg1"/>
                  </a:solidFill>
                  <a:latin typeface="+mn-lt"/>
                  <a:ea typeface="+mn-ea"/>
                  <a:cs typeface="+mn-cs"/>
                </a:rPr>
                <a:t> Storage</a:t>
              </a:r>
              <a:endParaRPr lang="es-MX" dirty="0">
                <a:solidFill>
                  <a:schemeClr val="bg1"/>
                </a:solidFill>
              </a:endParaRPr>
            </a:p>
          </p:txBody>
        </p:sp>
        <p:pic>
          <p:nvPicPr>
            <p:cNvPr id="6" name="Imagen 5"/>
            <p:cNvPicPr>
              <a:picLocks noChangeAspect="1"/>
            </p:cNvPicPr>
            <p:nvPr/>
          </p:nvPicPr>
          <p:blipFill>
            <a:blip r:embed="rId4"/>
            <a:stretch>
              <a:fillRect/>
            </a:stretch>
          </p:blipFill>
          <p:spPr>
            <a:xfrm>
              <a:off x="172985" y="2814845"/>
              <a:ext cx="6338174" cy="3681106"/>
            </a:xfrm>
            <a:prstGeom prst="rect">
              <a:avLst/>
            </a:prstGeom>
          </p:spPr>
        </p:pic>
      </p:grpSp>
      <p:sp>
        <p:nvSpPr>
          <p:cNvPr id="7" name="Rectángulo 6"/>
          <p:cNvSpPr/>
          <p:nvPr/>
        </p:nvSpPr>
        <p:spPr>
          <a:xfrm>
            <a:off x="6863256" y="2200600"/>
            <a:ext cx="5328744" cy="2862322"/>
          </a:xfrm>
          <a:prstGeom prst="rect">
            <a:avLst/>
          </a:prstGeom>
        </p:spPr>
        <p:txBody>
          <a:bodyPr wrap="square">
            <a:spAutoFit/>
          </a:bodyPr>
          <a:lstStyle/>
          <a:p>
            <a:pPr>
              <a:buFont typeface="Arial" panose="020B0604020202020204" pitchFamily="34" charset="0"/>
              <a:buChar char="•"/>
            </a:pPr>
            <a:r>
              <a:rPr lang="en-US" dirty="0">
                <a:latin typeface="Roboto"/>
              </a:rPr>
              <a:t>SV prove </a:t>
            </a:r>
            <a:r>
              <a:rPr lang="en-US" dirty="0" err="1">
                <a:latin typeface="Roboto"/>
              </a:rPr>
              <a:t>grupos</a:t>
            </a:r>
            <a:r>
              <a:rPr lang="en-US" dirty="0">
                <a:latin typeface="Roboto"/>
              </a:rPr>
              <a:t> de </a:t>
            </a:r>
            <a:r>
              <a:rPr lang="en-US" dirty="0" err="1">
                <a:latin typeface="Roboto"/>
              </a:rPr>
              <a:t>almacenamiento</a:t>
            </a:r>
            <a:r>
              <a:rPr lang="en-US" dirty="0">
                <a:latin typeface="Roboto"/>
              </a:rPr>
              <a:t> </a:t>
            </a:r>
            <a:r>
              <a:rPr lang="en-US" dirty="0" err="1">
                <a:latin typeface="Roboto"/>
              </a:rPr>
              <a:t>estructurados</a:t>
            </a:r>
            <a:r>
              <a:rPr lang="en-US" dirty="0">
                <a:latin typeface="Roboto"/>
              </a:rPr>
              <a:t> </a:t>
            </a:r>
            <a:r>
              <a:rPr lang="en-US" dirty="0" err="1">
                <a:latin typeface="Roboto"/>
              </a:rPr>
              <a:t>en</a:t>
            </a:r>
            <a:r>
              <a:rPr lang="en-US" dirty="0">
                <a:latin typeface="Roboto"/>
              </a:rPr>
              <a:t> </a:t>
            </a:r>
            <a:r>
              <a:rPr lang="en-US" dirty="0" err="1">
                <a:latin typeface="Roboto"/>
              </a:rPr>
              <a:t>niveles</a:t>
            </a:r>
            <a:r>
              <a:rPr lang="en-US" dirty="0">
                <a:latin typeface="Roboto"/>
              </a:rPr>
              <a:t> y </a:t>
            </a:r>
            <a:r>
              <a:rPr lang="en-US" dirty="0" err="1">
                <a:latin typeface="Roboto"/>
              </a:rPr>
              <a:t>presentados</a:t>
            </a:r>
            <a:r>
              <a:rPr lang="en-US" dirty="0">
                <a:latin typeface="Roboto"/>
              </a:rPr>
              <a:t> </a:t>
            </a:r>
            <a:r>
              <a:rPr lang="en-US" dirty="0" err="1">
                <a:latin typeface="Roboto"/>
              </a:rPr>
              <a:t>en</a:t>
            </a:r>
            <a:r>
              <a:rPr lang="en-US" dirty="0">
                <a:latin typeface="Roboto"/>
              </a:rPr>
              <a:t> el </a:t>
            </a:r>
            <a:r>
              <a:rPr lang="en-US" dirty="0" err="1">
                <a:latin typeface="Roboto"/>
              </a:rPr>
              <a:t>medio</a:t>
            </a:r>
            <a:r>
              <a:rPr lang="en-US" dirty="0">
                <a:latin typeface="Roboto"/>
              </a:rPr>
              <a:t> y protocol </a:t>
            </a:r>
            <a:r>
              <a:rPr lang="en-US" dirty="0" err="1">
                <a:latin typeface="Roboto"/>
              </a:rPr>
              <a:t>adecuado</a:t>
            </a:r>
            <a:r>
              <a:rPr lang="en-US" dirty="0">
                <a:latin typeface="Roboto"/>
              </a:rPr>
              <a:t>.</a:t>
            </a:r>
          </a:p>
          <a:p>
            <a:pPr>
              <a:buFont typeface="Arial" panose="020B0604020202020204" pitchFamily="34" charset="0"/>
              <a:buChar char="•"/>
            </a:pPr>
            <a:r>
              <a:rPr lang="en-US" dirty="0">
                <a:latin typeface="Roboto"/>
              </a:rPr>
              <a:t>SDS </a:t>
            </a:r>
            <a:r>
              <a:rPr lang="en-US" dirty="0" err="1">
                <a:latin typeface="Roboto"/>
              </a:rPr>
              <a:t>además</a:t>
            </a:r>
            <a:r>
              <a:rPr lang="en-US" dirty="0">
                <a:latin typeface="Roboto"/>
              </a:rPr>
              <a:t> </a:t>
            </a:r>
            <a:r>
              <a:rPr lang="en-US" dirty="0" err="1">
                <a:latin typeface="Roboto"/>
              </a:rPr>
              <a:t>debe</a:t>
            </a:r>
            <a:r>
              <a:rPr lang="en-US" dirty="0">
                <a:latin typeface="Roboto"/>
              </a:rPr>
              <a:t>:</a:t>
            </a:r>
          </a:p>
          <a:p>
            <a:pPr marL="742950" lvl="1" indent="-285750">
              <a:buFont typeface="Arial" panose="020B0604020202020204" pitchFamily="34" charset="0"/>
              <a:buChar char="•"/>
            </a:pPr>
            <a:r>
              <a:rPr lang="en-US" b="1" dirty="0" err="1">
                <a:latin typeface="Roboto"/>
              </a:rPr>
              <a:t>Automatización</a:t>
            </a:r>
            <a:endParaRPr lang="en-US" dirty="0">
              <a:latin typeface="Roboto"/>
            </a:endParaRPr>
          </a:p>
          <a:p>
            <a:pPr marL="742950" lvl="1" indent="-285750">
              <a:buFont typeface="Arial" panose="020B0604020202020204" pitchFamily="34" charset="0"/>
              <a:buChar char="•"/>
            </a:pPr>
            <a:r>
              <a:rPr lang="en-US" b="1" dirty="0">
                <a:latin typeface="Roboto"/>
              </a:rPr>
              <a:t>Interface </a:t>
            </a:r>
            <a:r>
              <a:rPr lang="en-US" b="1" dirty="0" err="1">
                <a:latin typeface="Roboto"/>
              </a:rPr>
              <a:t>estándar</a:t>
            </a:r>
            <a:r>
              <a:rPr lang="en-US" b="1" dirty="0">
                <a:latin typeface="Roboto"/>
              </a:rPr>
              <a:t> API</a:t>
            </a:r>
            <a:endParaRPr lang="en-US" dirty="0">
              <a:latin typeface="Roboto"/>
            </a:endParaRPr>
          </a:p>
          <a:p>
            <a:pPr marL="742950" lvl="1" indent="-285750">
              <a:buFont typeface="Arial" panose="020B0604020202020204" pitchFamily="34" charset="0"/>
              <a:buChar char="•"/>
            </a:pPr>
            <a:r>
              <a:rPr lang="en-US" b="1" dirty="0" err="1">
                <a:latin typeface="Roboto"/>
              </a:rPr>
              <a:t>Ruta</a:t>
            </a:r>
            <a:r>
              <a:rPr lang="en-US" b="1" dirty="0">
                <a:latin typeface="Roboto"/>
              </a:rPr>
              <a:t> de </a:t>
            </a:r>
            <a:r>
              <a:rPr lang="en-US" b="1" dirty="0" err="1">
                <a:latin typeface="Roboto"/>
              </a:rPr>
              <a:t>datos</a:t>
            </a:r>
            <a:r>
              <a:rPr lang="en-US" b="1" dirty="0">
                <a:latin typeface="Roboto"/>
              </a:rPr>
              <a:t> </a:t>
            </a:r>
            <a:r>
              <a:rPr lang="en-US" b="1" dirty="0" err="1">
                <a:latin typeface="Roboto"/>
              </a:rPr>
              <a:t>virtualizada</a:t>
            </a:r>
            <a:r>
              <a:rPr lang="en-US" b="1" dirty="0">
                <a:latin typeface="Roboto"/>
              </a:rPr>
              <a:t> </a:t>
            </a:r>
            <a:r>
              <a:rPr lang="en-US" dirty="0">
                <a:latin typeface="Roboto"/>
              </a:rPr>
              <a:t>(Block, File and/or Object interfaces)</a:t>
            </a:r>
          </a:p>
          <a:p>
            <a:pPr marL="742950" lvl="1" indent="-285750">
              <a:buFont typeface="Arial" panose="020B0604020202020204" pitchFamily="34" charset="0"/>
              <a:buChar char="•"/>
            </a:pPr>
            <a:r>
              <a:rPr lang="en-US" b="1" dirty="0" err="1">
                <a:latin typeface="Roboto"/>
              </a:rPr>
              <a:t>Escalabilidad</a:t>
            </a:r>
            <a:endParaRPr lang="en-US" dirty="0">
              <a:latin typeface="Roboto"/>
            </a:endParaRPr>
          </a:p>
          <a:p>
            <a:pPr marL="742950" lvl="1" indent="-285750">
              <a:buFont typeface="Arial" panose="020B0604020202020204" pitchFamily="34" charset="0"/>
              <a:buChar char="•"/>
            </a:pPr>
            <a:r>
              <a:rPr lang="en-US" b="1" dirty="0" err="1">
                <a:latin typeface="Roboto"/>
              </a:rPr>
              <a:t>Transparencia</a:t>
            </a:r>
            <a:endParaRPr lang="en-US" b="0" i="0" dirty="0">
              <a:effectLst/>
              <a:latin typeface="Roboto"/>
            </a:endParaRPr>
          </a:p>
        </p:txBody>
      </p:sp>
    </p:spTree>
    <p:custDataLst>
      <p:tags r:id="rId1"/>
    </p:custDataLst>
    <p:extLst>
      <p:ext uri="{BB962C8B-B14F-4D97-AF65-F5344CB8AC3E}">
        <p14:creationId xmlns:p14="http://schemas.microsoft.com/office/powerpoint/2010/main" val="2552806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10">
            <a:extLst>
              <a:ext uri="{FF2B5EF4-FFF2-40B4-BE49-F238E27FC236}">
                <a16:creationId xmlns:a16="http://schemas.microsoft.com/office/drawing/2014/main" id="{50CEED20-A22C-4FC3-BC0E-F4FE53FDE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1113810" y="2825248"/>
            <a:ext cx="4036334" cy="2387600"/>
          </a:xfrm>
        </p:spPr>
        <p:txBody>
          <a:bodyPr vert="horz" lIns="91440" tIns="45720" rIns="91440" bIns="45720" rtlCol="0" anchor="t">
            <a:normAutofit/>
          </a:bodyPr>
          <a:lstStyle/>
          <a:p>
            <a:r>
              <a:rPr lang="en-US" sz="3400" kern="1200">
                <a:solidFill>
                  <a:schemeClr val="tx1"/>
                </a:solidFill>
                <a:latin typeface="+mj-lt"/>
                <a:ea typeface="+mj-ea"/>
                <a:cs typeface="+mj-cs"/>
                <a:hlinkClick r:id="rId3"/>
              </a:rPr>
              <a:t>Storage Virtualization and Software Defined Storage (youtube.com)</a:t>
            </a:r>
            <a:endParaRPr lang="en-US" sz="3400" kern="1200">
              <a:solidFill>
                <a:schemeClr val="tx1"/>
              </a:solidFill>
              <a:latin typeface="+mj-lt"/>
              <a:ea typeface="+mj-ea"/>
              <a:cs typeface="+mj-cs"/>
            </a:endParaRPr>
          </a:p>
        </p:txBody>
      </p:sp>
      <p:grpSp>
        <p:nvGrpSpPr>
          <p:cNvPr id="23" name="Group 12">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849524"/>
            <a:ext cx="731521" cy="673460"/>
            <a:chOff x="3940602" y="308034"/>
            <a:chExt cx="2116791" cy="3428999"/>
          </a:xfrm>
          <a:solidFill>
            <a:schemeClr val="accent4"/>
          </a:solidFill>
        </p:grpSpPr>
        <p:sp>
          <p:nvSpPr>
            <p:cNvPr id="24" name="Rectangle 13">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1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1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Rectangle 17">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679732"/>
            <a:ext cx="6009366" cy="542388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p:cNvPicPr>
            <a:picLocks noChangeAspect="1"/>
          </p:cNvPicPr>
          <p:nvPr/>
        </p:nvPicPr>
        <p:blipFill>
          <a:blip r:embed="rId4"/>
          <a:stretch>
            <a:fillRect/>
          </a:stretch>
        </p:blipFill>
        <p:spPr>
          <a:xfrm>
            <a:off x="5922492" y="1827752"/>
            <a:ext cx="5536001" cy="3127839"/>
          </a:xfrm>
          <a:prstGeom prst="rect">
            <a:avLst/>
          </a:prstGeom>
        </p:spPr>
      </p:pic>
      <p:sp>
        <p:nvSpPr>
          <p:cNvPr id="28" name="Rectangle 19">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687568" y="6355073"/>
            <a:ext cx="6007608"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914598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A397A31-3822-398E-F709-266F1BF653C2}"/>
              </a:ext>
            </a:extLst>
          </p:cNvPr>
          <p:cNvPicPr>
            <a:picLocks noChangeAspect="1"/>
          </p:cNvPicPr>
          <p:nvPr/>
        </p:nvPicPr>
        <p:blipFill>
          <a:blip r:embed="rId2"/>
          <a:srcRect l="16077" r="44097"/>
          <a:stretch/>
        </p:blipFill>
        <p:spPr>
          <a:xfrm>
            <a:off x="-7366" y="10"/>
            <a:ext cx="4855591" cy="6857990"/>
          </a:xfrm>
          <a:custGeom>
            <a:avLst/>
            <a:gdLst/>
            <a:ahLst/>
            <a:cxnLst/>
            <a:rect l="l" t="t" r="r" b="b"/>
            <a:pathLst>
              <a:path w="4636517" h="6858000">
                <a:moveTo>
                  <a:pt x="0" y="0"/>
                </a:moveTo>
                <a:lnTo>
                  <a:pt x="4636517" y="0"/>
                </a:lnTo>
                <a:lnTo>
                  <a:pt x="4636517" y="6858000"/>
                </a:lnTo>
                <a:lnTo>
                  <a:pt x="0" y="6858000"/>
                </a:lnTo>
                <a:close/>
              </a:path>
            </a:pathLst>
          </a:custGeom>
        </p:spPr>
      </p:pic>
      <p:sp>
        <p:nvSpPr>
          <p:cNvPr id="2" name="Título 1">
            <a:extLst>
              <a:ext uri="{FF2B5EF4-FFF2-40B4-BE49-F238E27FC236}">
                <a16:creationId xmlns:a16="http://schemas.microsoft.com/office/drawing/2014/main" id="{8C54AAD2-013F-44CA-9B61-C020A08BB838}"/>
              </a:ext>
            </a:extLst>
          </p:cNvPr>
          <p:cNvSpPr>
            <a:spLocks noGrp="1"/>
          </p:cNvSpPr>
          <p:nvPr>
            <p:ph type="title"/>
          </p:nvPr>
        </p:nvSpPr>
        <p:spPr>
          <a:xfrm>
            <a:off x="5827048" y="407987"/>
            <a:ext cx="5721484" cy="1325563"/>
          </a:xfrm>
        </p:spPr>
        <p:txBody>
          <a:bodyPr>
            <a:normAutofit/>
          </a:bodyPr>
          <a:lstStyle/>
          <a:p>
            <a:r>
              <a:rPr lang="es-MX" dirty="0"/>
              <a:t>Tipos de almacenamiento</a:t>
            </a:r>
          </a:p>
        </p:txBody>
      </p:sp>
      <p:sp>
        <p:nvSpPr>
          <p:cNvPr id="3" name="Marcador de contenido 2">
            <a:extLst>
              <a:ext uri="{FF2B5EF4-FFF2-40B4-BE49-F238E27FC236}">
                <a16:creationId xmlns:a16="http://schemas.microsoft.com/office/drawing/2014/main" id="{7D084AD0-D7A4-458D-B725-994894E2A08B}"/>
              </a:ext>
            </a:extLst>
          </p:cNvPr>
          <p:cNvSpPr>
            <a:spLocks noGrp="1"/>
          </p:cNvSpPr>
          <p:nvPr>
            <p:ph idx="1"/>
          </p:nvPr>
        </p:nvSpPr>
        <p:spPr>
          <a:xfrm>
            <a:off x="5827048" y="1868487"/>
            <a:ext cx="5721484" cy="4351338"/>
          </a:xfrm>
        </p:spPr>
        <p:txBody>
          <a:bodyPr>
            <a:normAutofit/>
          </a:bodyPr>
          <a:lstStyle/>
          <a:p>
            <a:r>
              <a:rPr lang="es-MX" dirty="0"/>
              <a:t>File-base </a:t>
            </a:r>
            <a:r>
              <a:rPr lang="es-MX" dirty="0" err="1"/>
              <a:t>storage</a:t>
            </a:r>
            <a:endParaRPr lang="es-MX" dirty="0"/>
          </a:p>
          <a:p>
            <a:pPr lvl="1"/>
            <a:r>
              <a:rPr lang="es-MX" dirty="0"/>
              <a:t>NAS</a:t>
            </a:r>
          </a:p>
          <a:p>
            <a:pPr lvl="1"/>
            <a:r>
              <a:rPr lang="es-MX" dirty="0"/>
              <a:t>SMB, NFS, CIFS</a:t>
            </a:r>
          </a:p>
          <a:p>
            <a:r>
              <a:rPr lang="es-MX" dirty="0"/>
              <a:t>Block-base </a:t>
            </a:r>
            <a:r>
              <a:rPr lang="es-MX" dirty="0" err="1"/>
              <a:t>storage</a:t>
            </a:r>
            <a:endParaRPr lang="es-MX" dirty="0"/>
          </a:p>
          <a:p>
            <a:pPr lvl="1"/>
            <a:r>
              <a:rPr lang="es-MX" dirty="0"/>
              <a:t>SAN</a:t>
            </a:r>
          </a:p>
          <a:p>
            <a:pPr lvl="1"/>
            <a:r>
              <a:rPr lang="es-MX" dirty="0"/>
              <a:t>SCSI, </a:t>
            </a:r>
            <a:r>
              <a:rPr lang="es-MX" dirty="0" err="1"/>
              <a:t>iSCSI</a:t>
            </a:r>
            <a:r>
              <a:rPr lang="es-MX" dirty="0"/>
              <a:t>, FC</a:t>
            </a:r>
          </a:p>
          <a:p>
            <a:r>
              <a:rPr lang="es-MX" dirty="0" err="1"/>
              <a:t>Object</a:t>
            </a:r>
            <a:r>
              <a:rPr lang="es-MX" dirty="0"/>
              <a:t>-base </a:t>
            </a:r>
            <a:r>
              <a:rPr lang="es-MX" dirty="0" err="1"/>
              <a:t>storage</a:t>
            </a:r>
            <a:endParaRPr lang="es-MX" dirty="0"/>
          </a:p>
          <a:p>
            <a:pPr lvl="1"/>
            <a:r>
              <a:rPr lang="es-MX" dirty="0"/>
              <a:t>Dualidad, datos </a:t>
            </a:r>
            <a:r>
              <a:rPr lang="es-MX"/>
              <a:t>y metadatos</a:t>
            </a:r>
          </a:p>
          <a:p>
            <a:pPr lvl="1"/>
            <a:endParaRPr lang="es-MX" dirty="0"/>
          </a:p>
        </p:txBody>
      </p:sp>
    </p:spTree>
    <p:extLst>
      <p:ext uri="{BB962C8B-B14F-4D97-AF65-F5344CB8AC3E}">
        <p14:creationId xmlns:p14="http://schemas.microsoft.com/office/powerpoint/2010/main" val="40261346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365760"/>
            <a:ext cx="10515600" cy="1325880"/>
          </a:xfrm>
        </p:spPr>
        <p:txBody>
          <a:bodyPr anchor="ctr">
            <a:normAutofit/>
          </a:bodyPr>
          <a:lstStyle/>
          <a:p>
            <a:r>
              <a:rPr lang="es-MX" dirty="0" err="1"/>
              <a:t>SDx</a:t>
            </a:r>
            <a:r>
              <a:rPr lang="es-MX" dirty="0"/>
              <a:t> (Software </a:t>
            </a:r>
            <a:r>
              <a:rPr lang="es-MX" dirty="0" err="1"/>
              <a:t>Defined</a:t>
            </a:r>
            <a:r>
              <a:rPr lang="es-MX" dirty="0"/>
              <a:t> </a:t>
            </a:r>
            <a:r>
              <a:rPr lang="es-MX" dirty="0" err="1"/>
              <a:t>Everything</a:t>
            </a:r>
            <a:r>
              <a:rPr lang="es-MX" dirty="0"/>
              <a:t>)</a:t>
            </a:r>
            <a:br>
              <a:rPr lang="es-MX" dirty="0"/>
            </a:br>
            <a:endParaRPr lang="es-MX" dirty="0"/>
          </a:p>
        </p:txBody>
      </p:sp>
      <p:sp>
        <p:nvSpPr>
          <p:cNvPr id="3" name="Marcador de contenido 2"/>
          <p:cNvSpPr>
            <a:spLocks noGrp="1"/>
          </p:cNvSpPr>
          <p:nvPr>
            <p:ph sz="quarter" idx="13"/>
          </p:nvPr>
        </p:nvSpPr>
        <p:spPr>
          <a:xfrm>
            <a:off x="838199" y="2024781"/>
            <a:ext cx="5212079" cy="4137189"/>
          </a:xfrm>
        </p:spPr>
        <p:txBody>
          <a:bodyPr>
            <a:normAutofit/>
          </a:bodyPr>
          <a:lstStyle/>
          <a:p>
            <a:pPr marL="285750" indent="-285750">
              <a:buFont typeface="Arial" panose="020B0604020202020204" pitchFamily="34" charset="0"/>
              <a:buChar char="•"/>
            </a:pPr>
            <a:r>
              <a:rPr lang="es-MX" dirty="0"/>
              <a:t>SDC (Software </a:t>
            </a:r>
            <a:r>
              <a:rPr lang="es-MX" dirty="0" err="1"/>
              <a:t>Defined</a:t>
            </a:r>
            <a:r>
              <a:rPr lang="es-MX" dirty="0"/>
              <a:t> </a:t>
            </a:r>
            <a:r>
              <a:rPr lang="es-MX" dirty="0" err="1"/>
              <a:t>Computer</a:t>
            </a:r>
            <a:r>
              <a:rPr lang="es-MX" dirty="0"/>
              <a:t>)</a:t>
            </a:r>
          </a:p>
          <a:p>
            <a:pPr marL="285750" indent="-285750">
              <a:buFont typeface="Arial" panose="020B0604020202020204" pitchFamily="34" charset="0"/>
              <a:buChar char="•"/>
            </a:pPr>
            <a:r>
              <a:rPr lang="es-MX" dirty="0"/>
              <a:t>SDN (Software </a:t>
            </a:r>
            <a:r>
              <a:rPr lang="es-MX" dirty="0" err="1"/>
              <a:t>Defined</a:t>
            </a:r>
            <a:r>
              <a:rPr lang="es-MX" dirty="0"/>
              <a:t> Network)</a:t>
            </a:r>
          </a:p>
          <a:p>
            <a:pPr marL="285750" indent="-285750">
              <a:buFont typeface="Arial" panose="020B0604020202020204" pitchFamily="34" charset="0"/>
              <a:buChar char="•"/>
            </a:pPr>
            <a:r>
              <a:rPr lang="es-MX" dirty="0"/>
              <a:t>SDS (Software </a:t>
            </a:r>
            <a:r>
              <a:rPr lang="es-MX" dirty="0" err="1"/>
              <a:t>Defined</a:t>
            </a:r>
            <a:r>
              <a:rPr lang="es-MX" dirty="0"/>
              <a:t> Storage)</a:t>
            </a:r>
          </a:p>
          <a:p>
            <a:pPr marL="285750" indent="-285750">
              <a:buFont typeface="Arial" panose="020B0604020202020204" pitchFamily="34" charset="0"/>
              <a:buChar char="•"/>
            </a:pPr>
            <a:r>
              <a:rPr lang="es-MX" dirty="0"/>
              <a:t>SDWAN (Software </a:t>
            </a:r>
            <a:r>
              <a:rPr lang="es-MX" dirty="0" err="1"/>
              <a:t>Defined</a:t>
            </a:r>
            <a:r>
              <a:rPr lang="es-MX" dirty="0"/>
              <a:t> WAN)</a:t>
            </a:r>
          </a:p>
          <a:p>
            <a:pPr marL="285750" indent="-285750">
              <a:buFont typeface="Arial" panose="020B0604020202020204" pitchFamily="34" charset="0"/>
              <a:buChar char="•"/>
            </a:pPr>
            <a:r>
              <a:rPr lang="es-MX" dirty="0" err="1"/>
              <a:t>SDSec</a:t>
            </a:r>
            <a:r>
              <a:rPr lang="es-MX" dirty="0"/>
              <a:t> (Software </a:t>
            </a:r>
            <a:r>
              <a:rPr lang="es-MX" dirty="0" err="1"/>
              <a:t>Defined</a:t>
            </a:r>
            <a:r>
              <a:rPr lang="es-MX" dirty="0"/>
              <a:t> Security)</a:t>
            </a:r>
          </a:p>
          <a:p>
            <a:pPr marL="285750" indent="-285750">
              <a:buFont typeface="Arial" panose="020B0604020202020204" pitchFamily="34" charset="0"/>
              <a:buChar char="•"/>
            </a:pPr>
            <a:r>
              <a:rPr lang="es-MX" dirty="0"/>
              <a:t>SDDC (Software </a:t>
            </a:r>
            <a:r>
              <a:rPr lang="es-MX" dirty="0" err="1"/>
              <a:t>Defined</a:t>
            </a:r>
            <a:r>
              <a:rPr lang="es-MX" dirty="0"/>
              <a:t> Data Center)</a:t>
            </a:r>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endParaRPr lang="es-MX" dirty="0"/>
          </a:p>
        </p:txBody>
      </p:sp>
      <p:pic>
        <p:nvPicPr>
          <p:cNvPr id="1026" name="Picture 2" descr="manage it | IT-Strategien und Lösungen"/>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0" b="100000" l="0" r="100000"/>
                    </a14:imgEffect>
                  </a14:imgLayer>
                </a14:imgProps>
              </a:ext>
              <a:ext uri="{28A0092B-C50C-407E-A947-70E740481C1C}">
                <a14:useLocalDpi xmlns:a14="http://schemas.microsoft.com/office/drawing/2010/main" val="0"/>
              </a:ext>
            </a:extLst>
          </a:blip>
          <a:stretch>
            <a:fillRect/>
          </a:stretch>
        </p:blipFill>
        <p:spPr bwMode="auto">
          <a:xfrm>
            <a:off x="6858890" y="2024780"/>
            <a:ext cx="4095816" cy="4137189"/>
          </a:xfrm>
          <a:prstGeom prst="rect">
            <a:avLst/>
          </a:prstGeom>
          <a:solidFill>
            <a:srgbClr val="FFFFFF"/>
          </a:solidFill>
        </p:spPr>
      </p:pic>
      <p:sp>
        <p:nvSpPr>
          <p:cNvPr id="5" name="CuadroTexto 4">
            <a:extLst>
              <a:ext uri="{FF2B5EF4-FFF2-40B4-BE49-F238E27FC236}">
                <a16:creationId xmlns:a16="http://schemas.microsoft.com/office/drawing/2014/main" id="{6FBDCB89-D3F3-BE59-B365-A5DC24EBAD74}"/>
              </a:ext>
            </a:extLst>
          </p:cNvPr>
          <p:cNvSpPr txBox="1"/>
          <p:nvPr/>
        </p:nvSpPr>
        <p:spPr>
          <a:xfrm>
            <a:off x="0" y="5901809"/>
            <a:ext cx="6096000" cy="369332"/>
          </a:xfrm>
          <a:prstGeom prst="rect">
            <a:avLst/>
          </a:prstGeom>
          <a:noFill/>
        </p:spPr>
        <p:txBody>
          <a:bodyPr wrap="square">
            <a:spAutoFit/>
          </a:bodyPr>
          <a:lstStyle/>
          <a:p>
            <a:r>
              <a:rPr lang="es-419" dirty="0" err="1">
                <a:hlinkClick r:id="rId4"/>
              </a:rPr>
              <a:t>SDx</a:t>
            </a:r>
            <a:r>
              <a:rPr lang="es-419" dirty="0">
                <a:hlinkClick r:id="rId4"/>
              </a:rPr>
              <a:t> Central Home - </a:t>
            </a:r>
            <a:r>
              <a:rPr lang="es-419" dirty="0" err="1">
                <a:hlinkClick r:id="rId4"/>
              </a:rPr>
              <a:t>SDx</a:t>
            </a:r>
            <a:endParaRPr lang="es-419" dirty="0"/>
          </a:p>
        </p:txBody>
      </p:sp>
    </p:spTree>
    <p:extLst>
      <p:ext uri="{BB962C8B-B14F-4D97-AF65-F5344CB8AC3E}">
        <p14:creationId xmlns:p14="http://schemas.microsoft.com/office/powerpoint/2010/main" val="2288998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2054">
            <a:extLst>
              <a:ext uri="{FF2B5EF4-FFF2-40B4-BE49-F238E27FC236}">
                <a16:creationId xmlns:a16="http://schemas.microsoft.com/office/drawing/2014/main" id="{3DAD86CA-8235-409B-982B-5E7A033E2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3" name="Rectangle 2056">
            <a:extLst>
              <a:ext uri="{FF2B5EF4-FFF2-40B4-BE49-F238E27FC236}">
                <a16:creationId xmlns:a16="http://schemas.microsoft.com/office/drawing/2014/main" id="{9F234FBA-3501-47B4-AE0C-AA4AFBC8F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51871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54" name="Rectangle 2058">
            <a:extLst>
              <a:ext uri="{FF2B5EF4-FFF2-40B4-BE49-F238E27FC236}">
                <a16:creationId xmlns:a16="http://schemas.microsoft.com/office/drawing/2014/main" id="{B5EF893B-0491-416E-9D33-BADE960079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1"/>
            <a:ext cx="10999072" cy="539995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https://blogs.sap.com/wp-content/uploads/2018/10/What-is-HCI-2018-10-02-1.png"/>
          <p:cNvPicPr>
            <a:picLocks noChangeAspect="1" noChangeArrowheads="1"/>
          </p:cNvPicPr>
          <p:nvPr/>
        </p:nvPicPr>
        <p:blipFill rotWithShape="1">
          <a:blip r:embed="rId2">
            <a:extLst>
              <a:ext uri="{28A0092B-C50C-407E-A947-70E740481C1C}">
                <a14:useLocalDpi xmlns:a14="http://schemas.microsoft.com/office/drawing/2010/main" val="0"/>
              </a:ext>
            </a:extLst>
          </a:blip>
          <a:srcRect b="15544"/>
          <a:stretch>
            <a:fillRect/>
          </a:stretch>
        </p:blipFill>
        <p:spPr bwMode="auto">
          <a:xfrm>
            <a:off x="838200" y="754148"/>
            <a:ext cx="10515600" cy="4995575"/>
          </a:xfrm>
          <a:prstGeom prst="rect">
            <a:avLst/>
          </a:prstGeom>
          <a:noFill/>
          <a:extLst>
            <a:ext uri="{909E8E84-426E-40DD-AFC4-6F175D3DCCD1}">
              <a14:hiddenFill xmlns:a14="http://schemas.microsoft.com/office/drawing/2010/main">
                <a:solidFill>
                  <a:srgbClr val="FFFFFF"/>
                </a:solidFill>
              </a14:hiddenFill>
            </a:ext>
          </a:extLst>
        </p:spPr>
      </p:pic>
      <p:cxnSp>
        <p:nvCxnSpPr>
          <p:cNvPr id="2056" name="Straight Connector 2060">
            <a:extLst>
              <a:ext uri="{FF2B5EF4-FFF2-40B4-BE49-F238E27FC236}">
                <a16:creationId xmlns:a16="http://schemas.microsoft.com/office/drawing/2014/main" id="{469F4FF8-F8B0-4630-BA1B-0D8B324CD5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29769"/>
            <a:ext cx="11000232"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03628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0B1635D7-8A58-C5F8-ABA0-1B656D340CB4}"/>
              </a:ext>
            </a:extLst>
          </p:cNvPr>
          <p:cNvSpPr>
            <a:spLocks noGrp="1"/>
          </p:cNvSpPr>
          <p:nvPr>
            <p:ph type="title"/>
          </p:nvPr>
        </p:nvSpPr>
        <p:spPr>
          <a:xfrm>
            <a:off x="1115568" y="548640"/>
            <a:ext cx="10168128" cy="1179576"/>
          </a:xfrm>
        </p:spPr>
        <p:txBody>
          <a:bodyPr>
            <a:normAutofit/>
          </a:bodyPr>
          <a:lstStyle/>
          <a:p>
            <a:r>
              <a:rPr lang="es-MX" sz="4000"/>
              <a:t>Beneficios para la seguridad</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Marcador de contenido 2">
            <a:extLst>
              <a:ext uri="{FF2B5EF4-FFF2-40B4-BE49-F238E27FC236}">
                <a16:creationId xmlns:a16="http://schemas.microsoft.com/office/drawing/2014/main" id="{8DD7D2D2-1AA0-44E2-4B83-E191BDA5156D}"/>
              </a:ext>
            </a:extLst>
          </p:cNvPr>
          <p:cNvSpPr>
            <a:spLocks noGrp="1"/>
          </p:cNvSpPr>
          <p:nvPr>
            <p:ph idx="1"/>
          </p:nvPr>
        </p:nvSpPr>
        <p:spPr>
          <a:xfrm>
            <a:off x="1115568" y="2481943"/>
            <a:ext cx="10168128" cy="3695020"/>
          </a:xfrm>
        </p:spPr>
        <p:txBody>
          <a:bodyPr>
            <a:normAutofit/>
          </a:bodyPr>
          <a:lstStyle/>
          <a:p>
            <a:r>
              <a:rPr lang="es-MX" sz="2200"/>
              <a:t>Aislamiento de MV</a:t>
            </a:r>
          </a:p>
          <a:p>
            <a:r>
              <a:rPr lang="es-MX" sz="2200"/>
              <a:t>Snapshots para regresar después de una infección durante una evaluación</a:t>
            </a:r>
          </a:p>
          <a:p>
            <a:r>
              <a:rPr lang="es-MX" sz="2200"/>
              <a:t>Micro segmentación de la red, evita movimientos laterales</a:t>
            </a:r>
          </a:p>
          <a:p>
            <a:r>
              <a:rPr lang="es-MX" sz="2200"/>
              <a:t>Mejora la recuperación de desastres</a:t>
            </a:r>
          </a:p>
          <a:p>
            <a:endParaRPr lang="es-MX" sz="2200"/>
          </a:p>
          <a:p>
            <a:r>
              <a:rPr lang="es-MX" sz="2200"/>
              <a:t>Aplicación en Sandboxing, Honeypots y VDI</a:t>
            </a:r>
          </a:p>
        </p:txBody>
      </p:sp>
    </p:spTree>
    <p:extLst>
      <p:ext uri="{BB962C8B-B14F-4D97-AF65-F5344CB8AC3E}">
        <p14:creationId xmlns:p14="http://schemas.microsoft.com/office/powerpoint/2010/main" val="2375162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__MICROSOFT_TRANSLATOR_CLM_SLIDEINFO" val="{&quot;Guid&quot;:&quot;6dd91217-4caf-47c9-9d5a-ad73a3f15aa3&quot;,&quot;TimeStamp&quot;:&quot;2018-05-21T18:40:48.5243682-05:00&quot;}"/>
</p:tagLst>
</file>

<file path=ppt/tags/tag2.xml><?xml version="1.0" encoding="utf-8"?>
<p:tagLst xmlns:a="http://schemas.openxmlformats.org/drawingml/2006/main" xmlns:r="http://schemas.openxmlformats.org/officeDocument/2006/relationships" xmlns:p="http://schemas.openxmlformats.org/presentationml/2006/main">
  <p:tag name="__MICROSOFT_TRANSLATOR_CLM_SLIDEINFO" val="{&quot;Guid&quot;:&quot;05e02d97-bcd0-424c-a08b-593db9dd9e70&quot;,&quot;TimeStamp&quot;:&quot;2018-05-21T18:40:48.5243682-05:00&quot;}"/>
</p:tagLst>
</file>

<file path=ppt/tags/tag3.xml><?xml version="1.0" encoding="utf-8"?>
<p:tagLst xmlns:a="http://schemas.openxmlformats.org/drawingml/2006/main" xmlns:r="http://schemas.openxmlformats.org/officeDocument/2006/relationships" xmlns:p="http://schemas.openxmlformats.org/presentationml/2006/main">
  <p:tag name="__MICROSOFT_TRANSLATOR_CLM_SLIDEINFO" val="{&quot;Guid&quot;:&quot;ded2d647-a53b-4d55-8f10-801baa0e627d&quot;,&quot;TimeStamp&quot;:&quot;2018-05-21T18:40:48.5243682-05:00&quot;}"/>
</p:tagLst>
</file>

<file path=ppt/tags/tag4.xml><?xml version="1.0" encoding="utf-8"?>
<p:tagLst xmlns:a="http://schemas.openxmlformats.org/drawingml/2006/main" xmlns:r="http://schemas.openxmlformats.org/officeDocument/2006/relationships" xmlns:p="http://schemas.openxmlformats.org/presentationml/2006/main">
  <p:tag name="__MICROSOFT_TRANSLATOR_CLM_SLIDEINFO" val="{&quot;Guid&quot;:&quot;946e68ab-ca5b-46be-af7d-bcd27e40e111&quot;,&quot;TimeStamp&quot;:&quot;2018-05-21T18:40:48.5243682-05:00&quot;}"/>
</p:tagLst>
</file>

<file path=ppt/tags/tag5.xml><?xml version="1.0" encoding="utf-8"?>
<p:tagLst xmlns:a="http://schemas.openxmlformats.org/drawingml/2006/main" xmlns:r="http://schemas.openxmlformats.org/officeDocument/2006/relationships" xmlns:p="http://schemas.openxmlformats.org/presentationml/2006/main">
  <p:tag name="__MICROSOFT_TRANSLATOR_CLM_SLIDEINFO" val="{&quot;Guid&quot;:&quot;b5cc7641-0191-4544-92c3-fbfdfea4fe10&quot;,&quot;TimeStamp&quot;:&quot;2018-05-21T18:40:48.5243682-05:00&quot;}"/>
</p:tagLst>
</file>

<file path=ppt/tags/tag6.xml><?xml version="1.0" encoding="utf-8"?>
<p:tagLst xmlns:a="http://schemas.openxmlformats.org/drawingml/2006/main" xmlns:r="http://schemas.openxmlformats.org/officeDocument/2006/relationships" xmlns:p="http://schemas.openxmlformats.org/presentationml/2006/main">
  <p:tag name="__MICROSOFT_TRANSLATOR_CLM_SLIDEINFO" val="{&quot;Guid&quot;:&quot;c7d7d637-5204-4d56-9881-19155dcaad6a&quot;,&quot;TimeStamp&quot;:&quot;2018-05-21T18:40:48.5243682-05:00&quot;}"/>
</p:tagLst>
</file>

<file path=ppt/tags/tag7.xml><?xml version="1.0" encoding="utf-8"?>
<p:tagLst xmlns:a="http://schemas.openxmlformats.org/drawingml/2006/main" xmlns:r="http://schemas.openxmlformats.org/officeDocument/2006/relationships" xmlns:p="http://schemas.openxmlformats.org/presentationml/2006/main">
  <p:tag name="__MICROSOFT_TRANSLATOR_CLM_SLIDEINFO" val="{&quot;Guid&quot;:&quot;265d59ce-9b36-4f3f-8fcd-2980953636d1&quot;,&quot;TimeStamp&quot;:&quot;2018-05-21T18:40:48.5253689-05:00&quot;}"/>
</p:tagLst>
</file>

<file path=ppt/tags/tag8.xml><?xml version="1.0" encoding="utf-8"?>
<p:tagLst xmlns:a="http://schemas.openxmlformats.org/drawingml/2006/main" xmlns:r="http://schemas.openxmlformats.org/officeDocument/2006/relationships" xmlns:p="http://schemas.openxmlformats.org/presentationml/2006/main">
  <p:tag name="__MICROSOFT_TRANSLATOR_CLM_SLIDEINFO" val="{&quot;Guid&quot;:&quot;4c00f920-4589-4421-9b65-1162c10c562e&quot;,&quot;TimeStamp&quot;:&quot;2018-05-21T18:40:48.5253689-05:00&quot;}"/>
</p:tagLst>
</file>

<file path=ppt/tags/tag9.xml><?xml version="1.0" encoding="utf-8"?>
<p:tagLst xmlns:a="http://schemas.openxmlformats.org/drawingml/2006/main" xmlns:r="http://schemas.openxmlformats.org/officeDocument/2006/relationships" xmlns:p="http://schemas.openxmlformats.org/presentationml/2006/main">
  <p:tag name="__MICROSOFT_TRANSLATOR_CLM_SLIDEINFO" val="{&quot;Guid&quot;:&quot;430d4ef3-c934-4848-bd09-59aebf77708a&quot;,&quot;TimeStamp&quot;:&quot;2018-05-21T18:40:48.5253689-05:00&quot;}"/>
</p:tagLst>
</file>

<file path=ppt/tags/tag10.xml><?xml version="1.0" encoding="utf-8"?>
<p:tagLst xmlns:a="http://schemas.openxmlformats.org/drawingml/2006/main" xmlns:r="http://schemas.openxmlformats.org/officeDocument/2006/relationships" xmlns:p="http://schemas.openxmlformats.org/presentationml/2006/main">
  <p:tag name="__MICROSOFT_TRANSLATOR_CLM_SLIDEINFO" val="{&quot;Guid&quot;:&quot;fdd3d394-7f32-44b2-bffd-1b04ca08d688&quot;,&quot;TimeStamp&quot;:&quot;2018-05-21T18:40:48.5253689-05:00&quot;}"/>
</p:tagLst>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6018</TotalTime>
  <Words>1846</Words>
  <Application>Microsoft Office PowerPoint</Application>
  <PresentationFormat>Panorámica</PresentationFormat>
  <Paragraphs>318</Paragraphs>
  <Slides>37</Slides>
  <Notes>16</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37</vt:i4>
      </vt:variant>
    </vt:vector>
  </HeadingPairs>
  <TitlesOfParts>
    <vt:vector size="46" baseType="lpstr">
      <vt:lpstr>-apple-system</vt:lpstr>
      <vt:lpstr>Aptos</vt:lpstr>
      <vt:lpstr>Aptos Display</vt:lpstr>
      <vt:lpstr>Arial</vt:lpstr>
      <vt:lpstr>Calibri</vt:lpstr>
      <vt:lpstr>Roboto</vt:lpstr>
      <vt:lpstr>Segoe Sans</vt:lpstr>
      <vt:lpstr>Wingdings</vt:lpstr>
      <vt:lpstr>Tema de Office</vt:lpstr>
      <vt:lpstr>COMPUTO EN LA NUBE</vt:lpstr>
      <vt:lpstr>Virtualización</vt:lpstr>
      <vt:lpstr>Introducción</vt:lpstr>
      <vt:lpstr>Tipos de virtualización</vt:lpstr>
      <vt:lpstr>¿Por qué virtualizar?</vt:lpstr>
      <vt:lpstr>Hipervisor</vt:lpstr>
      <vt:lpstr>Técnicas de virtualización</vt:lpstr>
      <vt:lpstr>Tipos de hipervisores</vt:lpstr>
      <vt:lpstr>Virtualización asistida por hardware</vt:lpstr>
      <vt:lpstr>BIOS</vt:lpstr>
      <vt:lpstr>Soluciones en el mercado</vt:lpstr>
      <vt:lpstr>Presentación de PowerPoint</vt:lpstr>
      <vt:lpstr>Comparativa</vt:lpstr>
      <vt:lpstr>Virtualización anidada Hyper-V</vt:lpstr>
      <vt:lpstr>DEMO</vt:lpstr>
      <vt:lpstr>Virtualbox</vt:lpstr>
      <vt:lpstr>Presentación de PowerPoint</vt:lpstr>
      <vt:lpstr>Virtualización de red a nivel MV</vt:lpstr>
      <vt:lpstr>Ejercicio 1</vt:lpstr>
      <vt:lpstr>Ejercicio 2</vt:lpstr>
      <vt:lpstr>Red de 3 capas tradicional DC</vt:lpstr>
      <vt:lpstr>Como evoluciona el tráfico</vt:lpstr>
      <vt:lpstr>Redes virtuales</vt:lpstr>
      <vt:lpstr>Presentación de PowerPoint</vt:lpstr>
      <vt:lpstr>Openflow (Open Networking Foundation)</vt:lpstr>
      <vt:lpstr>Virtualización de Red. Introducción (youtube.com)</vt:lpstr>
      <vt:lpstr>SDN vs NFV</vt:lpstr>
      <vt:lpstr>Controladoras SDN</vt:lpstr>
      <vt:lpstr>Presentación de PowerPoint</vt:lpstr>
      <vt:lpstr>Presentación de PowerPoint</vt:lpstr>
      <vt:lpstr>Virtualización de almacenamiento Arreglos de discos</vt:lpstr>
      <vt:lpstr>Almacenamiento Virtual</vt:lpstr>
      <vt:lpstr>Storage Virtualization and Software Defined Storage (youtube.com)</vt:lpstr>
      <vt:lpstr>Tipos de almacenamiento</vt:lpstr>
      <vt:lpstr>SDx (Software Defined Everything) </vt:lpstr>
      <vt:lpstr>Presentación de PowerPoint</vt:lpstr>
      <vt:lpstr>Beneficios para la seguridad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Bonola Virues Hector</dc:creator>
  <cp:lastModifiedBy>Bonola Virues Hector</cp:lastModifiedBy>
  <cp:revision>2</cp:revision>
  <dcterms:created xsi:type="dcterms:W3CDTF">2026-03-07T23:34:33Z</dcterms:created>
  <dcterms:modified xsi:type="dcterms:W3CDTF">2026-05-22T13:07:19Z</dcterms:modified>
</cp:coreProperties>
</file>