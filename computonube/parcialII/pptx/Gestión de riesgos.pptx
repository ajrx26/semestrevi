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F7F5D-6485-4807-AE4A-B27E03D02D1A}" v="11" dt="2026-06-01T04:30:14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ola Virues Hector" userId="6b1c84c4-e4f8-42d7-8d85-645df8b21457" providerId="ADAL" clId="{B0ACCDE3-E60A-4DF5-ACD4-895F6C5B6608}"/>
    <pc:docChg chg="undo custSel addSld delSld modSld sldOrd">
      <pc:chgData name="Bonola Virues Hector" userId="6b1c84c4-e4f8-42d7-8d85-645df8b21457" providerId="ADAL" clId="{B0ACCDE3-E60A-4DF5-ACD4-895F6C5B6608}" dt="2026-06-01T04:35:45.566" v="339" actId="20577"/>
      <pc:docMkLst>
        <pc:docMk/>
      </pc:docMkLst>
      <pc:sldChg chg="del">
        <pc:chgData name="Bonola Virues Hector" userId="6b1c84c4-e4f8-42d7-8d85-645df8b21457" providerId="ADAL" clId="{B0ACCDE3-E60A-4DF5-ACD4-895F6C5B6608}" dt="2026-06-01T04:19:48.865" v="0" actId="47"/>
        <pc:sldMkLst>
          <pc:docMk/>
          <pc:sldMk cId="1908090273" sldId="257"/>
        </pc:sldMkLst>
      </pc:sldChg>
      <pc:sldChg chg="addSp delSp modSp new mod">
        <pc:chgData name="Bonola Virues Hector" userId="6b1c84c4-e4f8-42d7-8d85-645df8b21457" providerId="ADAL" clId="{B0ACCDE3-E60A-4DF5-ACD4-895F6C5B6608}" dt="2026-06-01T04:22:58.122" v="162" actId="12100"/>
        <pc:sldMkLst>
          <pc:docMk/>
          <pc:sldMk cId="2859054530" sldId="257"/>
        </pc:sldMkLst>
        <pc:spChg chg="mod">
          <ac:chgData name="Bonola Virues Hector" userId="6b1c84c4-e4f8-42d7-8d85-645df8b21457" providerId="ADAL" clId="{B0ACCDE3-E60A-4DF5-ACD4-895F6C5B6608}" dt="2026-06-01T04:22:42.252" v="161" actId="20577"/>
          <ac:spMkLst>
            <pc:docMk/>
            <pc:sldMk cId="2859054530" sldId="257"/>
            <ac:spMk id="2" creationId="{545EBD0F-CB1B-B635-D703-5D61A2E07D1B}"/>
          </ac:spMkLst>
        </pc:spChg>
        <pc:spChg chg="del">
          <ac:chgData name="Bonola Virues Hector" userId="6b1c84c4-e4f8-42d7-8d85-645df8b21457" providerId="ADAL" clId="{B0ACCDE3-E60A-4DF5-ACD4-895F6C5B6608}" dt="2026-06-01T04:20:41.997" v="5" actId="1032"/>
          <ac:spMkLst>
            <pc:docMk/>
            <pc:sldMk cId="2859054530" sldId="257"/>
            <ac:spMk id="3" creationId="{3DE4A329-C1F7-6461-AF9E-051297A0309A}"/>
          </ac:spMkLst>
        </pc:spChg>
        <pc:graphicFrameChg chg="add mod modGraphic">
          <ac:chgData name="Bonola Virues Hector" userId="6b1c84c4-e4f8-42d7-8d85-645df8b21457" providerId="ADAL" clId="{B0ACCDE3-E60A-4DF5-ACD4-895F6C5B6608}" dt="2026-06-01T04:22:58.122" v="162" actId="12100"/>
          <ac:graphicFrameMkLst>
            <pc:docMk/>
            <pc:sldMk cId="2859054530" sldId="257"/>
            <ac:graphicFrameMk id="4" creationId="{8C31FB71-ABBB-34FF-067D-EA31FEA8CA2E}"/>
          </ac:graphicFrameMkLst>
        </pc:graphicFrameChg>
      </pc:sldChg>
      <pc:sldChg chg="addSp delSp modSp new mod setBg">
        <pc:chgData name="Bonola Virues Hector" userId="6b1c84c4-e4f8-42d7-8d85-645df8b21457" providerId="ADAL" clId="{B0ACCDE3-E60A-4DF5-ACD4-895F6C5B6608}" dt="2026-06-01T04:34:07.922" v="321" actId="20577"/>
        <pc:sldMkLst>
          <pc:docMk/>
          <pc:sldMk cId="999532657" sldId="258"/>
        </pc:sldMkLst>
        <pc:spChg chg="mod">
          <ac:chgData name="Bonola Virues Hector" userId="6b1c84c4-e4f8-42d7-8d85-645df8b21457" providerId="ADAL" clId="{B0ACCDE3-E60A-4DF5-ACD4-895F6C5B6608}" dt="2026-06-01T04:33:39.746" v="311" actId="26606"/>
          <ac:spMkLst>
            <pc:docMk/>
            <pc:sldMk cId="999532657" sldId="258"/>
            <ac:spMk id="2" creationId="{0C8C1585-7314-344D-88DE-1AB1F99DAF19}"/>
          </ac:spMkLst>
        </pc:spChg>
        <pc:spChg chg="del mod">
          <ac:chgData name="Bonola Virues Hector" userId="6b1c84c4-e4f8-42d7-8d85-645df8b21457" providerId="ADAL" clId="{B0ACCDE3-E60A-4DF5-ACD4-895F6C5B6608}" dt="2026-06-01T04:33:39.746" v="311" actId="26606"/>
          <ac:spMkLst>
            <pc:docMk/>
            <pc:sldMk cId="999532657" sldId="258"/>
            <ac:spMk id="3" creationId="{3A466275-19E6-A36B-AC4D-B2F54D43CA4E}"/>
          </ac:spMkLst>
        </pc:spChg>
        <pc:spChg chg="add">
          <ac:chgData name="Bonola Virues Hector" userId="6b1c84c4-e4f8-42d7-8d85-645df8b21457" providerId="ADAL" clId="{B0ACCDE3-E60A-4DF5-ACD4-895F6C5B6608}" dt="2026-06-01T04:33:39.746" v="311" actId="26606"/>
          <ac:spMkLst>
            <pc:docMk/>
            <pc:sldMk cId="999532657" sldId="258"/>
            <ac:spMk id="9" creationId="{EE1530B0-6F96-46C0-8B3E-3215CB756BE4}"/>
          </ac:spMkLst>
        </pc:spChg>
        <pc:spChg chg="add">
          <ac:chgData name="Bonola Virues Hector" userId="6b1c84c4-e4f8-42d7-8d85-645df8b21457" providerId="ADAL" clId="{B0ACCDE3-E60A-4DF5-ACD4-895F6C5B6608}" dt="2026-06-01T04:33:39.746" v="311" actId="26606"/>
          <ac:spMkLst>
            <pc:docMk/>
            <pc:sldMk cId="999532657" sldId="258"/>
            <ac:spMk id="11" creationId="{754910CF-1B56-45D3-960A-E89F7B3B9131}"/>
          </ac:spMkLst>
        </pc:spChg>
        <pc:graphicFrameChg chg="add modGraphic">
          <ac:chgData name="Bonola Virues Hector" userId="6b1c84c4-e4f8-42d7-8d85-645df8b21457" providerId="ADAL" clId="{B0ACCDE3-E60A-4DF5-ACD4-895F6C5B6608}" dt="2026-06-01T04:34:07.922" v="321" actId="20577"/>
          <ac:graphicFrameMkLst>
            <pc:docMk/>
            <pc:sldMk cId="999532657" sldId="258"/>
            <ac:graphicFrameMk id="5" creationId="{BE711C64-85D6-847E-9851-22CD207C2A15}"/>
          </ac:graphicFrameMkLst>
        </pc:graphicFrameChg>
      </pc:sldChg>
      <pc:sldChg chg="del">
        <pc:chgData name="Bonola Virues Hector" userId="6b1c84c4-e4f8-42d7-8d85-645df8b21457" providerId="ADAL" clId="{B0ACCDE3-E60A-4DF5-ACD4-895F6C5B6608}" dt="2026-06-01T04:19:51.856" v="1" actId="47"/>
        <pc:sldMkLst>
          <pc:docMk/>
          <pc:sldMk cId="4144555776" sldId="258"/>
        </pc:sldMkLst>
      </pc:sldChg>
      <pc:sldChg chg="addSp delSp modSp new mod ord setBg setClrOvrMap">
        <pc:chgData name="Bonola Virues Hector" userId="6b1c84c4-e4f8-42d7-8d85-645df8b21457" providerId="ADAL" clId="{B0ACCDE3-E60A-4DF5-ACD4-895F6C5B6608}" dt="2026-06-01T04:35:45.566" v="339" actId="20577"/>
        <pc:sldMkLst>
          <pc:docMk/>
          <pc:sldMk cId="1354747904" sldId="259"/>
        </pc:sldMkLst>
        <pc:spChg chg="mod">
          <ac:chgData name="Bonola Virues Hector" userId="6b1c84c4-e4f8-42d7-8d85-645df8b21457" providerId="ADAL" clId="{B0ACCDE3-E60A-4DF5-ACD4-895F6C5B6608}" dt="2026-06-01T04:33:18.932" v="276" actId="26606"/>
          <ac:spMkLst>
            <pc:docMk/>
            <pc:sldMk cId="1354747904" sldId="259"/>
            <ac:spMk id="2" creationId="{ABAEF1CA-A62D-8AEA-EC42-56F70E0AC662}"/>
          </ac:spMkLst>
        </pc:spChg>
        <pc:spChg chg="add del mod">
          <ac:chgData name="Bonola Virues Hector" userId="6b1c84c4-e4f8-42d7-8d85-645df8b21457" providerId="ADAL" clId="{B0ACCDE3-E60A-4DF5-ACD4-895F6C5B6608}" dt="2026-06-01T04:32:55.385" v="274" actId="26606"/>
          <ac:spMkLst>
            <pc:docMk/>
            <pc:sldMk cId="1354747904" sldId="259"/>
            <ac:spMk id="3" creationId="{EF6C4D0C-6296-879E-D301-2EECAB1A8350}"/>
          </ac:spMkLst>
        </pc:spChg>
        <pc:spChg chg="add del">
          <ac:chgData name="Bonola Virues Hector" userId="6b1c84c4-e4f8-42d7-8d85-645df8b21457" providerId="ADAL" clId="{B0ACCDE3-E60A-4DF5-ACD4-895F6C5B6608}" dt="2026-06-01T04:29:58.785" v="209" actId="22"/>
          <ac:spMkLst>
            <pc:docMk/>
            <pc:sldMk cId="1354747904" sldId="259"/>
            <ac:spMk id="5" creationId="{D8EA5FA8-3DF2-B8D6-5131-67C237EA77BE}"/>
          </ac:spMkLst>
        </pc:spChg>
        <pc:spChg chg="add del">
          <ac:chgData name="Bonola Virues Hector" userId="6b1c84c4-e4f8-42d7-8d85-645df8b21457" providerId="ADAL" clId="{B0ACCDE3-E60A-4DF5-ACD4-895F6C5B6608}" dt="2026-06-01T04:32:33.299" v="263" actId="26606"/>
          <ac:spMkLst>
            <pc:docMk/>
            <pc:sldMk cId="1354747904" sldId="259"/>
            <ac:spMk id="9" creationId="{103E59AE-44F8-4FB9-BF05-C888FE3E1DFA}"/>
          </ac:spMkLst>
        </pc:spChg>
        <pc:spChg chg="add del">
          <ac:chgData name="Bonola Virues Hector" userId="6b1c84c4-e4f8-42d7-8d85-645df8b21457" providerId="ADAL" clId="{B0ACCDE3-E60A-4DF5-ACD4-895F6C5B6608}" dt="2026-06-01T04:32:33.299" v="263" actId="26606"/>
          <ac:spMkLst>
            <pc:docMk/>
            <pc:sldMk cId="1354747904" sldId="259"/>
            <ac:spMk id="13" creationId="{8B6B14AE-589A-45CC-A30D-41995FC1F8BA}"/>
          </ac:spMkLst>
        </pc:spChg>
        <pc:spChg chg="add del">
          <ac:chgData name="Bonola Virues Hector" userId="6b1c84c4-e4f8-42d7-8d85-645df8b21457" providerId="ADAL" clId="{B0ACCDE3-E60A-4DF5-ACD4-895F6C5B6608}" dt="2026-06-01T04:32:41.487" v="265" actId="26606"/>
          <ac:spMkLst>
            <pc:docMk/>
            <pc:sldMk cId="1354747904" sldId="259"/>
            <ac:spMk id="15" creationId="{EE1530B0-6F96-46C0-8B3E-3215CB756BE4}"/>
          </ac:spMkLst>
        </pc:spChg>
        <pc:spChg chg="add del">
          <ac:chgData name="Bonola Virues Hector" userId="6b1c84c4-e4f8-42d7-8d85-645df8b21457" providerId="ADAL" clId="{B0ACCDE3-E60A-4DF5-ACD4-895F6C5B6608}" dt="2026-06-01T04:32:41.487" v="265" actId="26606"/>
          <ac:spMkLst>
            <pc:docMk/>
            <pc:sldMk cId="1354747904" sldId="259"/>
            <ac:spMk id="16" creationId="{754910CF-1B56-45D3-960A-E89F7B3B9131}"/>
          </ac:spMkLst>
        </pc:spChg>
        <pc:spChg chg="add del">
          <ac:chgData name="Bonola Virues Hector" userId="6b1c84c4-e4f8-42d7-8d85-645df8b21457" providerId="ADAL" clId="{B0ACCDE3-E60A-4DF5-ACD4-895F6C5B6608}" dt="2026-06-01T04:32:44.154" v="267" actId="26606"/>
          <ac:spMkLst>
            <pc:docMk/>
            <pc:sldMk cId="1354747904" sldId="259"/>
            <ac:spMk id="19" creationId="{68BDBE5C-BBE9-4E89-BEE5-DEB6EAB8702D}"/>
          </ac:spMkLst>
        </pc:spChg>
        <pc:spChg chg="add del">
          <ac:chgData name="Bonola Virues Hector" userId="6b1c84c4-e4f8-42d7-8d85-645df8b21457" providerId="ADAL" clId="{B0ACCDE3-E60A-4DF5-ACD4-895F6C5B6608}" dt="2026-06-01T04:32:44.154" v="267" actId="26606"/>
          <ac:spMkLst>
            <pc:docMk/>
            <pc:sldMk cId="1354747904" sldId="259"/>
            <ac:spMk id="21" creationId="{DFC4168B-AA75-4715-9B96-CF84B170A68B}"/>
          </ac:spMkLst>
        </pc:spChg>
        <pc:spChg chg="add del">
          <ac:chgData name="Bonola Virues Hector" userId="6b1c84c4-e4f8-42d7-8d85-645df8b21457" providerId="ADAL" clId="{B0ACCDE3-E60A-4DF5-ACD4-895F6C5B6608}" dt="2026-06-01T04:32:46.634" v="269" actId="26606"/>
          <ac:spMkLst>
            <pc:docMk/>
            <pc:sldMk cId="1354747904" sldId="259"/>
            <ac:spMk id="24" creationId="{88F0A37D-2337-4AAF-98B0-7E4E9B98719A}"/>
          </ac:spMkLst>
        </pc:spChg>
        <pc:spChg chg="add del">
          <ac:chgData name="Bonola Virues Hector" userId="6b1c84c4-e4f8-42d7-8d85-645df8b21457" providerId="ADAL" clId="{B0ACCDE3-E60A-4DF5-ACD4-895F6C5B6608}" dt="2026-06-01T04:32:46.634" v="269" actId="26606"/>
          <ac:spMkLst>
            <pc:docMk/>
            <pc:sldMk cId="1354747904" sldId="259"/>
            <ac:spMk id="26" creationId="{F7234D70-FB65-4E99-985E-64D219674D45}"/>
          </ac:spMkLst>
        </pc:spChg>
        <pc:spChg chg="add del">
          <ac:chgData name="Bonola Virues Hector" userId="6b1c84c4-e4f8-42d7-8d85-645df8b21457" providerId="ADAL" clId="{B0ACCDE3-E60A-4DF5-ACD4-895F6C5B6608}" dt="2026-06-01T04:32:52.805" v="271" actId="26606"/>
          <ac:spMkLst>
            <pc:docMk/>
            <pc:sldMk cId="1354747904" sldId="259"/>
            <ac:spMk id="29" creationId="{68BDBE5C-BBE9-4E89-BEE5-DEB6EAB8702D}"/>
          </ac:spMkLst>
        </pc:spChg>
        <pc:spChg chg="add del">
          <ac:chgData name="Bonola Virues Hector" userId="6b1c84c4-e4f8-42d7-8d85-645df8b21457" providerId="ADAL" clId="{B0ACCDE3-E60A-4DF5-ACD4-895F6C5B6608}" dt="2026-06-01T04:32:52.805" v="271" actId="26606"/>
          <ac:spMkLst>
            <pc:docMk/>
            <pc:sldMk cId="1354747904" sldId="259"/>
            <ac:spMk id="31" creationId="{DFC4168B-AA75-4715-9B96-CF84B170A68B}"/>
          </ac:spMkLst>
        </pc:spChg>
        <pc:spChg chg="add del">
          <ac:chgData name="Bonola Virues Hector" userId="6b1c84c4-e4f8-42d7-8d85-645df8b21457" providerId="ADAL" clId="{B0ACCDE3-E60A-4DF5-ACD4-895F6C5B6608}" dt="2026-06-01T04:32:55.352" v="273" actId="26606"/>
          <ac:spMkLst>
            <pc:docMk/>
            <pc:sldMk cId="1354747904" sldId="259"/>
            <ac:spMk id="34" creationId="{88F0A37D-2337-4AAF-98B0-7E4E9B98719A}"/>
          </ac:spMkLst>
        </pc:spChg>
        <pc:spChg chg="add del">
          <ac:chgData name="Bonola Virues Hector" userId="6b1c84c4-e4f8-42d7-8d85-645df8b21457" providerId="ADAL" clId="{B0ACCDE3-E60A-4DF5-ACD4-895F6C5B6608}" dt="2026-06-01T04:32:55.352" v="273" actId="26606"/>
          <ac:spMkLst>
            <pc:docMk/>
            <pc:sldMk cId="1354747904" sldId="259"/>
            <ac:spMk id="36" creationId="{F7234D70-FB65-4E99-985E-64D219674D45}"/>
          </ac:spMkLst>
        </pc:spChg>
        <pc:spChg chg="add del">
          <ac:chgData name="Bonola Virues Hector" userId="6b1c84c4-e4f8-42d7-8d85-645df8b21457" providerId="ADAL" clId="{B0ACCDE3-E60A-4DF5-ACD4-895F6C5B6608}" dt="2026-06-01T04:33:18.932" v="276" actId="26606"/>
          <ac:spMkLst>
            <pc:docMk/>
            <pc:sldMk cId="1354747904" sldId="259"/>
            <ac:spMk id="39" creationId="{68BDBE5C-BBE9-4E89-BEE5-DEB6EAB8702D}"/>
          </ac:spMkLst>
        </pc:spChg>
        <pc:spChg chg="add del">
          <ac:chgData name="Bonola Virues Hector" userId="6b1c84c4-e4f8-42d7-8d85-645df8b21457" providerId="ADAL" clId="{B0ACCDE3-E60A-4DF5-ACD4-895F6C5B6608}" dt="2026-06-01T04:33:18.932" v="276" actId="26606"/>
          <ac:spMkLst>
            <pc:docMk/>
            <pc:sldMk cId="1354747904" sldId="259"/>
            <ac:spMk id="41" creationId="{DFC4168B-AA75-4715-9B96-CF84B170A68B}"/>
          </ac:spMkLst>
        </pc:spChg>
        <pc:spChg chg="add del">
          <ac:chgData name="Bonola Virues Hector" userId="6b1c84c4-e4f8-42d7-8d85-645df8b21457" providerId="ADAL" clId="{B0ACCDE3-E60A-4DF5-ACD4-895F6C5B6608}" dt="2026-06-01T04:33:18.932" v="276" actId="26606"/>
          <ac:spMkLst>
            <pc:docMk/>
            <pc:sldMk cId="1354747904" sldId="259"/>
            <ac:spMk id="47" creationId="{88F0A37D-2337-4AAF-98B0-7E4E9B98719A}"/>
          </ac:spMkLst>
        </pc:spChg>
        <pc:spChg chg="add del">
          <ac:chgData name="Bonola Virues Hector" userId="6b1c84c4-e4f8-42d7-8d85-645df8b21457" providerId="ADAL" clId="{B0ACCDE3-E60A-4DF5-ACD4-895F6C5B6608}" dt="2026-06-01T04:33:18.932" v="276" actId="26606"/>
          <ac:spMkLst>
            <pc:docMk/>
            <pc:sldMk cId="1354747904" sldId="259"/>
            <ac:spMk id="51" creationId="{F7234D70-FB65-4E99-985E-64D219674D45}"/>
          </ac:spMkLst>
        </pc:spChg>
        <pc:graphicFrameChg chg="add del">
          <ac:chgData name="Bonola Virues Hector" userId="6b1c84c4-e4f8-42d7-8d85-645df8b21457" providerId="ADAL" clId="{B0ACCDE3-E60A-4DF5-ACD4-895F6C5B6608}" dt="2026-06-01T04:31:13.571" v="229" actId="26606"/>
          <ac:graphicFrameMkLst>
            <pc:docMk/>
            <pc:sldMk cId="1354747904" sldId="259"/>
            <ac:graphicFrameMk id="6" creationId="{D2247D1D-D4FA-D76F-E6D7-C64FD9E01794}"/>
          </ac:graphicFrameMkLst>
        </pc:graphicFrameChg>
        <pc:graphicFrameChg chg="add del">
          <ac:chgData name="Bonola Virues Hector" userId="6b1c84c4-e4f8-42d7-8d85-645df8b21457" providerId="ADAL" clId="{B0ACCDE3-E60A-4DF5-ACD4-895F6C5B6608}" dt="2026-06-01T04:32:33.299" v="263" actId="26606"/>
          <ac:graphicFrameMkLst>
            <pc:docMk/>
            <pc:sldMk cId="1354747904" sldId="259"/>
            <ac:graphicFrameMk id="7" creationId="{77747E7B-7CDC-F778-1018-99A0CBCA6784}"/>
          </ac:graphicFrameMkLst>
        </pc:graphicFrameChg>
        <pc:graphicFrameChg chg="add del">
          <ac:chgData name="Bonola Virues Hector" userId="6b1c84c4-e4f8-42d7-8d85-645df8b21457" providerId="ADAL" clId="{B0ACCDE3-E60A-4DF5-ACD4-895F6C5B6608}" dt="2026-06-01T04:31:17.425" v="231" actId="26606"/>
          <ac:graphicFrameMkLst>
            <pc:docMk/>
            <pc:sldMk cId="1354747904" sldId="259"/>
            <ac:graphicFrameMk id="8" creationId="{8CF550B8-9CD9-FCB6-5D9F-ABEDA53CE640}"/>
          </ac:graphicFrameMkLst>
        </pc:graphicFrameChg>
        <pc:graphicFrameChg chg="add del">
          <ac:chgData name="Bonola Virues Hector" userId="6b1c84c4-e4f8-42d7-8d85-645df8b21457" providerId="ADAL" clId="{B0ACCDE3-E60A-4DF5-ACD4-895F6C5B6608}" dt="2026-06-01T04:32:41.487" v="265" actId="26606"/>
          <ac:graphicFrameMkLst>
            <pc:docMk/>
            <pc:sldMk cId="1354747904" sldId="259"/>
            <ac:graphicFrameMk id="17" creationId="{99C52B05-DD6A-FDDD-6E47-91CB51030101}"/>
          </ac:graphicFrameMkLst>
        </pc:graphicFrameChg>
        <pc:graphicFrameChg chg="add del">
          <ac:chgData name="Bonola Virues Hector" userId="6b1c84c4-e4f8-42d7-8d85-645df8b21457" providerId="ADAL" clId="{B0ACCDE3-E60A-4DF5-ACD4-895F6C5B6608}" dt="2026-06-01T04:32:44.154" v="267" actId="26606"/>
          <ac:graphicFrameMkLst>
            <pc:docMk/>
            <pc:sldMk cId="1354747904" sldId="259"/>
            <ac:graphicFrameMk id="22" creationId="{AA38F6D8-651E-A916-10CE-725127895498}"/>
          </ac:graphicFrameMkLst>
        </pc:graphicFrameChg>
        <pc:graphicFrameChg chg="add del">
          <ac:chgData name="Bonola Virues Hector" userId="6b1c84c4-e4f8-42d7-8d85-645df8b21457" providerId="ADAL" clId="{B0ACCDE3-E60A-4DF5-ACD4-895F6C5B6608}" dt="2026-06-01T04:32:46.634" v="269" actId="26606"/>
          <ac:graphicFrameMkLst>
            <pc:docMk/>
            <pc:sldMk cId="1354747904" sldId="259"/>
            <ac:graphicFrameMk id="27" creationId="{5DEA4616-F693-4608-D717-2E7B72DEFB30}"/>
          </ac:graphicFrameMkLst>
        </pc:graphicFrameChg>
        <pc:graphicFrameChg chg="add del">
          <ac:chgData name="Bonola Virues Hector" userId="6b1c84c4-e4f8-42d7-8d85-645df8b21457" providerId="ADAL" clId="{B0ACCDE3-E60A-4DF5-ACD4-895F6C5B6608}" dt="2026-06-01T04:32:52.805" v="271" actId="26606"/>
          <ac:graphicFrameMkLst>
            <pc:docMk/>
            <pc:sldMk cId="1354747904" sldId="259"/>
            <ac:graphicFrameMk id="32" creationId="{AA38F6D8-651E-A916-10CE-725127895498}"/>
          </ac:graphicFrameMkLst>
        </pc:graphicFrameChg>
        <pc:graphicFrameChg chg="add del">
          <ac:chgData name="Bonola Virues Hector" userId="6b1c84c4-e4f8-42d7-8d85-645df8b21457" providerId="ADAL" clId="{B0ACCDE3-E60A-4DF5-ACD4-895F6C5B6608}" dt="2026-06-01T04:32:55.352" v="273" actId="26606"/>
          <ac:graphicFrameMkLst>
            <pc:docMk/>
            <pc:sldMk cId="1354747904" sldId="259"/>
            <ac:graphicFrameMk id="37" creationId="{5DEA4616-F693-4608-D717-2E7B72DEFB30}"/>
          </ac:graphicFrameMkLst>
        </pc:graphicFrameChg>
        <pc:graphicFrameChg chg="add mod modGraphic">
          <ac:chgData name="Bonola Virues Hector" userId="6b1c84c4-e4f8-42d7-8d85-645df8b21457" providerId="ADAL" clId="{B0ACCDE3-E60A-4DF5-ACD4-895F6C5B6608}" dt="2026-06-01T04:35:45.566" v="339" actId="20577"/>
          <ac:graphicFrameMkLst>
            <pc:docMk/>
            <pc:sldMk cId="1354747904" sldId="259"/>
            <ac:graphicFrameMk id="42" creationId="{AA38F6D8-651E-A916-10CE-725127895498}"/>
          </ac:graphicFrameMkLst>
        </pc:graphicFrameChg>
        <pc:cxnChg chg="add del">
          <ac:chgData name="Bonola Virues Hector" userId="6b1c84c4-e4f8-42d7-8d85-645df8b21457" providerId="ADAL" clId="{B0ACCDE3-E60A-4DF5-ACD4-895F6C5B6608}" dt="2026-06-01T04:32:33.299" v="263" actId="26606"/>
          <ac:cxnSpMkLst>
            <pc:docMk/>
            <pc:sldMk cId="1354747904" sldId="259"/>
            <ac:cxnSpMk id="11" creationId="{2752F38C-F560-47AA-90AD-209F39C04150}"/>
          </ac:cxnSpMkLst>
        </pc:cxnChg>
        <pc:cxnChg chg="add del">
          <ac:chgData name="Bonola Virues Hector" userId="6b1c84c4-e4f8-42d7-8d85-645df8b21457" providerId="ADAL" clId="{B0ACCDE3-E60A-4DF5-ACD4-895F6C5B6608}" dt="2026-06-01T04:32:44.154" v="267" actId="26606"/>
          <ac:cxnSpMkLst>
            <pc:docMk/>
            <pc:sldMk cId="1354747904" sldId="259"/>
            <ac:cxnSpMk id="20" creationId="{2752F38C-F560-47AA-90AD-209F39C04150}"/>
          </ac:cxnSpMkLst>
        </pc:cxnChg>
        <pc:cxnChg chg="add del">
          <ac:chgData name="Bonola Virues Hector" userId="6b1c84c4-e4f8-42d7-8d85-645df8b21457" providerId="ADAL" clId="{B0ACCDE3-E60A-4DF5-ACD4-895F6C5B6608}" dt="2026-06-01T04:32:46.634" v="269" actId="26606"/>
          <ac:cxnSpMkLst>
            <pc:docMk/>
            <pc:sldMk cId="1354747904" sldId="259"/>
            <ac:cxnSpMk id="25" creationId="{F15CCCF0-E573-463A-9760-1FDC0B2CFBD7}"/>
          </ac:cxnSpMkLst>
        </pc:cxnChg>
        <pc:cxnChg chg="add del">
          <ac:chgData name="Bonola Virues Hector" userId="6b1c84c4-e4f8-42d7-8d85-645df8b21457" providerId="ADAL" clId="{B0ACCDE3-E60A-4DF5-ACD4-895F6C5B6608}" dt="2026-06-01T04:32:52.805" v="271" actId="26606"/>
          <ac:cxnSpMkLst>
            <pc:docMk/>
            <pc:sldMk cId="1354747904" sldId="259"/>
            <ac:cxnSpMk id="30" creationId="{2752F38C-F560-47AA-90AD-209F39C04150}"/>
          </ac:cxnSpMkLst>
        </pc:cxnChg>
        <pc:cxnChg chg="add del">
          <ac:chgData name="Bonola Virues Hector" userId="6b1c84c4-e4f8-42d7-8d85-645df8b21457" providerId="ADAL" clId="{B0ACCDE3-E60A-4DF5-ACD4-895F6C5B6608}" dt="2026-06-01T04:32:55.352" v="273" actId="26606"/>
          <ac:cxnSpMkLst>
            <pc:docMk/>
            <pc:sldMk cId="1354747904" sldId="259"/>
            <ac:cxnSpMk id="35" creationId="{F15CCCF0-E573-463A-9760-1FDC0B2CFBD7}"/>
          </ac:cxnSpMkLst>
        </pc:cxnChg>
        <pc:cxnChg chg="add del">
          <ac:chgData name="Bonola Virues Hector" userId="6b1c84c4-e4f8-42d7-8d85-645df8b21457" providerId="ADAL" clId="{B0ACCDE3-E60A-4DF5-ACD4-895F6C5B6608}" dt="2026-06-01T04:33:18.932" v="276" actId="26606"/>
          <ac:cxnSpMkLst>
            <pc:docMk/>
            <pc:sldMk cId="1354747904" sldId="259"/>
            <ac:cxnSpMk id="40" creationId="{2752F38C-F560-47AA-90AD-209F39C04150}"/>
          </ac:cxnSpMkLst>
        </pc:cxnChg>
        <pc:cxnChg chg="add del">
          <ac:chgData name="Bonola Virues Hector" userId="6b1c84c4-e4f8-42d7-8d85-645df8b21457" providerId="ADAL" clId="{B0ACCDE3-E60A-4DF5-ACD4-895F6C5B6608}" dt="2026-06-01T04:33:18.932" v="276" actId="26606"/>
          <ac:cxnSpMkLst>
            <pc:docMk/>
            <pc:sldMk cId="1354747904" sldId="259"/>
            <ac:cxnSpMk id="49" creationId="{F15CCCF0-E573-463A-9760-1FDC0B2CFBD7}"/>
          </ac:cxnSpMkLst>
        </pc:cxnChg>
      </pc:sldChg>
      <pc:sldChg chg="del">
        <pc:chgData name="Bonola Virues Hector" userId="6b1c84c4-e4f8-42d7-8d85-645df8b21457" providerId="ADAL" clId="{B0ACCDE3-E60A-4DF5-ACD4-895F6C5B6608}" dt="2026-06-01T04:19:52.770" v="2" actId="47"/>
        <pc:sldMkLst>
          <pc:docMk/>
          <pc:sldMk cId="2576914575" sldId="259"/>
        </pc:sldMkLst>
      </pc:sldChg>
      <pc:sldChg chg="del">
        <pc:chgData name="Bonola Virues Hector" userId="6b1c84c4-e4f8-42d7-8d85-645df8b21457" providerId="ADAL" clId="{B0ACCDE3-E60A-4DF5-ACD4-895F6C5B6608}" dt="2026-06-01T04:19:53.984" v="3" actId="47"/>
        <pc:sldMkLst>
          <pc:docMk/>
          <pc:sldMk cId="1937299201" sldId="26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EB528F-13CD-4CF6-9BF0-D707C8BDA6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B0CF7A-860C-4156-9BE5-CA77E6FE274A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Riesgo estratégico: Son los riesgos relacionados con el cumplimiento de los ob jetivos estratégicos de la empresa y la definición de políticas. (Ejemplo: disminución de ventas o pérdida de clientes.) </a:t>
          </a:r>
          <a:endParaRPr lang="en-US"/>
        </a:p>
      </dgm:t>
    </dgm:pt>
    <dgm:pt modelId="{3E18D53B-4FF6-44B0-A6F2-963DAA2994B2}" type="parTrans" cxnId="{4F7B84EA-D3DF-4C84-91CA-C5B850F1FAB9}">
      <dgm:prSet/>
      <dgm:spPr/>
      <dgm:t>
        <a:bodyPr/>
        <a:lstStyle/>
        <a:p>
          <a:endParaRPr lang="en-US"/>
        </a:p>
      </dgm:t>
    </dgm:pt>
    <dgm:pt modelId="{3C0B5B46-AE7D-4A37-8C36-2098C9710FD2}" type="sibTrans" cxnId="{4F7B84EA-D3DF-4C84-91CA-C5B850F1FAB9}">
      <dgm:prSet/>
      <dgm:spPr/>
      <dgm:t>
        <a:bodyPr/>
        <a:lstStyle/>
        <a:p>
          <a:endParaRPr lang="en-US"/>
        </a:p>
      </dgm:t>
    </dgm:pt>
    <dgm:pt modelId="{A5C02788-3DC2-4332-BA3B-E05AE6278432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Riesgo operativo: Son riesgos asociados a los procesos y a la estructura de la em presa. </a:t>
          </a:r>
          <a:r>
            <a:rPr lang="es-MX"/>
            <a:t>(Ejemplo: Alta rotación de personal o falta de control de quejas.) </a:t>
          </a:r>
          <a:endParaRPr lang="en-US"/>
        </a:p>
      </dgm:t>
    </dgm:pt>
    <dgm:pt modelId="{AA266B78-3455-4598-982E-73A8EFD6BDC6}" type="parTrans" cxnId="{EAD0948C-F76D-46AA-9306-666453AC2196}">
      <dgm:prSet/>
      <dgm:spPr/>
      <dgm:t>
        <a:bodyPr/>
        <a:lstStyle/>
        <a:p>
          <a:endParaRPr lang="en-US"/>
        </a:p>
      </dgm:t>
    </dgm:pt>
    <dgm:pt modelId="{943A6F02-C19E-4D43-A219-F29ED9BE060B}" type="sibTrans" cxnId="{EAD0948C-F76D-46AA-9306-666453AC2196}">
      <dgm:prSet/>
      <dgm:spPr/>
      <dgm:t>
        <a:bodyPr/>
        <a:lstStyle/>
        <a:p>
          <a:endParaRPr lang="en-US"/>
        </a:p>
      </dgm:t>
    </dgm:pt>
    <dgm:pt modelId="{E2889C61-0BEA-40E2-AF1B-383570BB7431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Riesgo financiero: Están vinculados con el manejo de los recursos de la empresa. (Ejemplo: No medir bien la deuda adquirida o la falta de liquidez.) </a:t>
          </a:r>
          <a:endParaRPr lang="en-US"/>
        </a:p>
      </dgm:t>
    </dgm:pt>
    <dgm:pt modelId="{8271A5BA-EA86-4D87-A165-AC0A50F03394}" type="parTrans" cxnId="{05769C18-0AF0-4DBA-B77A-CB4B21C6C350}">
      <dgm:prSet/>
      <dgm:spPr/>
      <dgm:t>
        <a:bodyPr/>
        <a:lstStyle/>
        <a:p>
          <a:endParaRPr lang="en-US"/>
        </a:p>
      </dgm:t>
    </dgm:pt>
    <dgm:pt modelId="{90DD4648-F934-4BAE-89C2-9B37FEFFC1BD}" type="sibTrans" cxnId="{05769C18-0AF0-4DBA-B77A-CB4B21C6C350}">
      <dgm:prSet/>
      <dgm:spPr/>
      <dgm:t>
        <a:bodyPr/>
        <a:lstStyle/>
        <a:p>
          <a:endParaRPr lang="en-US"/>
        </a:p>
      </dgm:t>
    </dgm:pt>
    <dgm:pt modelId="{278BC71C-247C-4E11-9EF2-8BAAFA1D2ADF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Riesgo de cumplimiento: Se asocian a la capacidad para cumplir requisitos legales y contractuales. (Ejemplo: violar la Ley General de Responsabilidades Administrativas o no cumplir las disposiciones fiscales como el pago de ISR.) </a:t>
          </a:r>
          <a:endParaRPr lang="en-US" dirty="0"/>
        </a:p>
      </dgm:t>
    </dgm:pt>
    <dgm:pt modelId="{CD1B2D96-9608-417D-87C7-18DC0C24C6CC}" type="parTrans" cxnId="{9636C9F8-4343-4A34-B805-C527BB59BD97}">
      <dgm:prSet/>
      <dgm:spPr/>
      <dgm:t>
        <a:bodyPr/>
        <a:lstStyle/>
        <a:p>
          <a:endParaRPr lang="en-US"/>
        </a:p>
      </dgm:t>
    </dgm:pt>
    <dgm:pt modelId="{9679199C-723D-420F-BA91-26BF8FCF24A6}" type="sibTrans" cxnId="{9636C9F8-4343-4A34-B805-C527BB59BD97}">
      <dgm:prSet/>
      <dgm:spPr/>
      <dgm:t>
        <a:bodyPr/>
        <a:lstStyle/>
        <a:p>
          <a:endParaRPr lang="en-US"/>
        </a:p>
      </dgm:t>
    </dgm:pt>
    <dgm:pt modelId="{3324D201-BA90-41A8-8AA9-EECD176BED58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Riesgo de tecnología: Relacionados con la capacidad tecnológica para satisfacer sus necesidades actuales y futuras. ( Ejemplo: No contar con un sistema de contabilidad automatizado o falta de capacitación del personal en manejo de sistemas.)</a:t>
          </a:r>
          <a:endParaRPr lang="en-US" dirty="0"/>
        </a:p>
      </dgm:t>
    </dgm:pt>
    <dgm:pt modelId="{BF236206-D871-41EF-95C0-EBD09846B1FD}" type="parTrans" cxnId="{BCCDFE7D-07E2-4F50-83DA-57647181BDA8}">
      <dgm:prSet/>
      <dgm:spPr/>
      <dgm:t>
        <a:bodyPr/>
        <a:lstStyle/>
        <a:p>
          <a:endParaRPr lang="en-US"/>
        </a:p>
      </dgm:t>
    </dgm:pt>
    <dgm:pt modelId="{CF7981AC-AF82-4CD4-9BF0-C1874DB64737}" type="sibTrans" cxnId="{BCCDFE7D-07E2-4F50-83DA-57647181BDA8}">
      <dgm:prSet/>
      <dgm:spPr/>
      <dgm:t>
        <a:bodyPr/>
        <a:lstStyle/>
        <a:p>
          <a:endParaRPr lang="en-US"/>
        </a:p>
      </dgm:t>
    </dgm:pt>
    <dgm:pt modelId="{687E5FC8-DE49-494F-B3B0-5A5D68EB435F}" type="pres">
      <dgm:prSet presAssocID="{8DEB528F-13CD-4CF6-9BF0-D707C8BDA66E}" presName="root" presStyleCnt="0">
        <dgm:presLayoutVars>
          <dgm:dir/>
          <dgm:resizeHandles val="exact"/>
        </dgm:presLayoutVars>
      </dgm:prSet>
      <dgm:spPr/>
    </dgm:pt>
    <dgm:pt modelId="{6054C2B1-4647-4725-ADA7-24CD7C522D1E}" type="pres">
      <dgm:prSet presAssocID="{F5B0CF7A-860C-4156-9BE5-CA77E6FE274A}" presName="compNode" presStyleCnt="0"/>
      <dgm:spPr/>
    </dgm:pt>
    <dgm:pt modelId="{3609ABAE-DF41-492A-A14E-2492AB236E9E}" type="pres">
      <dgm:prSet presAssocID="{F5B0CF7A-860C-4156-9BE5-CA77E6FE274A}" presName="bgRect" presStyleLbl="bgShp" presStyleIdx="0" presStyleCnt="5"/>
      <dgm:spPr/>
    </dgm:pt>
    <dgm:pt modelId="{AC7EE2E3-C90A-459D-B265-51BEBFBD326C}" type="pres">
      <dgm:prSet presAssocID="{F5B0CF7A-860C-4156-9BE5-CA77E6FE274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0213410D-8A01-424F-B1EC-D1BFD3B56761}" type="pres">
      <dgm:prSet presAssocID="{F5B0CF7A-860C-4156-9BE5-CA77E6FE274A}" presName="spaceRect" presStyleCnt="0"/>
      <dgm:spPr/>
    </dgm:pt>
    <dgm:pt modelId="{E992B0E5-D083-416B-86BB-5647BCBE1D13}" type="pres">
      <dgm:prSet presAssocID="{F5B0CF7A-860C-4156-9BE5-CA77E6FE274A}" presName="parTx" presStyleLbl="revTx" presStyleIdx="0" presStyleCnt="5">
        <dgm:presLayoutVars>
          <dgm:chMax val="0"/>
          <dgm:chPref val="0"/>
        </dgm:presLayoutVars>
      </dgm:prSet>
      <dgm:spPr/>
    </dgm:pt>
    <dgm:pt modelId="{BF978E7F-50BD-43F6-A573-63D552DA157D}" type="pres">
      <dgm:prSet presAssocID="{3C0B5B46-AE7D-4A37-8C36-2098C9710FD2}" presName="sibTrans" presStyleCnt="0"/>
      <dgm:spPr/>
    </dgm:pt>
    <dgm:pt modelId="{3F0CDADD-0FAA-47D6-A804-07B7D62432B3}" type="pres">
      <dgm:prSet presAssocID="{A5C02788-3DC2-4332-BA3B-E05AE6278432}" presName="compNode" presStyleCnt="0"/>
      <dgm:spPr/>
    </dgm:pt>
    <dgm:pt modelId="{3DB46BEA-727B-4D7E-975C-EB6D6F159C1E}" type="pres">
      <dgm:prSet presAssocID="{A5C02788-3DC2-4332-BA3B-E05AE6278432}" presName="bgRect" presStyleLbl="bgShp" presStyleIdx="1" presStyleCnt="5"/>
      <dgm:spPr/>
    </dgm:pt>
    <dgm:pt modelId="{DDAB97D5-3256-4627-868A-94F58470B428}" type="pres">
      <dgm:prSet presAssocID="{A5C02788-3DC2-4332-BA3B-E05AE627843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3643B03E-6192-4714-A479-A7BE604CA698}" type="pres">
      <dgm:prSet presAssocID="{A5C02788-3DC2-4332-BA3B-E05AE6278432}" presName="spaceRect" presStyleCnt="0"/>
      <dgm:spPr/>
    </dgm:pt>
    <dgm:pt modelId="{74649A94-66D6-4813-B57B-E2D16AE37A84}" type="pres">
      <dgm:prSet presAssocID="{A5C02788-3DC2-4332-BA3B-E05AE6278432}" presName="parTx" presStyleLbl="revTx" presStyleIdx="1" presStyleCnt="5">
        <dgm:presLayoutVars>
          <dgm:chMax val="0"/>
          <dgm:chPref val="0"/>
        </dgm:presLayoutVars>
      </dgm:prSet>
      <dgm:spPr/>
    </dgm:pt>
    <dgm:pt modelId="{87776391-637E-4121-A3E8-2B33B82207E7}" type="pres">
      <dgm:prSet presAssocID="{943A6F02-C19E-4D43-A219-F29ED9BE060B}" presName="sibTrans" presStyleCnt="0"/>
      <dgm:spPr/>
    </dgm:pt>
    <dgm:pt modelId="{B623DCFC-F447-40ED-A2F8-CA3052FE9498}" type="pres">
      <dgm:prSet presAssocID="{E2889C61-0BEA-40E2-AF1B-383570BB7431}" presName="compNode" presStyleCnt="0"/>
      <dgm:spPr/>
    </dgm:pt>
    <dgm:pt modelId="{AFB3695A-5377-492C-82D5-7C70A69A6542}" type="pres">
      <dgm:prSet presAssocID="{E2889C61-0BEA-40E2-AF1B-383570BB7431}" presName="bgRect" presStyleLbl="bgShp" presStyleIdx="2" presStyleCnt="5"/>
      <dgm:spPr/>
    </dgm:pt>
    <dgm:pt modelId="{3FDB90DB-1A1F-429C-93D5-0D9119ED3E23}" type="pres">
      <dgm:prSet presAssocID="{E2889C61-0BEA-40E2-AF1B-383570BB743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o"/>
        </a:ext>
      </dgm:extLst>
    </dgm:pt>
    <dgm:pt modelId="{F7ED5533-C744-4329-9CD7-22CBBC001412}" type="pres">
      <dgm:prSet presAssocID="{E2889C61-0BEA-40E2-AF1B-383570BB7431}" presName="spaceRect" presStyleCnt="0"/>
      <dgm:spPr/>
    </dgm:pt>
    <dgm:pt modelId="{9A1E9A90-0608-4AE7-B334-6B5296F864AD}" type="pres">
      <dgm:prSet presAssocID="{E2889C61-0BEA-40E2-AF1B-383570BB7431}" presName="parTx" presStyleLbl="revTx" presStyleIdx="2" presStyleCnt="5">
        <dgm:presLayoutVars>
          <dgm:chMax val="0"/>
          <dgm:chPref val="0"/>
        </dgm:presLayoutVars>
      </dgm:prSet>
      <dgm:spPr/>
    </dgm:pt>
    <dgm:pt modelId="{76DBED12-B039-49F9-BAB2-9EA8CF5B859D}" type="pres">
      <dgm:prSet presAssocID="{90DD4648-F934-4BAE-89C2-9B37FEFFC1BD}" presName="sibTrans" presStyleCnt="0"/>
      <dgm:spPr/>
    </dgm:pt>
    <dgm:pt modelId="{9DCB5144-B04B-45E7-B8A3-9CA5B0216964}" type="pres">
      <dgm:prSet presAssocID="{278BC71C-247C-4E11-9EF2-8BAAFA1D2ADF}" presName="compNode" presStyleCnt="0"/>
      <dgm:spPr/>
    </dgm:pt>
    <dgm:pt modelId="{CE6C7C8F-AF1D-4EC4-B7C7-F14DC185F259}" type="pres">
      <dgm:prSet presAssocID="{278BC71C-247C-4E11-9EF2-8BAAFA1D2ADF}" presName="bgRect" presStyleLbl="bgShp" presStyleIdx="3" presStyleCnt="5"/>
      <dgm:spPr/>
    </dgm:pt>
    <dgm:pt modelId="{D86D0F09-7B98-4535-AFE2-BBCF51BF2091}" type="pres">
      <dgm:prSet presAssocID="{278BC71C-247C-4E11-9EF2-8BAAFA1D2AD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315ABA35-43EF-4351-8012-848A51541D3A}" type="pres">
      <dgm:prSet presAssocID="{278BC71C-247C-4E11-9EF2-8BAAFA1D2ADF}" presName="spaceRect" presStyleCnt="0"/>
      <dgm:spPr/>
    </dgm:pt>
    <dgm:pt modelId="{3D274646-BD2C-4682-B970-340A7CCEBB12}" type="pres">
      <dgm:prSet presAssocID="{278BC71C-247C-4E11-9EF2-8BAAFA1D2ADF}" presName="parTx" presStyleLbl="revTx" presStyleIdx="3" presStyleCnt="5">
        <dgm:presLayoutVars>
          <dgm:chMax val="0"/>
          <dgm:chPref val="0"/>
        </dgm:presLayoutVars>
      </dgm:prSet>
      <dgm:spPr/>
    </dgm:pt>
    <dgm:pt modelId="{B35710FA-8E4F-4A1C-B968-AFCF8A541E71}" type="pres">
      <dgm:prSet presAssocID="{9679199C-723D-420F-BA91-26BF8FCF24A6}" presName="sibTrans" presStyleCnt="0"/>
      <dgm:spPr/>
    </dgm:pt>
    <dgm:pt modelId="{E0F287A1-FEFC-4C93-B490-B5B3AF9B597B}" type="pres">
      <dgm:prSet presAssocID="{3324D201-BA90-41A8-8AA9-EECD176BED58}" presName="compNode" presStyleCnt="0"/>
      <dgm:spPr/>
    </dgm:pt>
    <dgm:pt modelId="{8754A7A6-4120-4B78-B7C3-A978DB10A965}" type="pres">
      <dgm:prSet presAssocID="{3324D201-BA90-41A8-8AA9-EECD176BED58}" presName="bgRect" presStyleLbl="bgShp" presStyleIdx="4" presStyleCnt="5"/>
      <dgm:spPr/>
    </dgm:pt>
    <dgm:pt modelId="{844C3184-BCE8-4367-9B32-13759FF3473D}" type="pres">
      <dgm:prSet presAssocID="{3324D201-BA90-41A8-8AA9-EECD176BED5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9591E936-46FC-4F40-85C2-C1CDE5C9846E}" type="pres">
      <dgm:prSet presAssocID="{3324D201-BA90-41A8-8AA9-EECD176BED58}" presName="spaceRect" presStyleCnt="0"/>
      <dgm:spPr/>
    </dgm:pt>
    <dgm:pt modelId="{1B566DC9-6421-4D6D-9C8B-905D51E52035}" type="pres">
      <dgm:prSet presAssocID="{3324D201-BA90-41A8-8AA9-EECD176BED5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CBC0908-4996-4F81-A9A8-0016F6E0309C}" type="presOf" srcId="{278BC71C-247C-4E11-9EF2-8BAAFA1D2ADF}" destId="{3D274646-BD2C-4682-B970-340A7CCEBB12}" srcOrd="0" destOrd="0" presId="urn:microsoft.com/office/officeart/2018/2/layout/IconVerticalSolidList"/>
    <dgm:cxn modelId="{05769C18-0AF0-4DBA-B77A-CB4B21C6C350}" srcId="{8DEB528F-13CD-4CF6-9BF0-D707C8BDA66E}" destId="{E2889C61-0BEA-40E2-AF1B-383570BB7431}" srcOrd="2" destOrd="0" parTransId="{8271A5BA-EA86-4D87-A165-AC0A50F03394}" sibTransId="{90DD4648-F934-4BAE-89C2-9B37FEFFC1BD}"/>
    <dgm:cxn modelId="{02D6D825-ACC5-4262-B15E-B063FFB76AD0}" type="presOf" srcId="{8DEB528F-13CD-4CF6-9BF0-D707C8BDA66E}" destId="{687E5FC8-DE49-494F-B3B0-5A5D68EB435F}" srcOrd="0" destOrd="0" presId="urn:microsoft.com/office/officeart/2018/2/layout/IconVerticalSolidList"/>
    <dgm:cxn modelId="{BCCDFE7D-07E2-4F50-83DA-57647181BDA8}" srcId="{8DEB528F-13CD-4CF6-9BF0-D707C8BDA66E}" destId="{3324D201-BA90-41A8-8AA9-EECD176BED58}" srcOrd="4" destOrd="0" parTransId="{BF236206-D871-41EF-95C0-EBD09846B1FD}" sibTransId="{CF7981AC-AF82-4CD4-9BF0-C1874DB64737}"/>
    <dgm:cxn modelId="{EAD0948C-F76D-46AA-9306-666453AC2196}" srcId="{8DEB528F-13CD-4CF6-9BF0-D707C8BDA66E}" destId="{A5C02788-3DC2-4332-BA3B-E05AE6278432}" srcOrd="1" destOrd="0" parTransId="{AA266B78-3455-4598-982E-73A8EFD6BDC6}" sibTransId="{943A6F02-C19E-4D43-A219-F29ED9BE060B}"/>
    <dgm:cxn modelId="{BD8EE4AD-1D42-441E-B991-1B2A28B4B620}" type="presOf" srcId="{A5C02788-3DC2-4332-BA3B-E05AE6278432}" destId="{74649A94-66D6-4813-B57B-E2D16AE37A84}" srcOrd="0" destOrd="0" presId="urn:microsoft.com/office/officeart/2018/2/layout/IconVerticalSolidList"/>
    <dgm:cxn modelId="{294CE1D1-A555-4E8B-AA18-4CA5948A3056}" type="presOf" srcId="{3324D201-BA90-41A8-8AA9-EECD176BED58}" destId="{1B566DC9-6421-4D6D-9C8B-905D51E52035}" srcOrd="0" destOrd="0" presId="urn:microsoft.com/office/officeart/2018/2/layout/IconVerticalSolidList"/>
    <dgm:cxn modelId="{1A52FDE1-3A78-46EA-B3A5-B502EF9DAC6B}" type="presOf" srcId="{F5B0CF7A-860C-4156-9BE5-CA77E6FE274A}" destId="{E992B0E5-D083-416B-86BB-5647BCBE1D13}" srcOrd="0" destOrd="0" presId="urn:microsoft.com/office/officeart/2018/2/layout/IconVerticalSolidList"/>
    <dgm:cxn modelId="{4F7B84EA-D3DF-4C84-91CA-C5B850F1FAB9}" srcId="{8DEB528F-13CD-4CF6-9BF0-D707C8BDA66E}" destId="{F5B0CF7A-860C-4156-9BE5-CA77E6FE274A}" srcOrd="0" destOrd="0" parTransId="{3E18D53B-4FF6-44B0-A6F2-963DAA2994B2}" sibTransId="{3C0B5B46-AE7D-4A37-8C36-2098C9710FD2}"/>
    <dgm:cxn modelId="{D8DE1CF3-D926-4D7C-9866-55683E8E874C}" type="presOf" srcId="{E2889C61-0BEA-40E2-AF1B-383570BB7431}" destId="{9A1E9A90-0608-4AE7-B334-6B5296F864AD}" srcOrd="0" destOrd="0" presId="urn:microsoft.com/office/officeart/2018/2/layout/IconVerticalSolidList"/>
    <dgm:cxn modelId="{9636C9F8-4343-4A34-B805-C527BB59BD97}" srcId="{8DEB528F-13CD-4CF6-9BF0-D707C8BDA66E}" destId="{278BC71C-247C-4E11-9EF2-8BAAFA1D2ADF}" srcOrd="3" destOrd="0" parTransId="{CD1B2D96-9608-417D-87C7-18DC0C24C6CC}" sibTransId="{9679199C-723D-420F-BA91-26BF8FCF24A6}"/>
    <dgm:cxn modelId="{1A6FF63F-9C94-42CE-8A53-1A3E748BCC84}" type="presParOf" srcId="{687E5FC8-DE49-494F-B3B0-5A5D68EB435F}" destId="{6054C2B1-4647-4725-ADA7-24CD7C522D1E}" srcOrd="0" destOrd="0" presId="urn:microsoft.com/office/officeart/2018/2/layout/IconVerticalSolidList"/>
    <dgm:cxn modelId="{CB274CAD-932A-4156-B775-82E6FB0B7ACF}" type="presParOf" srcId="{6054C2B1-4647-4725-ADA7-24CD7C522D1E}" destId="{3609ABAE-DF41-492A-A14E-2492AB236E9E}" srcOrd="0" destOrd="0" presId="urn:microsoft.com/office/officeart/2018/2/layout/IconVerticalSolidList"/>
    <dgm:cxn modelId="{C81FDB45-48D9-41FA-B471-5FC26142F752}" type="presParOf" srcId="{6054C2B1-4647-4725-ADA7-24CD7C522D1E}" destId="{AC7EE2E3-C90A-459D-B265-51BEBFBD326C}" srcOrd="1" destOrd="0" presId="urn:microsoft.com/office/officeart/2018/2/layout/IconVerticalSolidList"/>
    <dgm:cxn modelId="{7734C19C-86D3-49E1-9DC6-E3168CA687F2}" type="presParOf" srcId="{6054C2B1-4647-4725-ADA7-24CD7C522D1E}" destId="{0213410D-8A01-424F-B1EC-D1BFD3B56761}" srcOrd="2" destOrd="0" presId="urn:microsoft.com/office/officeart/2018/2/layout/IconVerticalSolidList"/>
    <dgm:cxn modelId="{97CABFF3-A72D-4480-896E-DC19845FD2B8}" type="presParOf" srcId="{6054C2B1-4647-4725-ADA7-24CD7C522D1E}" destId="{E992B0E5-D083-416B-86BB-5647BCBE1D13}" srcOrd="3" destOrd="0" presId="urn:microsoft.com/office/officeart/2018/2/layout/IconVerticalSolidList"/>
    <dgm:cxn modelId="{8DB69C82-2BB7-404D-A6BF-AB8BC00B302B}" type="presParOf" srcId="{687E5FC8-DE49-494F-B3B0-5A5D68EB435F}" destId="{BF978E7F-50BD-43F6-A573-63D552DA157D}" srcOrd="1" destOrd="0" presId="urn:microsoft.com/office/officeart/2018/2/layout/IconVerticalSolidList"/>
    <dgm:cxn modelId="{EA0861B8-AED4-4E17-9684-E79209552B2D}" type="presParOf" srcId="{687E5FC8-DE49-494F-B3B0-5A5D68EB435F}" destId="{3F0CDADD-0FAA-47D6-A804-07B7D62432B3}" srcOrd="2" destOrd="0" presId="urn:microsoft.com/office/officeart/2018/2/layout/IconVerticalSolidList"/>
    <dgm:cxn modelId="{3015CFCA-CCB8-474C-AD1C-F8A611748117}" type="presParOf" srcId="{3F0CDADD-0FAA-47D6-A804-07B7D62432B3}" destId="{3DB46BEA-727B-4D7E-975C-EB6D6F159C1E}" srcOrd="0" destOrd="0" presId="urn:microsoft.com/office/officeart/2018/2/layout/IconVerticalSolidList"/>
    <dgm:cxn modelId="{AF2CD6AA-31E7-488C-8DFB-D4F4A963AD57}" type="presParOf" srcId="{3F0CDADD-0FAA-47D6-A804-07B7D62432B3}" destId="{DDAB97D5-3256-4627-868A-94F58470B428}" srcOrd="1" destOrd="0" presId="urn:microsoft.com/office/officeart/2018/2/layout/IconVerticalSolidList"/>
    <dgm:cxn modelId="{DA39F3F9-0A65-48F1-ADB7-520B4E994BD2}" type="presParOf" srcId="{3F0CDADD-0FAA-47D6-A804-07B7D62432B3}" destId="{3643B03E-6192-4714-A479-A7BE604CA698}" srcOrd="2" destOrd="0" presId="urn:microsoft.com/office/officeart/2018/2/layout/IconVerticalSolidList"/>
    <dgm:cxn modelId="{7C81FEBA-DB3C-40B9-A0F5-D331818D0B78}" type="presParOf" srcId="{3F0CDADD-0FAA-47D6-A804-07B7D62432B3}" destId="{74649A94-66D6-4813-B57B-E2D16AE37A84}" srcOrd="3" destOrd="0" presId="urn:microsoft.com/office/officeart/2018/2/layout/IconVerticalSolidList"/>
    <dgm:cxn modelId="{848B0994-5AEF-4021-962C-0532927E7C31}" type="presParOf" srcId="{687E5FC8-DE49-494F-B3B0-5A5D68EB435F}" destId="{87776391-637E-4121-A3E8-2B33B82207E7}" srcOrd="3" destOrd="0" presId="urn:microsoft.com/office/officeart/2018/2/layout/IconVerticalSolidList"/>
    <dgm:cxn modelId="{3C76211C-1A7A-4297-BD8B-01C9A82C3973}" type="presParOf" srcId="{687E5FC8-DE49-494F-B3B0-5A5D68EB435F}" destId="{B623DCFC-F447-40ED-A2F8-CA3052FE9498}" srcOrd="4" destOrd="0" presId="urn:microsoft.com/office/officeart/2018/2/layout/IconVerticalSolidList"/>
    <dgm:cxn modelId="{14AA3E65-5B87-456C-A76C-6910F943A9DB}" type="presParOf" srcId="{B623DCFC-F447-40ED-A2F8-CA3052FE9498}" destId="{AFB3695A-5377-492C-82D5-7C70A69A6542}" srcOrd="0" destOrd="0" presId="urn:microsoft.com/office/officeart/2018/2/layout/IconVerticalSolidList"/>
    <dgm:cxn modelId="{B3B93977-3731-4E8A-97D1-B375A65A6F1F}" type="presParOf" srcId="{B623DCFC-F447-40ED-A2F8-CA3052FE9498}" destId="{3FDB90DB-1A1F-429C-93D5-0D9119ED3E23}" srcOrd="1" destOrd="0" presId="urn:microsoft.com/office/officeart/2018/2/layout/IconVerticalSolidList"/>
    <dgm:cxn modelId="{8D5F1C41-CFE9-48C7-B15E-E570A7E2091E}" type="presParOf" srcId="{B623DCFC-F447-40ED-A2F8-CA3052FE9498}" destId="{F7ED5533-C744-4329-9CD7-22CBBC001412}" srcOrd="2" destOrd="0" presId="urn:microsoft.com/office/officeart/2018/2/layout/IconVerticalSolidList"/>
    <dgm:cxn modelId="{2326C32D-723B-4259-8EDB-BC323087A6D4}" type="presParOf" srcId="{B623DCFC-F447-40ED-A2F8-CA3052FE9498}" destId="{9A1E9A90-0608-4AE7-B334-6B5296F864AD}" srcOrd="3" destOrd="0" presId="urn:microsoft.com/office/officeart/2018/2/layout/IconVerticalSolidList"/>
    <dgm:cxn modelId="{08F93941-1226-4C5A-B4C8-405A2D263DEB}" type="presParOf" srcId="{687E5FC8-DE49-494F-B3B0-5A5D68EB435F}" destId="{76DBED12-B039-49F9-BAB2-9EA8CF5B859D}" srcOrd="5" destOrd="0" presId="urn:microsoft.com/office/officeart/2018/2/layout/IconVerticalSolidList"/>
    <dgm:cxn modelId="{D7ED20BD-44DE-4BCC-8DC0-D6B5095D3D07}" type="presParOf" srcId="{687E5FC8-DE49-494F-B3B0-5A5D68EB435F}" destId="{9DCB5144-B04B-45E7-B8A3-9CA5B0216964}" srcOrd="6" destOrd="0" presId="urn:microsoft.com/office/officeart/2018/2/layout/IconVerticalSolidList"/>
    <dgm:cxn modelId="{9A5F7AEA-1988-4B88-91D3-B728C1CA61DE}" type="presParOf" srcId="{9DCB5144-B04B-45E7-B8A3-9CA5B0216964}" destId="{CE6C7C8F-AF1D-4EC4-B7C7-F14DC185F259}" srcOrd="0" destOrd="0" presId="urn:microsoft.com/office/officeart/2018/2/layout/IconVerticalSolidList"/>
    <dgm:cxn modelId="{AEE35294-C437-49A4-B6BB-9C347EFCCB4A}" type="presParOf" srcId="{9DCB5144-B04B-45E7-B8A3-9CA5B0216964}" destId="{D86D0F09-7B98-4535-AFE2-BBCF51BF2091}" srcOrd="1" destOrd="0" presId="urn:microsoft.com/office/officeart/2018/2/layout/IconVerticalSolidList"/>
    <dgm:cxn modelId="{30BF4BD7-9515-44FC-89AF-4C630756A35A}" type="presParOf" srcId="{9DCB5144-B04B-45E7-B8A3-9CA5B0216964}" destId="{315ABA35-43EF-4351-8012-848A51541D3A}" srcOrd="2" destOrd="0" presId="urn:microsoft.com/office/officeart/2018/2/layout/IconVerticalSolidList"/>
    <dgm:cxn modelId="{E2AAF79B-FB54-4252-AB5C-1C3E32D9BF7A}" type="presParOf" srcId="{9DCB5144-B04B-45E7-B8A3-9CA5B0216964}" destId="{3D274646-BD2C-4682-B970-340A7CCEBB12}" srcOrd="3" destOrd="0" presId="urn:microsoft.com/office/officeart/2018/2/layout/IconVerticalSolidList"/>
    <dgm:cxn modelId="{9463C615-5B7C-4436-A1DD-00D3E31EDBA8}" type="presParOf" srcId="{687E5FC8-DE49-494F-B3B0-5A5D68EB435F}" destId="{B35710FA-8E4F-4A1C-B968-AFCF8A541E71}" srcOrd="7" destOrd="0" presId="urn:microsoft.com/office/officeart/2018/2/layout/IconVerticalSolidList"/>
    <dgm:cxn modelId="{F1B85BC2-B2CB-4A38-8B8A-E8820E8FBC33}" type="presParOf" srcId="{687E5FC8-DE49-494F-B3B0-5A5D68EB435F}" destId="{E0F287A1-FEFC-4C93-B490-B5B3AF9B597B}" srcOrd="8" destOrd="0" presId="urn:microsoft.com/office/officeart/2018/2/layout/IconVerticalSolidList"/>
    <dgm:cxn modelId="{BD886031-6C03-4F73-9640-944DE6BF4E0E}" type="presParOf" srcId="{E0F287A1-FEFC-4C93-B490-B5B3AF9B597B}" destId="{8754A7A6-4120-4B78-B7C3-A978DB10A965}" srcOrd="0" destOrd="0" presId="urn:microsoft.com/office/officeart/2018/2/layout/IconVerticalSolidList"/>
    <dgm:cxn modelId="{3F1DBE63-ED12-4E22-9166-9EB234A883F0}" type="presParOf" srcId="{E0F287A1-FEFC-4C93-B490-B5B3AF9B597B}" destId="{844C3184-BCE8-4367-9B32-13759FF3473D}" srcOrd="1" destOrd="0" presId="urn:microsoft.com/office/officeart/2018/2/layout/IconVerticalSolidList"/>
    <dgm:cxn modelId="{1E1796F0-24C2-4108-9131-8DD0C72130AF}" type="presParOf" srcId="{E0F287A1-FEFC-4C93-B490-B5B3AF9B597B}" destId="{9591E936-46FC-4F40-85C2-C1CDE5C9846E}" srcOrd="2" destOrd="0" presId="urn:microsoft.com/office/officeart/2018/2/layout/IconVerticalSolidList"/>
    <dgm:cxn modelId="{C31FAD07-8C6E-4226-ABE2-C818C6E68B63}" type="presParOf" srcId="{E0F287A1-FEFC-4C93-B490-B5B3AF9B597B}" destId="{1B566DC9-6421-4D6D-9C8B-905D51E520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53BA6E-5AE8-4A89-8E46-A0FA4541E297}" type="doc">
      <dgm:prSet loTypeId="urn:microsoft.com/office/officeart/2005/8/layout/hProcess7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134B7F2D-072E-4147-9BFA-3DCE0906707D}">
      <dgm:prSet phldrT="[Texto]" phldr="0"/>
      <dgm:spPr/>
      <dgm:t>
        <a:bodyPr/>
        <a:lstStyle/>
        <a:p>
          <a:r>
            <a:rPr lang="es-MX" dirty="0"/>
            <a:t>identificación</a:t>
          </a:r>
        </a:p>
      </dgm:t>
    </dgm:pt>
    <dgm:pt modelId="{9C89629C-6B40-44D3-B3A2-D94BE7DCDC93}" type="parTrans" cxnId="{D45ADFFB-8823-402F-84C7-1B8CA449DF6D}">
      <dgm:prSet/>
      <dgm:spPr/>
      <dgm:t>
        <a:bodyPr/>
        <a:lstStyle/>
        <a:p>
          <a:endParaRPr lang="es-MX"/>
        </a:p>
      </dgm:t>
    </dgm:pt>
    <dgm:pt modelId="{8B2B1C38-3371-4F95-8155-5800943C771D}" type="sibTrans" cxnId="{D45ADFFB-8823-402F-84C7-1B8CA449DF6D}">
      <dgm:prSet/>
      <dgm:spPr/>
      <dgm:t>
        <a:bodyPr/>
        <a:lstStyle/>
        <a:p>
          <a:endParaRPr lang="es-MX"/>
        </a:p>
      </dgm:t>
    </dgm:pt>
    <dgm:pt modelId="{C60354A7-F971-4582-B1AE-B4EE0ECCFA3F}">
      <dgm:prSet phldrT="[Texto]" phldr="0"/>
      <dgm:spPr/>
      <dgm:t>
        <a:bodyPr/>
        <a:lstStyle/>
        <a:p>
          <a:r>
            <a:rPr lang="es-MX" dirty="0"/>
            <a:t>Eventos</a:t>
          </a:r>
        </a:p>
      </dgm:t>
    </dgm:pt>
    <dgm:pt modelId="{215587AB-6CED-48FF-882B-4E46845C8358}" type="parTrans" cxnId="{2CCBE6DF-68AE-4836-B1BB-B7C8B4A124A6}">
      <dgm:prSet/>
      <dgm:spPr/>
      <dgm:t>
        <a:bodyPr/>
        <a:lstStyle/>
        <a:p>
          <a:endParaRPr lang="es-MX"/>
        </a:p>
      </dgm:t>
    </dgm:pt>
    <dgm:pt modelId="{9C205B8F-98A9-4527-AC97-AC04DA6ECA20}" type="sibTrans" cxnId="{2CCBE6DF-68AE-4836-B1BB-B7C8B4A124A6}">
      <dgm:prSet/>
      <dgm:spPr/>
      <dgm:t>
        <a:bodyPr/>
        <a:lstStyle/>
        <a:p>
          <a:endParaRPr lang="es-MX"/>
        </a:p>
      </dgm:t>
    </dgm:pt>
    <dgm:pt modelId="{3FCA8F4B-35A2-4FAC-B90C-2A542F86AFE9}">
      <dgm:prSet phldrT="[Texto]" phldr="0"/>
      <dgm:spPr/>
      <dgm:t>
        <a:bodyPr/>
        <a:lstStyle/>
        <a:p>
          <a:r>
            <a:rPr lang="es-MX" dirty="0"/>
            <a:t>Evaluación</a:t>
          </a:r>
        </a:p>
      </dgm:t>
    </dgm:pt>
    <dgm:pt modelId="{D38D3C6C-ACA7-4C21-9A63-E37090B58941}" type="parTrans" cxnId="{15A85F79-9929-4C0D-9452-3E91427E24BC}">
      <dgm:prSet/>
      <dgm:spPr/>
      <dgm:t>
        <a:bodyPr/>
        <a:lstStyle/>
        <a:p>
          <a:endParaRPr lang="es-MX"/>
        </a:p>
      </dgm:t>
    </dgm:pt>
    <dgm:pt modelId="{057BFC0F-38C5-4BC7-967C-E6F5276DC5F1}" type="sibTrans" cxnId="{15A85F79-9929-4C0D-9452-3E91427E24BC}">
      <dgm:prSet/>
      <dgm:spPr/>
      <dgm:t>
        <a:bodyPr/>
        <a:lstStyle/>
        <a:p>
          <a:endParaRPr lang="es-MX"/>
        </a:p>
      </dgm:t>
    </dgm:pt>
    <dgm:pt modelId="{52B0B24C-989A-4194-B22B-427F4F68896E}">
      <dgm:prSet phldrT="[Texto]" phldr="0"/>
      <dgm:spPr/>
      <dgm:t>
        <a:bodyPr/>
        <a:lstStyle/>
        <a:p>
          <a:r>
            <a:rPr lang="es-MX" dirty="0"/>
            <a:t>Probabilidad</a:t>
          </a:r>
        </a:p>
      </dgm:t>
    </dgm:pt>
    <dgm:pt modelId="{E089FCC1-3EC2-4428-AF9E-C1918A800A97}" type="parTrans" cxnId="{E210B3DD-FBBC-45EE-AF84-027C61A1A568}">
      <dgm:prSet/>
      <dgm:spPr/>
      <dgm:t>
        <a:bodyPr/>
        <a:lstStyle/>
        <a:p>
          <a:endParaRPr lang="es-MX"/>
        </a:p>
      </dgm:t>
    </dgm:pt>
    <dgm:pt modelId="{B8BE1ABC-813D-4956-B1BC-B5CA211EE446}" type="sibTrans" cxnId="{E210B3DD-FBBC-45EE-AF84-027C61A1A568}">
      <dgm:prSet/>
      <dgm:spPr/>
      <dgm:t>
        <a:bodyPr/>
        <a:lstStyle/>
        <a:p>
          <a:endParaRPr lang="es-MX"/>
        </a:p>
      </dgm:t>
    </dgm:pt>
    <dgm:pt modelId="{7FE56F64-C5D4-4007-920E-99A706035B2E}">
      <dgm:prSet phldrT="[Texto]" phldr="0"/>
      <dgm:spPr/>
      <dgm:t>
        <a:bodyPr/>
        <a:lstStyle/>
        <a:p>
          <a:r>
            <a:rPr lang="es-MX" dirty="0"/>
            <a:t>Tratamiento</a:t>
          </a:r>
        </a:p>
      </dgm:t>
    </dgm:pt>
    <dgm:pt modelId="{5D3AE540-6DCF-4EA7-B2E1-FF43757496BC}" type="parTrans" cxnId="{3F99FBC6-1FD3-45AD-A7BE-164E94D7B55A}">
      <dgm:prSet/>
      <dgm:spPr/>
      <dgm:t>
        <a:bodyPr/>
        <a:lstStyle/>
        <a:p>
          <a:endParaRPr lang="es-MX"/>
        </a:p>
      </dgm:t>
    </dgm:pt>
    <dgm:pt modelId="{7CA9A2FA-48AF-4E19-AA66-A8A30619951A}" type="sibTrans" cxnId="{3F99FBC6-1FD3-45AD-A7BE-164E94D7B55A}">
      <dgm:prSet/>
      <dgm:spPr/>
      <dgm:t>
        <a:bodyPr/>
        <a:lstStyle/>
        <a:p>
          <a:endParaRPr lang="es-MX"/>
        </a:p>
      </dgm:t>
    </dgm:pt>
    <dgm:pt modelId="{8F189321-13C0-4294-B13B-3BD9FF02B54D}">
      <dgm:prSet phldrT="[Texto]" phldr="0"/>
      <dgm:spPr/>
      <dgm:t>
        <a:bodyPr/>
        <a:lstStyle/>
        <a:p>
          <a:r>
            <a:rPr lang="es-MX" dirty="0"/>
            <a:t>Eliminar</a:t>
          </a:r>
        </a:p>
      </dgm:t>
    </dgm:pt>
    <dgm:pt modelId="{A3D40340-B48E-4AA1-BA4A-0594D6B6CFC0}" type="parTrans" cxnId="{26A17965-8A1F-470F-8DB4-F92CE5421952}">
      <dgm:prSet/>
      <dgm:spPr/>
      <dgm:t>
        <a:bodyPr/>
        <a:lstStyle/>
        <a:p>
          <a:endParaRPr lang="es-MX"/>
        </a:p>
      </dgm:t>
    </dgm:pt>
    <dgm:pt modelId="{278A5D0C-975E-47BF-8129-4B9CF073F3EB}" type="sibTrans" cxnId="{26A17965-8A1F-470F-8DB4-F92CE5421952}">
      <dgm:prSet/>
      <dgm:spPr/>
      <dgm:t>
        <a:bodyPr/>
        <a:lstStyle/>
        <a:p>
          <a:endParaRPr lang="es-MX"/>
        </a:p>
      </dgm:t>
    </dgm:pt>
    <dgm:pt modelId="{572CB1DE-D7D8-49DF-AC78-0BE156DB4BA7}">
      <dgm:prSet phldrT="[Texto]" phldr="0"/>
      <dgm:spPr/>
      <dgm:t>
        <a:bodyPr/>
        <a:lstStyle/>
        <a:p>
          <a:r>
            <a:rPr lang="es-MX"/>
            <a:t>Mitigar</a:t>
          </a:r>
          <a:endParaRPr lang="es-MX" dirty="0"/>
        </a:p>
      </dgm:t>
    </dgm:pt>
    <dgm:pt modelId="{166AE889-AD7C-4761-9087-0BA0C57A2576}" type="parTrans" cxnId="{B9C2E99A-25C0-4EEC-A0B7-73CE3DA95180}">
      <dgm:prSet/>
      <dgm:spPr/>
      <dgm:t>
        <a:bodyPr/>
        <a:lstStyle/>
        <a:p>
          <a:endParaRPr lang="es-MX"/>
        </a:p>
      </dgm:t>
    </dgm:pt>
    <dgm:pt modelId="{1BE85ACF-1A79-42A9-9E61-E7C79B155B84}" type="sibTrans" cxnId="{B9C2E99A-25C0-4EEC-A0B7-73CE3DA95180}">
      <dgm:prSet/>
      <dgm:spPr/>
      <dgm:t>
        <a:bodyPr/>
        <a:lstStyle/>
        <a:p>
          <a:endParaRPr lang="es-MX"/>
        </a:p>
      </dgm:t>
    </dgm:pt>
    <dgm:pt modelId="{7BA1ACB1-F3AB-4B5A-BE46-6035A7C78784}">
      <dgm:prSet phldrT="[Texto]" phldr="0"/>
      <dgm:spPr/>
      <dgm:t>
        <a:bodyPr/>
        <a:lstStyle/>
        <a:p>
          <a:r>
            <a:rPr lang="es-MX"/>
            <a:t>Transferir</a:t>
          </a:r>
          <a:endParaRPr lang="es-MX" dirty="0"/>
        </a:p>
      </dgm:t>
    </dgm:pt>
    <dgm:pt modelId="{C8CBF8CF-5E0C-4B37-86D9-0ADE482F5047}" type="parTrans" cxnId="{886EC11C-287E-4353-8436-F83334AE983E}">
      <dgm:prSet/>
      <dgm:spPr/>
      <dgm:t>
        <a:bodyPr/>
        <a:lstStyle/>
        <a:p>
          <a:endParaRPr lang="es-MX"/>
        </a:p>
      </dgm:t>
    </dgm:pt>
    <dgm:pt modelId="{923EF5A9-E40C-4BE2-9BA2-D585D8D86C5D}" type="sibTrans" cxnId="{886EC11C-287E-4353-8436-F83334AE983E}">
      <dgm:prSet/>
      <dgm:spPr/>
      <dgm:t>
        <a:bodyPr/>
        <a:lstStyle/>
        <a:p>
          <a:endParaRPr lang="es-MX"/>
        </a:p>
      </dgm:t>
    </dgm:pt>
    <dgm:pt modelId="{2F2713AE-43C5-4685-BE76-B09E46267BCC}">
      <dgm:prSet phldrT="[Texto]" phldr="0"/>
      <dgm:spPr/>
      <dgm:t>
        <a:bodyPr/>
        <a:lstStyle/>
        <a:p>
          <a:r>
            <a:rPr lang="es-MX"/>
            <a:t>Aceptar</a:t>
          </a:r>
          <a:endParaRPr lang="es-MX" dirty="0"/>
        </a:p>
      </dgm:t>
    </dgm:pt>
    <dgm:pt modelId="{60FC8AE5-B223-477A-A530-C6D094B586ED}" type="parTrans" cxnId="{662E5384-A0AD-4F47-B9A0-223510F4186B}">
      <dgm:prSet/>
      <dgm:spPr/>
      <dgm:t>
        <a:bodyPr/>
        <a:lstStyle/>
        <a:p>
          <a:endParaRPr lang="es-MX"/>
        </a:p>
      </dgm:t>
    </dgm:pt>
    <dgm:pt modelId="{EE633D4B-B0BE-43AA-9923-C8D1B93F94E1}" type="sibTrans" cxnId="{662E5384-A0AD-4F47-B9A0-223510F4186B}">
      <dgm:prSet/>
      <dgm:spPr/>
      <dgm:t>
        <a:bodyPr/>
        <a:lstStyle/>
        <a:p>
          <a:endParaRPr lang="es-MX"/>
        </a:p>
      </dgm:t>
    </dgm:pt>
    <dgm:pt modelId="{9378B58A-2DD6-4EBE-B57A-13E83CA4CAC9}">
      <dgm:prSet phldrT="[Texto]" phldr="0"/>
      <dgm:spPr/>
      <dgm:t>
        <a:bodyPr/>
        <a:lstStyle/>
        <a:p>
          <a:r>
            <a:rPr lang="es-MX"/>
            <a:t>impacto</a:t>
          </a:r>
          <a:endParaRPr lang="es-MX" dirty="0"/>
        </a:p>
      </dgm:t>
    </dgm:pt>
    <dgm:pt modelId="{6B984A12-D49C-44B2-8718-56BF0B8E8B15}" type="parTrans" cxnId="{3ADA27F8-01E0-4228-98C8-9D3F58C1514F}">
      <dgm:prSet/>
      <dgm:spPr/>
      <dgm:t>
        <a:bodyPr/>
        <a:lstStyle/>
        <a:p>
          <a:endParaRPr lang="es-MX"/>
        </a:p>
      </dgm:t>
    </dgm:pt>
    <dgm:pt modelId="{815B8E94-4F70-4FCB-B919-70D2F6BC9527}" type="sibTrans" cxnId="{3ADA27F8-01E0-4228-98C8-9D3F58C1514F}">
      <dgm:prSet/>
      <dgm:spPr/>
      <dgm:t>
        <a:bodyPr/>
        <a:lstStyle/>
        <a:p>
          <a:endParaRPr lang="es-MX"/>
        </a:p>
      </dgm:t>
    </dgm:pt>
    <dgm:pt modelId="{CBAD5881-AB94-43EC-8632-02020F4D3E5D}">
      <dgm:prSet phldrT="[Texto]" phldr="0"/>
      <dgm:spPr/>
      <dgm:t>
        <a:bodyPr/>
        <a:lstStyle/>
        <a:p>
          <a:r>
            <a:rPr lang="es-MX"/>
            <a:t>Históricos</a:t>
          </a:r>
          <a:endParaRPr lang="es-MX" dirty="0"/>
        </a:p>
      </dgm:t>
    </dgm:pt>
    <dgm:pt modelId="{68D9E2EA-02F2-4B35-9FA5-E09C592056F3}" type="parTrans" cxnId="{4ECA0107-A991-4326-99FD-57AD5C7F87BA}">
      <dgm:prSet/>
      <dgm:spPr/>
      <dgm:t>
        <a:bodyPr/>
        <a:lstStyle/>
        <a:p>
          <a:endParaRPr lang="es-MX"/>
        </a:p>
      </dgm:t>
    </dgm:pt>
    <dgm:pt modelId="{99E1B6A1-1025-49EB-8771-C625741C05AE}" type="sibTrans" cxnId="{4ECA0107-A991-4326-99FD-57AD5C7F87BA}">
      <dgm:prSet/>
      <dgm:spPr/>
      <dgm:t>
        <a:bodyPr/>
        <a:lstStyle/>
        <a:p>
          <a:endParaRPr lang="es-MX"/>
        </a:p>
      </dgm:t>
    </dgm:pt>
    <dgm:pt modelId="{C508905A-0601-4721-BF88-C4A46CE5410E}">
      <dgm:prSet phldrT="[Texto]" phldr="0"/>
      <dgm:spPr/>
      <dgm:t>
        <a:bodyPr/>
        <a:lstStyle/>
        <a:p>
          <a:r>
            <a:rPr lang="es-MX"/>
            <a:t>Dimensiones</a:t>
          </a:r>
          <a:endParaRPr lang="es-MX" dirty="0"/>
        </a:p>
      </dgm:t>
    </dgm:pt>
    <dgm:pt modelId="{A0FDCD46-2C53-4C67-9413-FECEEAD5BD97}" type="parTrans" cxnId="{AA38965C-0C87-4404-9FB5-832B6D678372}">
      <dgm:prSet/>
      <dgm:spPr/>
      <dgm:t>
        <a:bodyPr/>
        <a:lstStyle/>
        <a:p>
          <a:endParaRPr lang="es-MX"/>
        </a:p>
      </dgm:t>
    </dgm:pt>
    <dgm:pt modelId="{5FA0D6F7-97AD-45B5-B37C-399C6B1F7E01}" type="sibTrans" cxnId="{AA38965C-0C87-4404-9FB5-832B6D678372}">
      <dgm:prSet/>
      <dgm:spPr/>
      <dgm:t>
        <a:bodyPr/>
        <a:lstStyle/>
        <a:p>
          <a:endParaRPr lang="es-MX"/>
        </a:p>
      </dgm:t>
    </dgm:pt>
    <dgm:pt modelId="{1C032B29-5762-4B86-B1A4-8A4BF5295D7A}">
      <dgm:prSet phldrT="[Texto]" phldr="0"/>
      <dgm:spPr/>
      <dgm:t>
        <a:bodyPr/>
        <a:lstStyle/>
        <a:p>
          <a:r>
            <a:rPr lang="es-MX"/>
            <a:t>Internos</a:t>
          </a:r>
          <a:endParaRPr lang="es-MX" dirty="0"/>
        </a:p>
      </dgm:t>
    </dgm:pt>
    <dgm:pt modelId="{C922ACB4-B7B0-46A3-BF69-7B5F099C6D07}" type="parTrans" cxnId="{B12F2B6D-1048-4EAD-A669-6E0AE0B76C5C}">
      <dgm:prSet/>
      <dgm:spPr/>
      <dgm:t>
        <a:bodyPr/>
        <a:lstStyle/>
        <a:p>
          <a:endParaRPr lang="es-MX"/>
        </a:p>
      </dgm:t>
    </dgm:pt>
    <dgm:pt modelId="{93FD790C-CEC9-4A0E-83AF-8746D1A81BAD}" type="sibTrans" cxnId="{B12F2B6D-1048-4EAD-A669-6E0AE0B76C5C}">
      <dgm:prSet/>
      <dgm:spPr/>
      <dgm:t>
        <a:bodyPr/>
        <a:lstStyle/>
        <a:p>
          <a:endParaRPr lang="es-MX"/>
        </a:p>
      </dgm:t>
    </dgm:pt>
    <dgm:pt modelId="{0D03DF56-F582-45D6-B062-1A4E33FF1182}">
      <dgm:prSet phldrT="[Texto]" phldr="0"/>
      <dgm:spPr/>
      <dgm:t>
        <a:bodyPr/>
        <a:lstStyle/>
        <a:p>
          <a:r>
            <a:rPr lang="es-MX"/>
            <a:t>Externos</a:t>
          </a:r>
          <a:endParaRPr lang="es-MX" dirty="0"/>
        </a:p>
      </dgm:t>
    </dgm:pt>
    <dgm:pt modelId="{63C1FA49-A9D2-437F-A013-794E8F844832}" type="parTrans" cxnId="{8948744C-96B8-44F2-99B5-E0D9CA80096F}">
      <dgm:prSet/>
      <dgm:spPr/>
      <dgm:t>
        <a:bodyPr/>
        <a:lstStyle/>
        <a:p>
          <a:endParaRPr lang="es-MX"/>
        </a:p>
      </dgm:t>
    </dgm:pt>
    <dgm:pt modelId="{FC799203-F02A-4D58-B34F-5A99CE026D70}" type="sibTrans" cxnId="{8948744C-96B8-44F2-99B5-E0D9CA80096F}">
      <dgm:prSet/>
      <dgm:spPr/>
      <dgm:t>
        <a:bodyPr/>
        <a:lstStyle/>
        <a:p>
          <a:endParaRPr lang="es-MX"/>
        </a:p>
      </dgm:t>
    </dgm:pt>
    <dgm:pt modelId="{CB3AC359-A2CA-4BCF-B631-7E1C70B44837}" type="pres">
      <dgm:prSet presAssocID="{D653BA6E-5AE8-4A89-8E46-A0FA4541E297}" presName="Name0" presStyleCnt="0">
        <dgm:presLayoutVars>
          <dgm:dir/>
          <dgm:animLvl val="lvl"/>
          <dgm:resizeHandles val="exact"/>
        </dgm:presLayoutVars>
      </dgm:prSet>
      <dgm:spPr/>
    </dgm:pt>
    <dgm:pt modelId="{48C650D7-5135-4278-97AE-E5F24A9E114B}" type="pres">
      <dgm:prSet presAssocID="{134B7F2D-072E-4147-9BFA-3DCE0906707D}" presName="compositeNode" presStyleCnt="0">
        <dgm:presLayoutVars>
          <dgm:bulletEnabled val="1"/>
        </dgm:presLayoutVars>
      </dgm:prSet>
      <dgm:spPr/>
    </dgm:pt>
    <dgm:pt modelId="{9A30E053-382A-4C3E-B50E-6A73549F7BA2}" type="pres">
      <dgm:prSet presAssocID="{134B7F2D-072E-4147-9BFA-3DCE0906707D}" presName="bgRect" presStyleLbl="node1" presStyleIdx="0" presStyleCnt="3"/>
      <dgm:spPr/>
    </dgm:pt>
    <dgm:pt modelId="{D2AD1CA0-96BE-4D73-B44B-D3836C3612CA}" type="pres">
      <dgm:prSet presAssocID="{134B7F2D-072E-4147-9BFA-3DCE0906707D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5A0EE279-DFD7-4F41-846B-ACE082535538}" type="pres">
      <dgm:prSet presAssocID="{134B7F2D-072E-4147-9BFA-3DCE0906707D}" presName="childNode" presStyleLbl="node1" presStyleIdx="0" presStyleCnt="3">
        <dgm:presLayoutVars>
          <dgm:bulletEnabled val="1"/>
        </dgm:presLayoutVars>
      </dgm:prSet>
      <dgm:spPr/>
    </dgm:pt>
    <dgm:pt modelId="{AC369F6E-F65F-4D2D-ADC0-C575D8B2290E}" type="pres">
      <dgm:prSet presAssocID="{8B2B1C38-3371-4F95-8155-5800943C771D}" presName="hSp" presStyleCnt="0"/>
      <dgm:spPr/>
    </dgm:pt>
    <dgm:pt modelId="{2812BF22-F66C-4288-83F4-CC33650AE595}" type="pres">
      <dgm:prSet presAssocID="{8B2B1C38-3371-4F95-8155-5800943C771D}" presName="vProcSp" presStyleCnt="0"/>
      <dgm:spPr/>
    </dgm:pt>
    <dgm:pt modelId="{239F3FB7-E424-4764-A7F8-99F1E2F1E197}" type="pres">
      <dgm:prSet presAssocID="{8B2B1C38-3371-4F95-8155-5800943C771D}" presName="vSp1" presStyleCnt="0"/>
      <dgm:spPr/>
    </dgm:pt>
    <dgm:pt modelId="{F0DEA829-6D3C-4AA4-B51E-70E5041A3BAD}" type="pres">
      <dgm:prSet presAssocID="{8B2B1C38-3371-4F95-8155-5800943C771D}" presName="simulatedConn" presStyleLbl="solidFgAcc1" presStyleIdx="0" presStyleCnt="2"/>
      <dgm:spPr/>
    </dgm:pt>
    <dgm:pt modelId="{E89567E6-656F-408C-8B5C-AD474A06FD75}" type="pres">
      <dgm:prSet presAssocID="{8B2B1C38-3371-4F95-8155-5800943C771D}" presName="vSp2" presStyleCnt="0"/>
      <dgm:spPr/>
    </dgm:pt>
    <dgm:pt modelId="{A91DEAD6-E1D5-46B5-B3F2-516D4532A83F}" type="pres">
      <dgm:prSet presAssocID="{8B2B1C38-3371-4F95-8155-5800943C771D}" presName="sibTrans" presStyleCnt="0"/>
      <dgm:spPr/>
    </dgm:pt>
    <dgm:pt modelId="{98598EF9-2E2B-47F3-92E6-98DE20304B4A}" type="pres">
      <dgm:prSet presAssocID="{3FCA8F4B-35A2-4FAC-B90C-2A542F86AFE9}" presName="compositeNode" presStyleCnt="0">
        <dgm:presLayoutVars>
          <dgm:bulletEnabled val="1"/>
        </dgm:presLayoutVars>
      </dgm:prSet>
      <dgm:spPr/>
    </dgm:pt>
    <dgm:pt modelId="{10A4FA10-2329-4B5C-947C-D151F22F555B}" type="pres">
      <dgm:prSet presAssocID="{3FCA8F4B-35A2-4FAC-B90C-2A542F86AFE9}" presName="bgRect" presStyleLbl="node1" presStyleIdx="1" presStyleCnt="3"/>
      <dgm:spPr/>
    </dgm:pt>
    <dgm:pt modelId="{E58456F2-8EF3-4826-BA6F-BF19724502B2}" type="pres">
      <dgm:prSet presAssocID="{3FCA8F4B-35A2-4FAC-B90C-2A542F86AFE9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3F1E75DA-16A9-44F2-BB69-2E66C5CE9CE8}" type="pres">
      <dgm:prSet presAssocID="{3FCA8F4B-35A2-4FAC-B90C-2A542F86AFE9}" presName="childNode" presStyleLbl="node1" presStyleIdx="1" presStyleCnt="3">
        <dgm:presLayoutVars>
          <dgm:bulletEnabled val="1"/>
        </dgm:presLayoutVars>
      </dgm:prSet>
      <dgm:spPr/>
    </dgm:pt>
    <dgm:pt modelId="{458CCA30-BC66-4122-9F1F-D16348C37DD8}" type="pres">
      <dgm:prSet presAssocID="{057BFC0F-38C5-4BC7-967C-E6F5276DC5F1}" presName="hSp" presStyleCnt="0"/>
      <dgm:spPr/>
    </dgm:pt>
    <dgm:pt modelId="{8A413FDF-2B2B-47EC-8BE5-CA0307028451}" type="pres">
      <dgm:prSet presAssocID="{057BFC0F-38C5-4BC7-967C-E6F5276DC5F1}" presName="vProcSp" presStyleCnt="0"/>
      <dgm:spPr/>
    </dgm:pt>
    <dgm:pt modelId="{28621FD1-890D-409C-A2DC-CE3C769AF897}" type="pres">
      <dgm:prSet presAssocID="{057BFC0F-38C5-4BC7-967C-E6F5276DC5F1}" presName="vSp1" presStyleCnt="0"/>
      <dgm:spPr/>
    </dgm:pt>
    <dgm:pt modelId="{4C5A81BF-8C77-4532-8588-3E90E494055F}" type="pres">
      <dgm:prSet presAssocID="{057BFC0F-38C5-4BC7-967C-E6F5276DC5F1}" presName="simulatedConn" presStyleLbl="solidFgAcc1" presStyleIdx="1" presStyleCnt="2"/>
      <dgm:spPr/>
    </dgm:pt>
    <dgm:pt modelId="{7CBC1E79-13E3-45AA-80C7-0467AD22A9BB}" type="pres">
      <dgm:prSet presAssocID="{057BFC0F-38C5-4BC7-967C-E6F5276DC5F1}" presName="vSp2" presStyleCnt="0"/>
      <dgm:spPr/>
    </dgm:pt>
    <dgm:pt modelId="{AE1406CF-6BBF-4880-9B60-E69BA83A1FC0}" type="pres">
      <dgm:prSet presAssocID="{057BFC0F-38C5-4BC7-967C-E6F5276DC5F1}" presName="sibTrans" presStyleCnt="0"/>
      <dgm:spPr/>
    </dgm:pt>
    <dgm:pt modelId="{750163E3-6E30-4180-AAEF-7C0A34A6C8B1}" type="pres">
      <dgm:prSet presAssocID="{7FE56F64-C5D4-4007-920E-99A706035B2E}" presName="compositeNode" presStyleCnt="0">
        <dgm:presLayoutVars>
          <dgm:bulletEnabled val="1"/>
        </dgm:presLayoutVars>
      </dgm:prSet>
      <dgm:spPr/>
    </dgm:pt>
    <dgm:pt modelId="{7426A08A-F543-4D43-959D-883EF31CC3BB}" type="pres">
      <dgm:prSet presAssocID="{7FE56F64-C5D4-4007-920E-99A706035B2E}" presName="bgRect" presStyleLbl="node1" presStyleIdx="2" presStyleCnt="3"/>
      <dgm:spPr/>
    </dgm:pt>
    <dgm:pt modelId="{FD51E7A5-94B2-4829-ACA9-A5556D5DD2BE}" type="pres">
      <dgm:prSet presAssocID="{7FE56F64-C5D4-4007-920E-99A706035B2E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50D16DAB-E127-49B1-ACFD-A1520ED694ED}" type="pres">
      <dgm:prSet presAssocID="{7FE56F64-C5D4-4007-920E-99A706035B2E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4ECA0107-A991-4326-99FD-57AD5C7F87BA}" srcId="{134B7F2D-072E-4147-9BFA-3DCE0906707D}" destId="{CBAD5881-AB94-43EC-8632-02020F4D3E5D}" srcOrd="1" destOrd="0" parTransId="{68D9E2EA-02F2-4B35-9FA5-E09C592056F3}" sibTransId="{99E1B6A1-1025-49EB-8771-C625741C05AE}"/>
    <dgm:cxn modelId="{3A21DB14-75A5-41B6-AC22-BD53D1C35FC8}" type="presOf" srcId="{9378B58A-2DD6-4EBE-B57A-13E83CA4CAC9}" destId="{3F1E75DA-16A9-44F2-BB69-2E66C5CE9CE8}" srcOrd="0" destOrd="1" presId="urn:microsoft.com/office/officeart/2005/8/layout/hProcess7"/>
    <dgm:cxn modelId="{886EC11C-287E-4353-8436-F83334AE983E}" srcId="{7FE56F64-C5D4-4007-920E-99A706035B2E}" destId="{7BA1ACB1-F3AB-4B5A-BE46-6035A7C78784}" srcOrd="2" destOrd="0" parTransId="{C8CBF8CF-5E0C-4B37-86D9-0ADE482F5047}" sibTransId="{923EF5A9-E40C-4BE2-9BA2-D585D8D86C5D}"/>
    <dgm:cxn modelId="{5D23BD3B-4681-4BE3-84FC-69065BEE7BA7}" type="presOf" srcId="{0D03DF56-F582-45D6-B062-1A4E33FF1182}" destId="{5A0EE279-DFD7-4F41-846B-ACE082535538}" srcOrd="0" destOrd="4" presId="urn:microsoft.com/office/officeart/2005/8/layout/hProcess7"/>
    <dgm:cxn modelId="{1CE6283F-1268-45BF-B6F8-AE54C3A11F3F}" type="presOf" srcId="{C60354A7-F971-4582-B1AE-B4EE0ECCFA3F}" destId="{5A0EE279-DFD7-4F41-846B-ACE082535538}" srcOrd="0" destOrd="0" presId="urn:microsoft.com/office/officeart/2005/8/layout/hProcess7"/>
    <dgm:cxn modelId="{AA38965C-0C87-4404-9FB5-832B6D678372}" srcId="{134B7F2D-072E-4147-9BFA-3DCE0906707D}" destId="{C508905A-0601-4721-BF88-C4A46CE5410E}" srcOrd="2" destOrd="0" parTransId="{A0FDCD46-2C53-4C67-9413-FECEEAD5BD97}" sibTransId="{5FA0D6F7-97AD-45B5-B37C-399C6B1F7E01}"/>
    <dgm:cxn modelId="{E8F2C143-5BAB-4242-8EA6-4D3342220FE0}" type="presOf" srcId="{8F189321-13C0-4294-B13B-3BD9FF02B54D}" destId="{50D16DAB-E127-49B1-ACFD-A1520ED694ED}" srcOrd="0" destOrd="0" presId="urn:microsoft.com/office/officeart/2005/8/layout/hProcess7"/>
    <dgm:cxn modelId="{41F76764-05BC-40B0-AC3A-F6479ED5DB68}" type="presOf" srcId="{CBAD5881-AB94-43EC-8632-02020F4D3E5D}" destId="{5A0EE279-DFD7-4F41-846B-ACE082535538}" srcOrd="0" destOrd="1" presId="urn:microsoft.com/office/officeart/2005/8/layout/hProcess7"/>
    <dgm:cxn modelId="{26A17965-8A1F-470F-8DB4-F92CE5421952}" srcId="{7FE56F64-C5D4-4007-920E-99A706035B2E}" destId="{8F189321-13C0-4294-B13B-3BD9FF02B54D}" srcOrd="0" destOrd="0" parTransId="{A3D40340-B48E-4AA1-BA4A-0594D6B6CFC0}" sibTransId="{278A5D0C-975E-47BF-8129-4B9CF073F3EB}"/>
    <dgm:cxn modelId="{3EFF6346-0B0F-4FA6-9AA8-7068AE8574BC}" type="presOf" srcId="{134B7F2D-072E-4147-9BFA-3DCE0906707D}" destId="{D2AD1CA0-96BE-4D73-B44B-D3836C3612CA}" srcOrd="1" destOrd="0" presId="urn:microsoft.com/office/officeart/2005/8/layout/hProcess7"/>
    <dgm:cxn modelId="{8948744C-96B8-44F2-99B5-E0D9CA80096F}" srcId="{134B7F2D-072E-4147-9BFA-3DCE0906707D}" destId="{0D03DF56-F582-45D6-B062-1A4E33FF1182}" srcOrd="4" destOrd="0" parTransId="{63C1FA49-A9D2-437F-A013-794E8F844832}" sibTransId="{FC799203-F02A-4D58-B34F-5A99CE026D70}"/>
    <dgm:cxn modelId="{B12F2B6D-1048-4EAD-A669-6E0AE0B76C5C}" srcId="{134B7F2D-072E-4147-9BFA-3DCE0906707D}" destId="{1C032B29-5762-4B86-B1A4-8A4BF5295D7A}" srcOrd="3" destOrd="0" parTransId="{C922ACB4-B7B0-46A3-BF69-7B5F099C6D07}" sibTransId="{93FD790C-CEC9-4A0E-83AF-8746D1A81BAD}"/>
    <dgm:cxn modelId="{4446CD6E-E929-47C9-BE3E-DDF5751B186B}" type="presOf" srcId="{7BA1ACB1-F3AB-4B5A-BE46-6035A7C78784}" destId="{50D16DAB-E127-49B1-ACFD-A1520ED694ED}" srcOrd="0" destOrd="2" presId="urn:microsoft.com/office/officeart/2005/8/layout/hProcess7"/>
    <dgm:cxn modelId="{15A85F79-9929-4C0D-9452-3E91427E24BC}" srcId="{D653BA6E-5AE8-4A89-8E46-A0FA4541E297}" destId="{3FCA8F4B-35A2-4FAC-B90C-2A542F86AFE9}" srcOrd="1" destOrd="0" parTransId="{D38D3C6C-ACA7-4C21-9A63-E37090B58941}" sibTransId="{057BFC0F-38C5-4BC7-967C-E6F5276DC5F1}"/>
    <dgm:cxn modelId="{1C4F545A-7AA1-45A7-BB7E-3020AFB0E6D9}" type="presOf" srcId="{1C032B29-5762-4B86-B1A4-8A4BF5295D7A}" destId="{5A0EE279-DFD7-4F41-846B-ACE082535538}" srcOrd="0" destOrd="3" presId="urn:microsoft.com/office/officeart/2005/8/layout/hProcess7"/>
    <dgm:cxn modelId="{660E357B-5CA7-49A0-A42B-A266B210A434}" type="presOf" srcId="{C508905A-0601-4721-BF88-C4A46CE5410E}" destId="{5A0EE279-DFD7-4F41-846B-ACE082535538}" srcOrd="0" destOrd="2" presId="urn:microsoft.com/office/officeart/2005/8/layout/hProcess7"/>
    <dgm:cxn modelId="{662E5384-A0AD-4F47-B9A0-223510F4186B}" srcId="{7FE56F64-C5D4-4007-920E-99A706035B2E}" destId="{2F2713AE-43C5-4685-BE76-B09E46267BCC}" srcOrd="3" destOrd="0" parTransId="{60FC8AE5-B223-477A-A530-C6D094B586ED}" sibTransId="{EE633D4B-B0BE-43AA-9923-C8D1B93F94E1}"/>
    <dgm:cxn modelId="{76110C86-4975-4317-B757-B4820E0D9170}" type="presOf" srcId="{134B7F2D-072E-4147-9BFA-3DCE0906707D}" destId="{9A30E053-382A-4C3E-B50E-6A73549F7BA2}" srcOrd="0" destOrd="0" presId="urn:microsoft.com/office/officeart/2005/8/layout/hProcess7"/>
    <dgm:cxn modelId="{B9C2E99A-25C0-4EEC-A0B7-73CE3DA95180}" srcId="{7FE56F64-C5D4-4007-920E-99A706035B2E}" destId="{572CB1DE-D7D8-49DF-AC78-0BE156DB4BA7}" srcOrd="1" destOrd="0" parTransId="{166AE889-AD7C-4761-9087-0BA0C57A2576}" sibTransId="{1BE85ACF-1A79-42A9-9E61-E7C79B155B84}"/>
    <dgm:cxn modelId="{556F48B2-7624-45E1-9357-932065273E8C}" type="presOf" srcId="{7FE56F64-C5D4-4007-920E-99A706035B2E}" destId="{FD51E7A5-94B2-4829-ACA9-A5556D5DD2BE}" srcOrd="1" destOrd="0" presId="urn:microsoft.com/office/officeart/2005/8/layout/hProcess7"/>
    <dgm:cxn modelId="{EE50ACC2-F445-42FF-9109-FF2CE65597E0}" type="presOf" srcId="{2F2713AE-43C5-4685-BE76-B09E46267BCC}" destId="{50D16DAB-E127-49B1-ACFD-A1520ED694ED}" srcOrd="0" destOrd="3" presId="urn:microsoft.com/office/officeart/2005/8/layout/hProcess7"/>
    <dgm:cxn modelId="{3F99FBC6-1FD3-45AD-A7BE-164E94D7B55A}" srcId="{D653BA6E-5AE8-4A89-8E46-A0FA4541E297}" destId="{7FE56F64-C5D4-4007-920E-99A706035B2E}" srcOrd="2" destOrd="0" parTransId="{5D3AE540-6DCF-4EA7-B2E1-FF43757496BC}" sibTransId="{7CA9A2FA-48AF-4E19-AA66-A8A30619951A}"/>
    <dgm:cxn modelId="{D56D62C7-5D06-4D06-B125-5A1F3C923C06}" type="presOf" srcId="{D653BA6E-5AE8-4A89-8E46-A0FA4541E297}" destId="{CB3AC359-A2CA-4BCF-B631-7E1C70B44837}" srcOrd="0" destOrd="0" presId="urn:microsoft.com/office/officeart/2005/8/layout/hProcess7"/>
    <dgm:cxn modelId="{527B25DB-AA9D-4217-BA44-7057D9A6329B}" type="presOf" srcId="{52B0B24C-989A-4194-B22B-427F4F68896E}" destId="{3F1E75DA-16A9-44F2-BB69-2E66C5CE9CE8}" srcOrd="0" destOrd="0" presId="urn:microsoft.com/office/officeart/2005/8/layout/hProcess7"/>
    <dgm:cxn modelId="{E210B3DD-FBBC-45EE-AF84-027C61A1A568}" srcId="{3FCA8F4B-35A2-4FAC-B90C-2A542F86AFE9}" destId="{52B0B24C-989A-4194-B22B-427F4F68896E}" srcOrd="0" destOrd="0" parTransId="{E089FCC1-3EC2-4428-AF9E-C1918A800A97}" sibTransId="{B8BE1ABC-813D-4956-B1BC-B5CA211EE446}"/>
    <dgm:cxn modelId="{2CCBE6DF-68AE-4836-B1BB-B7C8B4A124A6}" srcId="{134B7F2D-072E-4147-9BFA-3DCE0906707D}" destId="{C60354A7-F971-4582-B1AE-B4EE0ECCFA3F}" srcOrd="0" destOrd="0" parTransId="{215587AB-6CED-48FF-882B-4E46845C8358}" sibTransId="{9C205B8F-98A9-4527-AC97-AC04DA6ECA20}"/>
    <dgm:cxn modelId="{A2510DF3-296B-42CA-959D-946784DAD6AA}" type="presOf" srcId="{572CB1DE-D7D8-49DF-AC78-0BE156DB4BA7}" destId="{50D16DAB-E127-49B1-ACFD-A1520ED694ED}" srcOrd="0" destOrd="1" presId="urn:microsoft.com/office/officeart/2005/8/layout/hProcess7"/>
    <dgm:cxn modelId="{616E07F7-79E6-4496-B3CA-7856DA8BFE4B}" type="presOf" srcId="{7FE56F64-C5D4-4007-920E-99A706035B2E}" destId="{7426A08A-F543-4D43-959D-883EF31CC3BB}" srcOrd="0" destOrd="0" presId="urn:microsoft.com/office/officeart/2005/8/layout/hProcess7"/>
    <dgm:cxn modelId="{3ADA27F8-01E0-4228-98C8-9D3F58C1514F}" srcId="{3FCA8F4B-35A2-4FAC-B90C-2A542F86AFE9}" destId="{9378B58A-2DD6-4EBE-B57A-13E83CA4CAC9}" srcOrd="1" destOrd="0" parTransId="{6B984A12-D49C-44B2-8718-56BF0B8E8B15}" sibTransId="{815B8E94-4F70-4FCB-B919-70D2F6BC9527}"/>
    <dgm:cxn modelId="{6A9A94F9-07E2-4D1B-8FC0-0F954DBBC505}" type="presOf" srcId="{3FCA8F4B-35A2-4FAC-B90C-2A542F86AFE9}" destId="{10A4FA10-2329-4B5C-947C-D151F22F555B}" srcOrd="0" destOrd="0" presId="urn:microsoft.com/office/officeart/2005/8/layout/hProcess7"/>
    <dgm:cxn modelId="{815CBFF9-64A7-4142-8CCD-BE54C30C045E}" type="presOf" srcId="{3FCA8F4B-35A2-4FAC-B90C-2A542F86AFE9}" destId="{E58456F2-8EF3-4826-BA6F-BF19724502B2}" srcOrd="1" destOrd="0" presId="urn:microsoft.com/office/officeart/2005/8/layout/hProcess7"/>
    <dgm:cxn modelId="{D45ADFFB-8823-402F-84C7-1B8CA449DF6D}" srcId="{D653BA6E-5AE8-4A89-8E46-A0FA4541E297}" destId="{134B7F2D-072E-4147-9BFA-3DCE0906707D}" srcOrd="0" destOrd="0" parTransId="{9C89629C-6B40-44D3-B3A2-D94BE7DCDC93}" sibTransId="{8B2B1C38-3371-4F95-8155-5800943C771D}"/>
    <dgm:cxn modelId="{B16A26FD-E9A7-45EC-AD22-D7A842F36F3B}" type="presParOf" srcId="{CB3AC359-A2CA-4BCF-B631-7E1C70B44837}" destId="{48C650D7-5135-4278-97AE-E5F24A9E114B}" srcOrd="0" destOrd="0" presId="urn:microsoft.com/office/officeart/2005/8/layout/hProcess7"/>
    <dgm:cxn modelId="{90B57300-F606-4B0F-AC5A-2EC7D707BCEB}" type="presParOf" srcId="{48C650D7-5135-4278-97AE-E5F24A9E114B}" destId="{9A30E053-382A-4C3E-B50E-6A73549F7BA2}" srcOrd="0" destOrd="0" presId="urn:microsoft.com/office/officeart/2005/8/layout/hProcess7"/>
    <dgm:cxn modelId="{17CD73DC-DFE0-4925-8E65-EC829180261C}" type="presParOf" srcId="{48C650D7-5135-4278-97AE-E5F24A9E114B}" destId="{D2AD1CA0-96BE-4D73-B44B-D3836C3612CA}" srcOrd="1" destOrd="0" presId="urn:microsoft.com/office/officeart/2005/8/layout/hProcess7"/>
    <dgm:cxn modelId="{3FBBD1EC-CCD0-495A-A8EA-969F37143B33}" type="presParOf" srcId="{48C650D7-5135-4278-97AE-E5F24A9E114B}" destId="{5A0EE279-DFD7-4F41-846B-ACE082535538}" srcOrd="2" destOrd="0" presId="urn:microsoft.com/office/officeart/2005/8/layout/hProcess7"/>
    <dgm:cxn modelId="{7BC16B90-697C-43F8-9E7F-142E065BFC9C}" type="presParOf" srcId="{CB3AC359-A2CA-4BCF-B631-7E1C70B44837}" destId="{AC369F6E-F65F-4D2D-ADC0-C575D8B2290E}" srcOrd="1" destOrd="0" presId="urn:microsoft.com/office/officeart/2005/8/layout/hProcess7"/>
    <dgm:cxn modelId="{661A1782-466E-4873-814E-71D9D95D1100}" type="presParOf" srcId="{CB3AC359-A2CA-4BCF-B631-7E1C70B44837}" destId="{2812BF22-F66C-4288-83F4-CC33650AE595}" srcOrd="2" destOrd="0" presId="urn:microsoft.com/office/officeart/2005/8/layout/hProcess7"/>
    <dgm:cxn modelId="{E7FA725A-B9FA-4BD8-998B-6AA96A6E2A9A}" type="presParOf" srcId="{2812BF22-F66C-4288-83F4-CC33650AE595}" destId="{239F3FB7-E424-4764-A7F8-99F1E2F1E197}" srcOrd="0" destOrd="0" presId="urn:microsoft.com/office/officeart/2005/8/layout/hProcess7"/>
    <dgm:cxn modelId="{7F0E6957-B5FC-4758-8FDC-706B82D6373C}" type="presParOf" srcId="{2812BF22-F66C-4288-83F4-CC33650AE595}" destId="{F0DEA829-6D3C-4AA4-B51E-70E5041A3BAD}" srcOrd="1" destOrd="0" presId="urn:microsoft.com/office/officeart/2005/8/layout/hProcess7"/>
    <dgm:cxn modelId="{533138DD-8617-4B2F-8637-CACC9CD7AC7B}" type="presParOf" srcId="{2812BF22-F66C-4288-83F4-CC33650AE595}" destId="{E89567E6-656F-408C-8B5C-AD474A06FD75}" srcOrd="2" destOrd="0" presId="urn:microsoft.com/office/officeart/2005/8/layout/hProcess7"/>
    <dgm:cxn modelId="{B387233E-3D99-4826-AFBE-524B8D206FEA}" type="presParOf" srcId="{CB3AC359-A2CA-4BCF-B631-7E1C70B44837}" destId="{A91DEAD6-E1D5-46B5-B3F2-516D4532A83F}" srcOrd="3" destOrd="0" presId="urn:microsoft.com/office/officeart/2005/8/layout/hProcess7"/>
    <dgm:cxn modelId="{54008B9C-E630-48B0-ABAB-32B956424D2F}" type="presParOf" srcId="{CB3AC359-A2CA-4BCF-B631-7E1C70B44837}" destId="{98598EF9-2E2B-47F3-92E6-98DE20304B4A}" srcOrd="4" destOrd="0" presId="urn:microsoft.com/office/officeart/2005/8/layout/hProcess7"/>
    <dgm:cxn modelId="{9C0CBE46-BB3E-4A82-8485-08E21B76C65F}" type="presParOf" srcId="{98598EF9-2E2B-47F3-92E6-98DE20304B4A}" destId="{10A4FA10-2329-4B5C-947C-D151F22F555B}" srcOrd="0" destOrd="0" presId="urn:microsoft.com/office/officeart/2005/8/layout/hProcess7"/>
    <dgm:cxn modelId="{F0B536D8-71A2-4FA2-8464-6DD20C9F096E}" type="presParOf" srcId="{98598EF9-2E2B-47F3-92E6-98DE20304B4A}" destId="{E58456F2-8EF3-4826-BA6F-BF19724502B2}" srcOrd="1" destOrd="0" presId="urn:microsoft.com/office/officeart/2005/8/layout/hProcess7"/>
    <dgm:cxn modelId="{1FA30637-7C91-49E5-B568-71401A6B981E}" type="presParOf" srcId="{98598EF9-2E2B-47F3-92E6-98DE20304B4A}" destId="{3F1E75DA-16A9-44F2-BB69-2E66C5CE9CE8}" srcOrd="2" destOrd="0" presId="urn:microsoft.com/office/officeart/2005/8/layout/hProcess7"/>
    <dgm:cxn modelId="{22541CD5-9B77-4AF0-85B3-D02208931ED8}" type="presParOf" srcId="{CB3AC359-A2CA-4BCF-B631-7E1C70B44837}" destId="{458CCA30-BC66-4122-9F1F-D16348C37DD8}" srcOrd="5" destOrd="0" presId="urn:microsoft.com/office/officeart/2005/8/layout/hProcess7"/>
    <dgm:cxn modelId="{1776AAC2-8FD5-4AEF-BFFE-BBCF57E902E2}" type="presParOf" srcId="{CB3AC359-A2CA-4BCF-B631-7E1C70B44837}" destId="{8A413FDF-2B2B-47EC-8BE5-CA0307028451}" srcOrd="6" destOrd="0" presId="urn:microsoft.com/office/officeart/2005/8/layout/hProcess7"/>
    <dgm:cxn modelId="{0FB054CD-605F-4A2C-9C1D-405F11477344}" type="presParOf" srcId="{8A413FDF-2B2B-47EC-8BE5-CA0307028451}" destId="{28621FD1-890D-409C-A2DC-CE3C769AF897}" srcOrd="0" destOrd="0" presId="urn:microsoft.com/office/officeart/2005/8/layout/hProcess7"/>
    <dgm:cxn modelId="{7DABE96D-CC5D-46E5-9626-B7098963B223}" type="presParOf" srcId="{8A413FDF-2B2B-47EC-8BE5-CA0307028451}" destId="{4C5A81BF-8C77-4532-8588-3E90E494055F}" srcOrd="1" destOrd="0" presId="urn:microsoft.com/office/officeart/2005/8/layout/hProcess7"/>
    <dgm:cxn modelId="{5A3B1390-8723-4CFD-B43C-27CAF87D4E49}" type="presParOf" srcId="{8A413FDF-2B2B-47EC-8BE5-CA0307028451}" destId="{7CBC1E79-13E3-45AA-80C7-0467AD22A9BB}" srcOrd="2" destOrd="0" presId="urn:microsoft.com/office/officeart/2005/8/layout/hProcess7"/>
    <dgm:cxn modelId="{EEE23294-0668-4380-BD89-F683E62D6C66}" type="presParOf" srcId="{CB3AC359-A2CA-4BCF-B631-7E1C70B44837}" destId="{AE1406CF-6BBF-4880-9B60-E69BA83A1FC0}" srcOrd="7" destOrd="0" presId="urn:microsoft.com/office/officeart/2005/8/layout/hProcess7"/>
    <dgm:cxn modelId="{4F11E59A-8E8F-42F9-912E-F9762B2DFEB9}" type="presParOf" srcId="{CB3AC359-A2CA-4BCF-B631-7E1C70B44837}" destId="{750163E3-6E30-4180-AAEF-7C0A34A6C8B1}" srcOrd="8" destOrd="0" presId="urn:microsoft.com/office/officeart/2005/8/layout/hProcess7"/>
    <dgm:cxn modelId="{CCC46AD9-1895-410A-A674-5822B1E6BF0F}" type="presParOf" srcId="{750163E3-6E30-4180-AAEF-7C0A34A6C8B1}" destId="{7426A08A-F543-4D43-959D-883EF31CC3BB}" srcOrd="0" destOrd="0" presId="urn:microsoft.com/office/officeart/2005/8/layout/hProcess7"/>
    <dgm:cxn modelId="{86A8DA1F-2E7F-4268-91E4-7E4108A55CFF}" type="presParOf" srcId="{750163E3-6E30-4180-AAEF-7C0A34A6C8B1}" destId="{FD51E7A5-94B2-4829-ACA9-A5556D5DD2BE}" srcOrd="1" destOrd="0" presId="urn:microsoft.com/office/officeart/2005/8/layout/hProcess7"/>
    <dgm:cxn modelId="{50950237-4BD2-49A5-BF45-000EA57176C2}" type="presParOf" srcId="{750163E3-6E30-4180-AAEF-7C0A34A6C8B1}" destId="{50D16DAB-E127-49B1-ACFD-A1520ED694ED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E328C3-0114-47E1-AB4D-2C9FC89463F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9C33966-9CFD-41AB-B248-962684D31ABE}">
      <dgm:prSet/>
      <dgm:spPr/>
      <dgm:t>
        <a:bodyPr/>
        <a:lstStyle/>
        <a:p>
          <a:r>
            <a:rPr lang="es-MX" dirty="0"/>
            <a:t>ISO 31000</a:t>
          </a:r>
          <a:endParaRPr lang="en-US" dirty="0"/>
        </a:p>
      </dgm:t>
    </dgm:pt>
    <dgm:pt modelId="{A11EB15D-4844-4669-892B-C36C777AEA1C}" type="parTrans" cxnId="{D4F91412-859C-4C9F-B985-3A4D8BE4DECC}">
      <dgm:prSet/>
      <dgm:spPr/>
      <dgm:t>
        <a:bodyPr/>
        <a:lstStyle/>
        <a:p>
          <a:endParaRPr lang="en-US"/>
        </a:p>
      </dgm:t>
    </dgm:pt>
    <dgm:pt modelId="{CC422326-F1EA-4783-8C95-E222F39EA9A4}" type="sibTrans" cxnId="{D4F91412-859C-4C9F-B985-3A4D8BE4DECC}">
      <dgm:prSet/>
      <dgm:spPr/>
      <dgm:t>
        <a:bodyPr/>
        <a:lstStyle/>
        <a:p>
          <a:endParaRPr lang="en-US"/>
        </a:p>
      </dgm:t>
    </dgm:pt>
    <dgm:pt modelId="{B9629CFC-FB8D-41C2-ACA0-0B0517ECC1FA}">
      <dgm:prSet/>
      <dgm:spPr/>
      <dgm:t>
        <a:bodyPr/>
        <a:lstStyle/>
        <a:p>
          <a:r>
            <a:rPr lang="es-MX"/>
            <a:t>ISO 27001</a:t>
          </a:r>
          <a:endParaRPr lang="en-US"/>
        </a:p>
      </dgm:t>
    </dgm:pt>
    <dgm:pt modelId="{F0F72E68-496B-4D0D-920F-3F0F6AC34005}" type="parTrans" cxnId="{CA0BC16D-D06D-487A-9976-38E1932E8D8B}">
      <dgm:prSet/>
      <dgm:spPr/>
      <dgm:t>
        <a:bodyPr/>
        <a:lstStyle/>
        <a:p>
          <a:endParaRPr lang="en-US"/>
        </a:p>
      </dgm:t>
    </dgm:pt>
    <dgm:pt modelId="{D35B30C9-F867-4D6F-8B0D-4D21F78E7EC8}" type="sibTrans" cxnId="{CA0BC16D-D06D-487A-9976-38E1932E8D8B}">
      <dgm:prSet/>
      <dgm:spPr/>
      <dgm:t>
        <a:bodyPr/>
        <a:lstStyle/>
        <a:p>
          <a:endParaRPr lang="en-US"/>
        </a:p>
      </dgm:t>
    </dgm:pt>
    <dgm:pt modelId="{10A44C17-2215-459B-8EDB-5D114F71AAFB}">
      <dgm:prSet/>
      <dgm:spPr/>
      <dgm:t>
        <a:bodyPr/>
        <a:lstStyle/>
        <a:p>
          <a:r>
            <a:rPr lang="es-MX"/>
            <a:t>COBIT</a:t>
          </a:r>
          <a:endParaRPr lang="en-US"/>
        </a:p>
      </dgm:t>
    </dgm:pt>
    <dgm:pt modelId="{ED31A477-DF8B-4CE1-AE84-B3516F8EBDDD}" type="parTrans" cxnId="{1AD3EC50-D98E-4F12-AC78-C74543764B77}">
      <dgm:prSet/>
      <dgm:spPr/>
      <dgm:t>
        <a:bodyPr/>
        <a:lstStyle/>
        <a:p>
          <a:endParaRPr lang="en-US"/>
        </a:p>
      </dgm:t>
    </dgm:pt>
    <dgm:pt modelId="{EB3478E5-078B-466B-9A4A-3AFC1663B892}" type="sibTrans" cxnId="{1AD3EC50-D98E-4F12-AC78-C74543764B77}">
      <dgm:prSet/>
      <dgm:spPr/>
      <dgm:t>
        <a:bodyPr/>
        <a:lstStyle/>
        <a:p>
          <a:endParaRPr lang="en-US"/>
        </a:p>
      </dgm:t>
    </dgm:pt>
    <dgm:pt modelId="{CB77ADD5-E2B4-46FE-BCA7-CC47C1A081D9}">
      <dgm:prSet/>
      <dgm:spPr/>
      <dgm:t>
        <a:bodyPr/>
        <a:lstStyle/>
        <a:p>
          <a:r>
            <a:rPr lang="es-MX"/>
            <a:t>PMBOK (Gestión de proyectos)</a:t>
          </a:r>
          <a:endParaRPr lang="en-US"/>
        </a:p>
      </dgm:t>
    </dgm:pt>
    <dgm:pt modelId="{A1A792E4-E485-4AD7-B322-B1609CDF2FB8}" type="parTrans" cxnId="{CCC65774-CF27-463A-8CA3-BB2BC758ADA3}">
      <dgm:prSet/>
      <dgm:spPr/>
      <dgm:t>
        <a:bodyPr/>
        <a:lstStyle/>
        <a:p>
          <a:endParaRPr lang="en-US"/>
        </a:p>
      </dgm:t>
    </dgm:pt>
    <dgm:pt modelId="{9862AE24-1AB2-4098-830E-00039613CA70}" type="sibTrans" cxnId="{CCC65774-CF27-463A-8CA3-BB2BC758ADA3}">
      <dgm:prSet/>
      <dgm:spPr/>
      <dgm:t>
        <a:bodyPr/>
        <a:lstStyle/>
        <a:p>
          <a:endParaRPr lang="en-US"/>
        </a:p>
      </dgm:t>
    </dgm:pt>
    <dgm:pt modelId="{D19C575A-D000-4CFA-A259-0FA05FEAA7F9}">
      <dgm:prSet/>
      <dgm:spPr/>
      <dgm:t>
        <a:bodyPr/>
        <a:lstStyle/>
        <a:p>
          <a:r>
            <a:rPr lang="es-MX"/>
            <a:t>COSO </a:t>
          </a:r>
          <a:endParaRPr lang="en-US"/>
        </a:p>
      </dgm:t>
    </dgm:pt>
    <dgm:pt modelId="{1EE9AB2F-4744-426E-A1AB-8CFD90542C78}" type="parTrans" cxnId="{721B9F30-6609-4EC9-A658-348F6CAF91D1}">
      <dgm:prSet/>
      <dgm:spPr/>
      <dgm:t>
        <a:bodyPr/>
        <a:lstStyle/>
        <a:p>
          <a:endParaRPr lang="en-US"/>
        </a:p>
      </dgm:t>
    </dgm:pt>
    <dgm:pt modelId="{9B8C30A9-DDC1-4E15-B7EE-56FE15B5719D}" type="sibTrans" cxnId="{721B9F30-6609-4EC9-A658-348F6CAF91D1}">
      <dgm:prSet/>
      <dgm:spPr/>
      <dgm:t>
        <a:bodyPr/>
        <a:lstStyle/>
        <a:p>
          <a:endParaRPr lang="en-US"/>
        </a:p>
      </dgm:t>
    </dgm:pt>
    <dgm:pt modelId="{FAAEB098-D8C1-4E85-B7AC-C9A4DB2E78A9}" type="pres">
      <dgm:prSet presAssocID="{87E328C3-0114-47E1-AB4D-2C9FC89463FE}" presName="linear" presStyleCnt="0">
        <dgm:presLayoutVars>
          <dgm:animLvl val="lvl"/>
          <dgm:resizeHandles val="exact"/>
        </dgm:presLayoutVars>
      </dgm:prSet>
      <dgm:spPr/>
    </dgm:pt>
    <dgm:pt modelId="{99C4737F-C695-44BC-BF45-5D6A826DF801}" type="pres">
      <dgm:prSet presAssocID="{99C33966-9CFD-41AB-B248-962684D31AB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C3F7579-0B8C-4B7C-9A09-33F250691D24}" type="pres">
      <dgm:prSet presAssocID="{CC422326-F1EA-4783-8C95-E222F39EA9A4}" presName="spacer" presStyleCnt="0"/>
      <dgm:spPr/>
    </dgm:pt>
    <dgm:pt modelId="{84397B1A-EF01-4032-B13C-FFADD7A0DA8A}" type="pres">
      <dgm:prSet presAssocID="{B9629CFC-FB8D-41C2-ACA0-0B0517ECC1F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080EBF8-3B7E-4061-9CAB-04C75254BAC9}" type="pres">
      <dgm:prSet presAssocID="{D35B30C9-F867-4D6F-8B0D-4D21F78E7EC8}" presName="spacer" presStyleCnt="0"/>
      <dgm:spPr/>
    </dgm:pt>
    <dgm:pt modelId="{18320786-2D41-49EC-9058-DCFF0AC8D53B}" type="pres">
      <dgm:prSet presAssocID="{10A44C17-2215-459B-8EDB-5D114F71AAF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09EF6D6-30FD-486D-8BAB-69E151848537}" type="pres">
      <dgm:prSet presAssocID="{EB3478E5-078B-466B-9A4A-3AFC1663B892}" presName="spacer" presStyleCnt="0"/>
      <dgm:spPr/>
    </dgm:pt>
    <dgm:pt modelId="{3CAA97D6-666F-4955-85F8-00B4BDA3C1DA}" type="pres">
      <dgm:prSet presAssocID="{CB77ADD5-E2B4-46FE-BCA7-CC47C1A081D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58BF252-2DAD-4500-A909-5B55E3B7D7DD}" type="pres">
      <dgm:prSet presAssocID="{9862AE24-1AB2-4098-830E-00039613CA70}" presName="spacer" presStyleCnt="0"/>
      <dgm:spPr/>
    </dgm:pt>
    <dgm:pt modelId="{CC610611-D601-483C-BE46-196E2211E6B2}" type="pres">
      <dgm:prSet presAssocID="{D19C575A-D000-4CFA-A259-0FA05FEAA7F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F39CA06-6EDF-4DBE-921F-AB02CA1F446F}" type="presOf" srcId="{CB77ADD5-E2B4-46FE-BCA7-CC47C1A081D9}" destId="{3CAA97D6-666F-4955-85F8-00B4BDA3C1DA}" srcOrd="0" destOrd="0" presId="urn:microsoft.com/office/officeart/2005/8/layout/vList2"/>
    <dgm:cxn modelId="{D4F91412-859C-4C9F-B985-3A4D8BE4DECC}" srcId="{87E328C3-0114-47E1-AB4D-2C9FC89463FE}" destId="{99C33966-9CFD-41AB-B248-962684D31ABE}" srcOrd="0" destOrd="0" parTransId="{A11EB15D-4844-4669-892B-C36C777AEA1C}" sibTransId="{CC422326-F1EA-4783-8C95-E222F39EA9A4}"/>
    <dgm:cxn modelId="{721B9F30-6609-4EC9-A658-348F6CAF91D1}" srcId="{87E328C3-0114-47E1-AB4D-2C9FC89463FE}" destId="{D19C575A-D000-4CFA-A259-0FA05FEAA7F9}" srcOrd="4" destOrd="0" parTransId="{1EE9AB2F-4744-426E-A1AB-8CFD90542C78}" sibTransId="{9B8C30A9-DDC1-4E15-B7EE-56FE15B5719D}"/>
    <dgm:cxn modelId="{0C3D1B5D-F169-4FA8-A45D-70AAF4512EA1}" type="presOf" srcId="{D19C575A-D000-4CFA-A259-0FA05FEAA7F9}" destId="{CC610611-D601-483C-BE46-196E2211E6B2}" srcOrd="0" destOrd="0" presId="urn:microsoft.com/office/officeart/2005/8/layout/vList2"/>
    <dgm:cxn modelId="{7CB64461-E21F-4CE2-950E-4B872E27B911}" type="presOf" srcId="{87E328C3-0114-47E1-AB4D-2C9FC89463FE}" destId="{FAAEB098-D8C1-4E85-B7AC-C9A4DB2E78A9}" srcOrd="0" destOrd="0" presId="urn:microsoft.com/office/officeart/2005/8/layout/vList2"/>
    <dgm:cxn modelId="{69D6AC4D-AEFB-4A09-BB25-867A7BF548AF}" type="presOf" srcId="{10A44C17-2215-459B-8EDB-5D114F71AAFB}" destId="{18320786-2D41-49EC-9058-DCFF0AC8D53B}" srcOrd="0" destOrd="0" presId="urn:microsoft.com/office/officeart/2005/8/layout/vList2"/>
    <dgm:cxn modelId="{CA0BC16D-D06D-487A-9976-38E1932E8D8B}" srcId="{87E328C3-0114-47E1-AB4D-2C9FC89463FE}" destId="{B9629CFC-FB8D-41C2-ACA0-0B0517ECC1FA}" srcOrd="1" destOrd="0" parTransId="{F0F72E68-496B-4D0D-920F-3F0F6AC34005}" sibTransId="{D35B30C9-F867-4D6F-8B0D-4D21F78E7EC8}"/>
    <dgm:cxn modelId="{1AD3EC50-D98E-4F12-AC78-C74543764B77}" srcId="{87E328C3-0114-47E1-AB4D-2C9FC89463FE}" destId="{10A44C17-2215-459B-8EDB-5D114F71AAFB}" srcOrd="2" destOrd="0" parTransId="{ED31A477-DF8B-4CE1-AE84-B3516F8EBDDD}" sibTransId="{EB3478E5-078B-466B-9A4A-3AFC1663B892}"/>
    <dgm:cxn modelId="{CCC65774-CF27-463A-8CA3-BB2BC758ADA3}" srcId="{87E328C3-0114-47E1-AB4D-2C9FC89463FE}" destId="{CB77ADD5-E2B4-46FE-BCA7-CC47C1A081D9}" srcOrd="3" destOrd="0" parTransId="{A1A792E4-E485-4AD7-B322-B1609CDF2FB8}" sibTransId="{9862AE24-1AB2-4098-830E-00039613CA70}"/>
    <dgm:cxn modelId="{1AA913AF-C7CA-4224-84D9-BDF7133B623D}" type="presOf" srcId="{B9629CFC-FB8D-41C2-ACA0-0B0517ECC1FA}" destId="{84397B1A-EF01-4032-B13C-FFADD7A0DA8A}" srcOrd="0" destOrd="0" presId="urn:microsoft.com/office/officeart/2005/8/layout/vList2"/>
    <dgm:cxn modelId="{60E1F3C8-C75E-4EDD-B218-40080BBD5611}" type="presOf" srcId="{99C33966-9CFD-41AB-B248-962684D31ABE}" destId="{99C4737F-C695-44BC-BF45-5D6A826DF801}" srcOrd="0" destOrd="0" presId="urn:microsoft.com/office/officeart/2005/8/layout/vList2"/>
    <dgm:cxn modelId="{ADEAB97C-D1C0-4F29-B7B8-D07C025B5C3F}" type="presParOf" srcId="{FAAEB098-D8C1-4E85-B7AC-C9A4DB2E78A9}" destId="{99C4737F-C695-44BC-BF45-5D6A826DF801}" srcOrd="0" destOrd="0" presId="urn:microsoft.com/office/officeart/2005/8/layout/vList2"/>
    <dgm:cxn modelId="{FED5488D-9D3E-4A3E-9724-4A61D30FF64B}" type="presParOf" srcId="{FAAEB098-D8C1-4E85-B7AC-C9A4DB2E78A9}" destId="{CC3F7579-0B8C-4B7C-9A09-33F250691D24}" srcOrd="1" destOrd="0" presId="urn:microsoft.com/office/officeart/2005/8/layout/vList2"/>
    <dgm:cxn modelId="{CB17493A-B781-4F1B-A86B-4E188B89B67B}" type="presParOf" srcId="{FAAEB098-D8C1-4E85-B7AC-C9A4DB2E78A9}" destId="{84397B1A-EF01-4032-B13C-FFADD7A0DA8A}" srcOrd="2" destOrd="0" presId="urn:microsoft.com/office/officeart/2005/8/layout/vList2"/>
    <dgm:cxn modelId="{767A04CD-2C69-4116-9084-6BA46371CDAE}" type="presParOf" srcId="{FAAEB098-D8C1-4E85-B7AC-C9A4DB2E78A9}" destId="{F080EBF8-3B7E-4061-9CAB-04C75254BAC9}" srcOrd="3" destOrd="0" presId="urn:microsoft.com/office/officeart/2005/8/layout/vList2"/>
    <dgm:cxn modelId="{51897AB5-D1CF-4FF9-B286-DBB16EC58177}" type="presParOf" srcId="{FAAEB098-D8C1-4E85-B7AC-C9A4DB2E78A9}" destId="{18320786-2D41-49EC-9058-DCFF0AC8D53B}" srcOrd="4" destOrd="0" presId="urn:microsoft.com/office/officeart/2005/8/layout/vList2"/>
    <dgm:cxn modelId="{35C159BE-E049-4B83-B58A-3A82F2D8189B}" type="presParOf" srcId="{FAAEB098-D8C1-4E85-B7AC-C9A4DB2E78A9}" destId="{809EF6D6-30FD-486D-8BAB-69E151848537}" srcOrd="5" destOrd="0" presId="urn:microsoft.com/office/officeart/2005/8/layout/vList2"/>
    <dgm:cxn modelId="{C5B2E104-4B21-428F-8583-43CC431B748C}" type="presParOf" srcId="{FAAEB098-D8C1-4E85-B7AC-C9A4DB2E78A9}" destId="{3CAA97D6-666F-4955-85F8-00B4BDA3C1DA}" srcOrd="6" destOrd="0" presId="urn:microsoft.com/office/officeart/2005/8/layout/vList2"/>
    <dgm:cxn modelId="{0AE6971D-A365-4A27-8073-6AC61A290D3F}" type="presParOf" srcId="{FAAEB098-D8C1-4E85-B7AC-C9A4DB2E78A9}" destId="{B58BF252-2DAD-4500-A909-5B55E3B7D7DD}" srcOrd="7" destOrd="0" presId="urn:microsoft.com/office/officeart/2005/8/layout/vList2"/>
    <dgm:cxn modelId="{5A017972-ED22-4EF9-BFA5-FA417E9E5587}" type="presParOf" srcId="{FAAEB098-D8C1-4E85-B7AC-C9A4DB2E78A9}" destId="{CC610611-D601-483C-BE46-196E2211E6B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9ABAE-DF41-492A-A14E-2492AB236E9E}">
      <dsp:nvSpPr>
        <dsp:cNvPr id="0" name=""/>
        <dsp:cNvSpPr/>
      </dsp:nvSpPr>
      <dsp:spPr>
        <a:xfrm>
          <a:off x="0" y="6498"/>
          <a:ext cx="6582555" cy="6487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7EE2E3-C90A-459D-B265-51BEBFBD326C}">
      <dsp:nvSpPr>
        <dsp:cNvPr id="0" name=""/>
        <dsp:cNvSpPr/>
      </dsp:nvSpPr>
      <dsp:spPr>
        <a:xfrm>
          <a:off x="196242" y="152464"/>
          <a:ext cx="357153" cy="3568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92B0E5-D083-416B-86BB-5647BCBE1D13}">
      <dsp:nvSpPr>
        <dsp:cNvPr id="0" name=""/>
        <dsp:cNvSpPr/>
      </dsp:nvSpPr>
      <dsp:spPr>
        <a:xfrm>
          <a:off x="749639" y="6498"/>
          <a:ext cx="5720921" cy="8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14" tIns="90114" rIns="90114" bIns="901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Riesgo estratégico: Son los riesgos relacionados con el cumplimiento de los ob jetivos estratégicos de la empresa y la definición de políticas. (Ejemplo: disminución de ventas o pérdida de clientes.) </a:t>
          </a:r>
          <a:endParaRPr lang="en-US" sz="1400" kern="1200"/>
        </a:p>
      </dsp:txBody>
      <dsp:txXfrm>
        <a:off x="749639" y="6498"/>
        <a:ext cx="5720921" cy="851466"/>
      </dsp:txXfrm>
    </dsp:sp>
    <dsp:sp modelId="{3DB46BEA-727B-4D7E-975C-EB6D6F159C1E}">
      <dsp:nvSpPr>
        <dsp:cNvPr id="0" name=""/>
        <dsp:cNvSpPr/>
      </dsp:nvSpPr>
      <dsp:spPr>
        <a:xfrm>
          <a:off x="0" y="1070831"/>
          <a:ext cx="6582555" cy="6487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B97D5-3256-4627-868A-94F58470B428}">
      <dsp:nvSpPr>
        <dsp:cNvPr id="0" name=""/>
        <dsp:cNvSpPr/>
      </dsp:nvSpPr>
      <dsp:spPr>
        <a:xfrm>
          <a:off x="196242" y="1216797"/>
          <a:ext cx="357153" cy="3568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649A94-66D6-4813-B57B-E2D16AE37A84}">
      <dsp:nvSpPr>
        <dsp:cNvPr id="0" name=""/>
        <dsp:cNvSpPr/>
      </dsp:nvSpPr>
      <dsp:spPr>
        <a:xfrm>
          <a:off x="749639" y="1070831"/>
          <a:ext cx="5720921" cy="8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14" tIns="90114" rIns="90114" bIns="901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Riesgo operativo: Son riesgos asociados a los procesos y a la estructura de la em presa. </a:t>
          </a:r>
          <a:r>
            <a:rPr lang="es-MX" sz="1400" kern="1200"/>
            <a:t>(Ejemplo: Alta rotación de personal o falta de control de quejas.) </a:t>
          </a:r>
          <a:endParaRPr lang="en-US" sz="1400" kern="1200"/>
        </a:p>
      </dsp:txBody>
      <dsp:txXfrm>
        <a:off x="749639" y="1070831"/>
        <a:ext cx="5720921" cy="851466"/>
      </dsp:txXfrm>
    </dsp:sp>
    <dsp:sp modelId="{AFB3695A-5377-492C-82D5-7C70A69A6542}">
      <dsp:nvSpPr>
        <dsp:cNvPr id="0" name=""/>
        <dsp:cNvSpPr/>
      </dsp:nvSpPr>
      <dsp:spPr>
        <a:xfrm>
          <a:off x="0" y="2135165"/>
          <a:ext cx="6582555" cy="6487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B90DB-1A1F-429C-93D5-0D9119ED3E23}">
      <dsp:nvSpPr>
        <dsp:cNvPr id="0" name=""/>
        <dsp:cNvSpPr/>
      </dsp:nvSpPr>
      <dsp:spPr>
        <a:xfrm>
          <a:off x="196242" y="2281131"/>
          <a:ext cx="357153" cy="3568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E9A90-0608-4AE7-B334-6B5296F864AD}">
      <dsp:nvSpPr>
        <dsp:cNvPr id="0" name=""/>
        <dsp:cNvSpPr/>
      </dsp:nvSpPr>
      <dsp:spPr>
        <a:xfrm>
          <a:off x="749639" y="2135165"/>
          <a:ext cx="5720921" cy="8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14" tIns="90114" rIns="90114" bIns="901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/>
            <a:t>Riesgo financiero: Están vinculados con el manejo de los recursos de la empresa. (Ejemplo: No medir bien la deuda adquirida o la falta de liquidez.) </a:t>
          </a:r>
          <a:endParaRPr lang="en-US" sz="1400" kern="1200"/>
        </a:p>
      </dsp:txBody>
      <dsp:txXfrm>
        <a:off x="749639" y="2135165"/>
        <a:ext cx="5720921" cy="851466"/>
      </dsp:txXfrm>
    </dsp:sp>
    <dsp:sp modelId="{CE6C7C8F-AF1D-4EC4-B7C7-F14DC185F259}">
      <dsp:nvSpPr>
        <dsp:cNvPr id="0" name=""/>
        <dsp:cNvSpPr/>
      </dsp:nvSpPr>
      <dsp:spPr>
        <a:xfrm>
          <a:off x="0" y="3199499"/>
          <a:ext cx="6582555" cy="6487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6D0F09-7B98-4535-AFE2-BBCF51BF2091}">
      <dsp:nvSpPr>
        <dsp:cNvPr id="0" name=""/>
        <dsp:cNvSpPr/>
      </dsp:nvSpPr>
      <dsp:spPr>
        <a:xfrm>
          <a:off x="196242" y="3345464"/>
          <a:ext cx="357153" cy="3568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74646-BD2C-4682-B970-340A7CCEBB12}">
      <dsp:nvSpPr>
        <dsp:cNvPr id="0" name=""/>
        <dsp:cNvSpPr/>
      </dsp:nvSpPr>
      <dsp:spPr>
        <a:xfrm>
          <a:off x="749639" y="3199499"/>
          <a:ext cx="5720921" cy="8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14" tIns="90114" rIns="90114" bIns="901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Riesgo de cumplimiento: Se asocian a la capacidad para cumplir requisitos legales y contractuales. (Ejemplo: violar la Ley General de Responsabilidades Administrativas o no cumplir las disposiciones fiscales como el pago de ISR.) </a:t>
          </a:r>
          <a:endParaRPr lang="en-US" sz="1400" kern="1200" dirty="0"/>
        </a:p>
      </dsp:txBody>
      <dsp:txXfrm>
        <a:off x="749639" y="3199499"/>
        <a:ext cx="5720921" cy="851466"/>
      </dsp:txXfrm>
    </dsp:sp>
    <dsp:sp modelId="{8754A7A6-4120-4B78-B7C3-A978DB10A965}">
      <dsp:nvSpPr>
        <dsp:cNvPr id="0" name=""/>
        <dsp:cNvSpPr/>
      </dsp:nvSpPr>
      <dsp:spPr>
        <a:xfrm>
          <a:off x="0" y="4263832"/>
          <a:ext cx="6582555" cy="6487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C3184-BCE8-4367-9B32-13759FF3473D}">
      <dsp:nvSpPr>
        <dsp:cNvPr id="0" name=""/>
        <dsp:cNvSpPr/>
      </dsp:nvSpPr>
      <dsp:spPr>
        <a:xfrm>
          <a:off x="196242" y="4409798"/>
          <a:ext cx="357153" cy="3568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66DC9-6421-4D6D-9C8B-905D51E52035}">
      <dsp:nvSpPr>
        <dsp:cNvPr id="0" name=""/>
        <dsp:cNvSpPr/>
      </dsp:nvSpPr>
      <dsp:spPr>
        <a:xfrm>
          <a:off x="749639" y="4263832"/>
          <a:ext cx="5720921" cy="851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14" tIns="90114" rIns="90114" bIns="901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Riesgo de tecnología: Relacionados con la capacidad tecnológica para satisfacer sus necesidades actuales y futuras. ( Ejemplo: No contar con un sistema de contabilidad automatizado o falta de capacitación del personal en manejo de sistemas.)</a:t>
          </a:r>
          <a:endParaRPr lang="en-US" sz="1400" kern="1200" dirty="0"/>
        </a:p>
      </dsp:txBody>
      <dsp:txXfrm>
        <a:off x="749639" y="4263832"/>
        <a:ext cx="5720921" cy="851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0E053-382A-4C3E-B50E-6A73549F7BA2}">
      <dsp:nvSpPr>
        <dsp:cNvPr id="0" name=""/>
        <dsp:cNvSpPr/>
      </dsp:nvSpPr>
      <dsp:spPr>
        <a:xfrm>
          <a:off x="761" y="0"/>
          <a:ext cx="3275855" cy="3760788"/>
        </a:xfrm>
        <a:prstGeom prst="roundRect">
          <a:avLst>
            <a:gd name="adj" fmla="val 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dirty="0"/>
            <a:t>identificación</a:t>
          </a:r>
        </a:p>
      </dsp:txBody>
      <dsp:txXfrm rot="16200000">
        <a:off x="-1213576" y="1214337"/>
        <a:ext cx="3083846" cy="655171"/>
      </dsp:txXfrm>
    </dsp:sp>
    <dsp:sp modelId="{5A0EE279-DFD7-4F41-846B-ACE082535538}">
      <dsp:nvSpPr>
        <dsp:cNvPr id="0" name=""/>
        <dsp:cNvSpPr/>
      </dsp:nvSpPr>
      <dsp:spPr>
        <a:xfrm>
          <a:off x="655932" y="0"/>
          <a:ext cx="2440512" cy="3760788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Eventos</a:t>
          </a:r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Históricos</a:t>
          </a:r>
          <a:endParaRPr lang="es-MX" sz="3100" kern="1200" dirty="0"/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Dimensiones</a:t>
          </a:r>
          <a:endParaRPr lang="es-MX" sz="3100" kern="1200" dirty="0"/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Internos</a:t>
          </a:r>
          <a:endParaRPr lang="es-MX" sz="3100" kern="1200" dirty="0"/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Externos</a:t>
          </a:r>
          <a:endParaRPr lang="es-MX" sz="3100" kern="1200" dirty="0"/>
        </a:p>
      </dsp:txBody>
      <dsp:txXfrm>
        <a:off x="655932" y="0"/>
        <a:ext cx="2440512" cy="3760788"/>
      </dsp:txXfrm>
    </dsp:sp>
    <dsp:sp modelId="{10A4FA10-2329-4B5C-947C-D151F22F555B}">
      <dsp:nvSpPr>
        <dsp:cNvPr id="0" name=""/>
        <dsp:cNvSpPr/>
      </dsp:nvSpPr>
      <dsp:spPr>
        <a:xfrm>
          <a:off x="3391272" y="0"/>
          <a:ext cx="3275855" cy="3760788"/>
        </a:xfrm>
        <a:prstGeom prst="roundRect">
          <a:avLst>
            <a:gd name="adj" fmla="val 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dirty="0"/>
            <a:t>Evaluación</a:t>
          </a:r>
        </a:p>
      </dsp:txBody>
      <dsp:txXfrm rot="16200000">
        <a:off x="2176934" y="1214337"/>
        <a:ext cx="3083846" cy="655171"/>
      </dsp:txXfrm>
    </dsp:sp>
    <dsp:sp modelId="{F0DEA829-6D3C-4AA4-B51E-70E5041A3BAD}">
      <dsp:nvSpPr>
        <dsp:cNvPr id="0" name=""/>
        <dsp:cNvSpPr/>
      </dsp:nvSpPr>
      <dsp:spPr>
        <a:xfrm rot="5400000">
          <a:off x="3131389" y="2977369"/>
          <a:ext cx="552524" cy="49137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1E75DA-16A9-44F2-BB69-2E66C5CE9CE8}">
      <dsp:nvSpPr>
        <dsp:cNvPr id="0" name=""/>
        <dsp:cNvSpPr/>
      </dsp:nvSpPr>
      <dsp:spPr>
        <a:xfrm>
          <a:off x="4046443" y="0"/>
          <a:ext cx="2440512" cy="3760788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Probabilidad</a:t>
          </a:r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impacto</a:t>
          </a:r>
          <a:endParaRPr lang="es-MX" sz="3100" kern="1200" dirty="0"/>
        </a:p>
      </dsp:txBody>
      <dsp:txXfrm>
        <a:off x="4046443" y="0"/>
        <a:ext cx="2440512" cy="3760788"/>
      </dsp:txXfrm>
    </dsp:sp>
    <dsp:sp modelId="{7426A08A-F543-4D43-959D-883EF31CC3BB}">
      <dsp:nvSpPr>
        <dsp:cNvPr id="0" name=""/>
        <dsp:cNvSpPr/>
      </dsp:nvSpPr>
      <dsp:spPr>
        <a:xfrm>
          <a:off x="6781782" y="0"/>
          <a:ext cx="3275855" cy="3760788"/>
        </a:xfrm>
        <a:prstGeom prst="roundRect">
          <a:avLst>
            <a:gd name="adj" fmla="val 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dirty="0"/>
            <a:t>Tratamiento</a:t>
          </a:r>
        </a:p>
      </dsp:txBody>
      <dsp:txXfrm rot="16200000">
        <a:off x="5567445" y="1214337"/>
        <a:ext cx="3083846" cy="655171"/>
      </dsp:txXfrm>
    </dsp:sp>
    <dsp:sp modelId="{4C5A81BF-8C77-4532-8588-3E90E494055F}">
      <dsp:nvSpPr>
        <dsp:cNvPr id="0" name=""/>
        <dsp:cNvSpPr/>
      </dsp:nvSpPr>
      <dsp:spPr>
        <a:xfrm rot="5400000">
          <a:off x="6521899" y="2977369"/>
          <a:ext cx="552524" cy="49137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16DAB-E127-49B1-ACFD-A1520ED694ED}">
      <dsp:nvSpPr>
        <dsp:cNvPr id="0" name=""/>
        <dsp:cNvSpPr/>
      </dsp:nvSpPr>
      <dsp:spPr>
        <a:xfrm>
          <a:off x="7436954" y="0"/>
          <a:ext cx="2440512" cy="3760788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06299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 dirty="0"/>
            <a:t>Eliminar</a:t>
          </a:r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Mitigar</a:t>
          </a:r>
          <a:endParaRPr lang="es-MX" sz="3100" kern="1200" dirty="0"/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Transferir</a:t>
          </a:r>
          <a:endParaRPr lang="es-MX" sz="3100" kern="1200" dirty="0"/>
        </a:p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100" kern="1200"/>
            <a:t>Aceptar</a:t>
          </a:r>
          <a:endParaRPr lang="es-MX" sz="3100" kern="1200" dirty="0"/>
        </a:p>
      </dsp:txBody>
      <dsp:txXfrm>
        <a:off x="7436954" y="0"/>
        <a:ext cx="2440512" cy="3760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4737F-C695-44BC-BF45-5D6A826DF801}">
      <dsp:nvSpPr>
        <dsp:cNvPr id="0" name=""/>
        <dsp:cNvSpPr/>
      </dsp:nvSpPr>
      <dsp:spPr>
        <a:xfrm>
          <a:off x="0" y="540666"/>
          <a:ext cx="6797675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/>
            <a:t>ISO 31000</a:t>
          </a:r>
          <a:endParaRPr lang="en-US" sz="3400" kern="1200" dirty="0"/>
        </a:p>
      </dsp:txBody>
      <dsp:txXfrm>
        <a:off x="40780" y="581446"/>
        <a:ext cx="6716115" cy="753820"/>
      </dsp:txXfrm>
    </dsp:sp>
    <dsp:sp modelId="{84397B1A-EF01-4032-B13C-FFADD7A0DA8A}">
      <dsp:nvSpPr>
        <dsp:cNvPr id="0" name=""/>
        <dsp:cNvSpPr/>
      </dsp:nvSpPr>
      <dsp:spPr>
        <a:xfrm>
          <a:off x="0" y="1473966"/>
          <a:ext cx="6797675" cy="835380"/>
        </a:xfrm>
        <a:prstGeom prst="roundRect">
          <a:avLst/>
        </a:prstGeom>
        <a:solidFill>
          <a:schemeClr val="accent2">
            <a:hueOff val="-332956"/>
            <a:satOff val="-147"/>
            <a:lumOff val="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/>
            <a:t>ISO 27001</a:t>
          </a:r>
          <a:endParaRPr lang="en-US" sz="3400" kern="1200"/>
        </a:p>
      </dsp:txBody>
      <dsp:txXfrm>
        <a:off x="40780" y="1514746"/>
        <a:ext cx="6716115" cy="753820"/>
      </dsp:txXfrm>
    </dsp:sp>
    <dsp:sp modelId="{18320786-2D41-49EC-9058-DCFF0AC8D53B}">
      <dsp:nvSpPr>
        <dsp:cNvPr id="0" name=""/>
        <dsp:cNvSpPr/>
      </dsp:nvSpPr>
      <dsp:spPr>
        <a:xfrm>
          <a:off x="0" y="2407266"/>
          <a:ext cx="6797675" cy="835380"/>
        </a:xfrm>
        <a:prstGeom prst="roundRect">
          <a:avLst/>
        </a:prstGeom>
        <a:solidFill>
          <a:schemeClr val="accent2">
            <a:hueOff val="-665912"/>
            <a:satOff val="-293"/>
            <a:lumOff val="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/>
            <a:t>COBIT</a:t>
          </a:r>
          <a:endParaRPr lang="en-US" sz="3400" kern="1200"/>
        </a:p>
      </dsp:txBody>
      <dsp:txXfrm>
        <a:off x="40780" y="2448046"/>
        <a:ext cx="6716115" cy="753820"/>
      </dsp:txXfrm>
    </dsp:sp>
    <dsp:sp modelId="{3CAA97D6-666F-4955-85F8-00B4BDA3C1DA}">
      <dsp:nvSpPr>
        <dsp:cNvPr id="0" name=""/>
        <dsp:cNvSpPr/>
      </dsp:nvSpPr>
      <dsp:spPr>
        <a:xfrm>
          <a:off x="0" y="3340566"/>
          <a:ext cx="6797675" cy="835380"/>
        </a:xfrm>
        <a:prstGeom prst="roundRect">
          <a:avLst/>
        </a:prstGeom>
        <a:solidFill>
          <a:schemeClr val="accent2">
            <a:hueOff val="-998868"/>
            <a:satOff val="-440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/>
            <a:t>PMBOK (Gestión de proyectos)</a:t>
          </a:r>
          <a:endParaRPr lang="en-US" sz="3400" kern="1200"/>
        </a:p>
      </dsp:txBody>
      <dsp:txXfrm>
        <a:off x="40780" y="3381346"/>
        <a:ext cx="6716115" cy="753820"/>
      </dsp:txXfrm>
    </dsp:sp>
    <dsp:sp modelId="{CC610611-D601-483C-BE46-196E2211E6B2}">
      <dsp:nvSpPr>
        <dsp:cNvPr id="0" name=""/>
        <dsp:cNvSpPr/>
      </dsp:nvSpPr>
      <dsp:spPr>
        <a:xfrm>
          <a:off x="0" y="4273866"/>
          <a:ext cx="6797675" cy="835380"/>
        </a:xfrm>
        <a:prstGeom prst="roundRect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/>
            <a:t>COSO </a:t>
          </a:r>
          <a:endParaRPr lang="en-US" sz="3400" kern="1200"/>
        </a:p>
      </dsp:txBody>
      <dsp:txXfrm>
        <a:off x="40780" y="4314646"/>
        <a:ext cx="6716115" cy="753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41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23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41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591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02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09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117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19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05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70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B507B-8437-A7D9-87D1-EF33E298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EFC1EB0-DB92-4E98-B3A9-0CD6FA5A8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8326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E6DA5A-F94F-67BA-8A5D-102D70289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s-419" sz="4400">
                <a:solidFill>
                  <a:schemeClr val="bg1"/>
                </a:solidFill>
              </a:rPr>
              <a:t>COMPUTO EN LA NUBE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FB2F6E-3F45-8858-4F77-833DFC66D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61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s-419" sz="1100">
                <a:solidFill>
                  <a:schemeClr val="bg1"/>
                </a:solidFill>
              </a:rPr>
              <a:t>INGENIERIA DE CIBERSEGURIDAD E INFRAESTRUCTURA DE COMPUTO</a:t>
            </a:r>
          </a:p>
        </p:txBody>
      </p:sp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74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8">
            <a:extLst>
              <a:ext uri="{FF2B5EF4-FFF2-40B4-BE49-F238E27FC236}">
                <a16:creationId xmlns:a16="http://schemas.microsoft.com/office/drawing/2014/main" id="{68BDBE5C-BBE9-4E89-BEE5-DEB6EAB87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AEF1CA-A62D-8AEA-EC42-56F70E0A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4946"/>
            <a:ext cx="3689094" cy="5055904"/>
          </a:xfrm>
        </p:spPr>
        <p:txBody>
          <a:bodyPr anchor="ctr">
            <a:normAutofit/>
          </a:bodyPr>
          <a:lstStyle/>
          <a:p>
            <a:pPr algn="r"/>
            <a:r>
              <a:rPr lang="es-MX"/>
              <a:t>Tipos de riesgos </a:t>
            </a:r>
          </a:p>
        </p:txBody>
      </p:sp>
      <p:cxnSp>
        <p:nvCxnSpPr>
          <p:cNvPr id="40" name="Straight Connector 10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2">
            <a:extLst>
              <a:ext uri="{FF2B5EF4-FFF2-40B4-BE49-F238E27FC236}">
                <a16:creationId xmlns:a16="http://schemas.microsoft.com/office/drawing/2014/main" id="{DFC4168B-AA75-4715-9B96-CF84B170A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graphicFrame>
        <p:nvGraphicFramePr>
          <p:cNvPr id="42" name="Marcador de contenido 2">
            <a:extLst>
              <a:ext uri="{FF2B5EF4-FFF2-40B4-BE49-F238E27FC236}">
                <a16:creationId xmlns:a16="http://schemas.microsoft.com/office/drawing/2014/main" id="{AA38F6D8-651E-A916-10CE-7251278954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926002"/>
              </p:ext>
            </p:extLst>
          </p:nvPr>
        </p:nvGraphicFramePr>
        <p:xfrm>
          <a:off x="4976031" y="634947"/>
          <a:ext cx="6582555" cy="5121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474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EBD0F-CB1B-B635-D703-5D61A2E0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Gestión de riesgos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C31FB71-ABBB-34FF-067D-EA31FEA8C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545213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905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8C1585-7314-344D-88DE-1AB1F99D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MX" sz="3600">
                <a:solidFill>
                  <a:schemeClr val="bg1"/>
                </a:solidFill>
              </a:rPr>
              <a:t>Estándares internacionales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E711C64-85D6-847E-9851-22CD207C2A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73122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95326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219</Words>
  <Application>Microsoft Office PowerPoint</Application>
  <PresentationFormat>Panorámica</PresentationFormat>
  <Paragraphs>29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Univers</vt:lpstr>
      <vt:lpstr>Univers Condensed</vt:lpstr>
      <vt:lpstr>RetrospectVTI</vt:lpstr>
      <vt:lpstr>COMPUTO EN LA NUBE</vt:lpstr>
      <vt:lpstr>Tipos de riesgos </vt:lpstr>
      <vt:lpstr>Gestión de riesgos</vt:lpstr>
      <vt:lpstr>Estándares internacionales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Bonola Virues Hector</dc:creator>
  <cp:lastModifiedBy>Bonola Virues Hector</cp:lastModifiedBy>
  <cp:revision>2</cp:revision>
  <dcterms:created xsi:type="dcterms:W3CDTF">2026-02-10T00:20:06Z</dcterms:created>
  <dcterms:modified xsi:type="dcterms:W3CDTF">2026-06-01T04:35:52Z</dcterms:modified>
</cp:coreProperties>
</file>