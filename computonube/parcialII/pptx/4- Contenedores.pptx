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9" r:id="rId3"/>
    <p:sldId id="353" r:id="rId4"/>
    <p:sldId id="329" r:id="rId5"/>
    <p:sldId id="362" r:id="rId6"/>
    <p:sldId id="358" r:id="rId7"/>
    <p:sldId id="360" r:id="rId8"/>
    <p:sldId id="359" r:id="rId9"/>
    <p:sldId id="364" r:id="rId10"/>
    <p:sldId id="361" r:id="rId11"/>
    <p:sldId id="363"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BCFB67-BC7E-425C-9667-9FD0AD8208DA}" v="61" dt="2026-05-26T04:04:25.44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1" autoAdjust="0"/>
  </p:normalViewPr>
  <p:slideViewPr>
    <p:cSldViewPr snapToGrid="0">
      <p:cViewPr varScale="1">
        <p:scale>
          <a:sx n="72" d="100"/>
          <a:sy n="72" d="100"/>
        </p:scale>
        <p:origin x="1104" y="58"/>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nola Virues Hector" userId="6b1c84c4-e4f8-42d7-8d85-645df8b21457" providerId="ADAL" clId="{D63D1B71-6852-45FF-AC8D-51BE70EC0FF6}"/>
    <pc:docChg chg="undo custSel addSld delSld modSld">
      <pc:chgData name="Bonola Virues Hector" userId="6b1c84c4-e4f8-42d7-8d85-645df8b21457" providerId="ADAL" clId="{D63D1B71-6852-45FF-AC8D-51BE70EC0FF6}" dt="2026-05-06T00:03:26.334" v="574" actId="47"/>
      <pc:docMkLst>
        <pc:docMk/>
      </pc:docMkLst>
      <pc:sldChg chg="addSp delSp modSp mod">
        <pc:chgData name="Bonola Virues Hector" userId="6b1c84c4-e4f8-42d7-8d85-645df8b21457" providerId="ADAL" clId="{D63D1B71-6852-45FF-AC8D-51BE70EC0FF6}" dt="2026-05-05T22:51:56.107" v="48" actId="26606"/>
        <pc:sldMkLst>
          <pc:docMk/>
          <pc:sldMk cId="1909453794" sldId="259"/>
        </pc:sldMkLst>
        <pc:spChg chg="mod">
          <ac:chgData name="Bonola Virues Hector" userId="6b1c84c4-e4f8-42d7-8d85-645df8b21457" providerId="ADAL" clId="{D63D1B71-6852-45FF-AC8D-51BE70EC0FF6}" dt="2026-05-05T22:51:56.091" v="47" actId="26606"/>
          <ac:spMkLst>
            <pc:docMk/>
            <pc:sldMk cId="1909453794" sldId="259"/>
            <ac:spMk id="2" creationId="{CAC9C76A-E0B9-D078-6C3B-56D8BECFF933}"/>
          </ac:spMkLst>
        </pc:spChg>
        <pc:spChg chg="mod">
          <ac:chgData name="Bonola Virues Hector" userId="6b1c84c4-e4f8-42d7-8d85-645df8b21457" providerId="ADAL" clId="{D63D1B71-6852-45FF-AC8D-51BE70EC0FF6}" dt="2026-05-05T22:51:56.107" v="48" actId="26606"/>
          <ac:spMkLst>
            <pc:docMk/>
            <pc:sldMk cId="1909453794" sldId="259"/>
            <ac:spMk id="3" creationId="{2A45643B-8C48-789B-8D04-A25810081D76}"/>
          </ac:spMkLst>
        </pc:spChg>
        <pc:spChg chg="add">
          <ac:chgData name="Bonola Virues Hector" userId="6b1c84c4-e4f8-42d7-8d85-645df8b21457" providerId="ADAL" clId="{D63D1B71-6852-45FF-AC8D-51BE70EC0FF6}" dt="2026-05-05T22:51:56.107" v="48" actId="26606"/>
          <ac:spMkLst>
            <pc:docMk/>
            <pc:sldMk cId="1909453794" sldId="259"/>
            <ac:spMk id="33" creationId="{C0763A76-9F1C-4FC5-82B7-DD475DA461B2}"/>
          </ac:spMkLst>
        </pc:spChg>
        <pc:spChg chg="add">
          <ac:chgData name="Bonola Virues Hector" userId="6b1c84c4-e4f8-42d7-8d85-645df8b21457" providerId="ADAL" clId="{D63D1B71-6852-45FF-AC8D-51BE70EC0FF6}" dt="2026-05-05T22:51:56.107" v="48" actId="26606"/>
          <ac:spMkLst>
            <pc:docMk/>
            <pc:sldMk cId="1909453794" sldId="259"/>
            <ac:spMk id="34" creationId="{E81BF4F6-F2CF-4984-9D14-D6966D92F99F}"/>
          </ac:spMkLst>
        </pc:spChg>
        <pc:picChg chg="add">
          <ac:chgData name="Bonola Virues Hector" userId="6b1c84c4-e4f8-42d7-8d85-645df8b21457" providerId="ADAL" clId="{D63D1B71-6852-45FF-AC8D-51BE70EC0FF6}" dt="2026-05-05T22:51:56.107" v="48" actId="26606"/>
          <ac:picMkLst>
            <pc:docMk/>
            <pc:sldMk cId="1909453794" sldId="259"/>
            <ac:picMk id="35" creationId="{E5ECAAD3-6068-04AB-7507-8782043DF63E}"/>
          </ac:picMkLst>
        </pc:picChg>
      </pc:sldChg>
      <pc:sldChg chg="addSp delSp modSp add mod setBg delDesignElem">
        <pc:chgData name="Bonola Virues Hector" userId="6b1c84c4-e4f8-42d7-8d85-645df8b21457" providerId="ADAL" clId="{D63D1B71-6852-45FF-AC8D-51BE70EC0FF6}" dt="2026-05-05T23:03:25.279" v="305" actId="26606"/>
        <pc:sldMkLst>
          <pc:docMk/>
          <pc:sldMk cId="2496288140" sldId="329"/>
        </pc:sldMkLst>
        <pc:spChg chg="mod">
          <ac:chgData name="Bonola Virues Hector" userId="6b1c84c4-e4f8-42d7-8d85-645df8b21457" providerId="ADAL" clId="{D63D1B71-6852-45FF-AC8D-51BE70EC0FF6}" dt="2026-05-05T23:03:25.279" v="305" actId="26606"/>
          <ac:spMkLst>
            <pc:docMk/>
            <pc:sldMk cId="2496288140" sldId="329"/>
            <ac:spMk id="2" creationId="{00000000-0000-0000-0000-000000000000}"/>
          </ac:spMkLst>
        </pc:spChg>
        <pc:spChg chg="add">
          <ac:chgData name="Bonola Virues Hector" userId="6b1c84c4-e4f8-42d7-8d85-645df8b21457" providerId="ADAL" clId="{D63D1B71-6852-45FF-AC8D-51BE70EC0FF6}" dt="2026-05-05T23:03:25.279" v="305" actId="26606"/>
          <ac:spMkLst>
            <pc:docMk/>
            <pc:sldMk cId="2496288140" sldId="329"/>
            <ac:spMk id="1028" creationId="{F0A604E4-7307-451C-93BE-F1F7E1BF3BF8}"/>
          </ac:spMkLst>
        </pc:spChg>
        <pc:spChg chg="add">
          <ac:chgData name="Bonola Virues Hector" userId="6b1c84c4-e4f8-42d7-8d85-645df8b21457" providerId="ADAL" clId="{D63D1B71-6852-45FF-AC8D-51BE70EC0FF6}" dt="2026-05-05T23:03:25.279" v="305" actId="26606"/>
          <ac:spMkLst>
            <pc:docMk/>
            <pc:sldMk cId="2496288140" sldId="329"/>
            <ac:spMk id="1029" creationId="{F7F3A0AA-35E5-4085-942B-737839030604}"/>
          </ac:spMkLst>
        </pc:spChg>
        <pc:spChg chg="add">
          <ac:chgData name="Bonola Virues Hector" userId="6b1c84c4-e4f8-42d7-8d85-645df8b21457" providerId="ADAL" clId="{D63D1B71-6852-45FF-AC8D-51BE70EC0FF6}" dt="2026-05-05T23:03:25.279" v="305" actId="26606"/>
          <ac:spMkLst>
            <pc:docMk/>
            <pc:sldMk cId="2496288140" sldId="329"/>
            <ac:spMk id="1030" creationId="{402F5C38-C747-4173-ABBF-656E39E82130}"/>
          </ac:spMkLst>
        </pc:spChg>
        <pc:spChg chg="add">
          <ac:chgData name="Bonola Virues Hector" userId="6b1c84c4-e4f8-42d7-8d85-645df8b21457" providerId="ADAL" clId="{D63D1B71-6852-45FF-AC8D-51BE70EC0FF6}" dt="2026-05-05T23:03:25.279" v="305" actId="26606"/>
          <ac:spMkLst>
            <pc:docMk/>
            <pc:sldMk cId="2496288140" sldId="329"/>
            <ac:spMk id="1037" creationId="{E37EECFC-A684-4391-AE85-4CDAF5565F61}"/>
          </ac:spMkLst>
        </pc:spChg>
        <pc:picChg chg="mod">
          <ac:chgData name="Bonola Virues Hector" userId="6b1c84c4-e4f8-42d7-8d85-645df8b21457" providerId="ADAL" clId="{D63D1B71-6852-45FF-AC8D-51BE70EC0FF6}" dt="2026-05-05T23:03:25.279" v="305" actId="26606"/>
          <ac:picMkLst>
            <pc:docMk/>
            <pc:sldMk cId="2496288140" sldId="329"/>
            <ac:picMk id="1026" creationId="{00000000-0000-0000-0000-000000000000}"/>
          </ac:picMkLst>
        </pc:picChg>
      </pc:sldChg>
      <pc:sldChg chg="addSp delSp modSp mod delAnim modAnim modNotesTx">
        <pc:chgData name="Bonola Virues Hector" userId="6b1c84c4-e4f8-42d7-8d85-645df8b21457" providerId="ADAL" clId="{D63D1B71-6852-45FF-AC8D-51BE70EC0FF6}" dt="2026-05-05T23:01:33.009" v="302" actId="20577"/>
        <pc:sldMkLst>
          <pc:docMk/>
          <pc:sldMk cId="2026769637" sldId="353"/>
        </pc:sldMkLst>
        <pc:spChg chg="mod">
          <ac:chgData name="Bonola Virues Hector" userId="6b1c84c4-e4f8-42d7-8d85-645df8b21457" providerId="ADAL" clId="{D63D1B71-6852-45FF-AC8D-51BE70EC0FF6}" dt="2026-05-05T23:01:18.856" v="294" actId="26606"/>
          <ac:spMkLst>
            <pc:docMk/>
            <pc:sldMk cId="2026769637" sldId="353"/>
            <ac:spMk id="2" creationId="{00000000-0000-0000-0000-000000000000}"/>
          </ac:spMkLst>
        </pc:spChg>
        <pc:spChg chg="mod">
          <ac:chgData name="Bonola Virues Hector" userId="6b1c84c4-e4f8-42d7-8d85-645df8b21457" providerId="ADAL" clId="{D63D1B71-6852-45FF-AC8D-51BE70EC0FF6}" dt="2026-05-05T23:01:33.009" v="302" actId="20577"/>
          <ac:spMkLst>
            <pc:docMk/>
            <pc:sldMk cId="2026769637" sldId="353"/>
            <ac:spMk id="3" creationId="{00000000-0000-0000-0000-000000000000}"/>
          </ac:spMkLst>
        </pc:spChg>
        <pc:spChg chg="add">
          <ac:chgData name="Bonola Virues Hector" userId="6b1c84c4-e4f8-42d7-8d85-645df8b21457" providerId="ADAL" clId="{D63D1B71-6852-45FF-AC8D-51BE70EC0FF6}" dt="2026-05-05T23:01:18.856" v="294" actId="26606"/>
          <ac:spMkLst>
            <pc:docMk/>
            <pc:sldMk cId="2026769637" sldId="353"/>
            <ac:spMk id="32" creationId="{D009D6D5-DAC2-4A8B-A17A-E206B9012D09}"/>
          </ac:spMkLst>
        </pc:spChg>
        <pc:picChg chg="add mod">
          <ac:chgData name="Bonola Virues Hector" userId="6b1c84c4-e4f8-42d7-8d85-645df8b21457" providerId="ADAL" clId="{D63D1B71-6852-45FF-AC8D-51BE70EC0FF6}" dt="2026-05-05T23:01:18.856" v="294" actId="26606"/>
          <ac:picMkLst>
            <pc:docMk/>
            <pc:sldMk cId="2026769637" sldId="353"/>
            <ac:picMk id="21" creationId="{131683E6-94C3-7948-3213-DBB68D21A235}"/>
          </ac:picMkLst>
        </pc:picChg>
      </pc:sldChg>
      <pc:sldChg chg="addSp delSp modSp new mod setBg">
        <pc:chgData name="Bonola Virues Hector" userId="6b1c84c4-e4f8-42d7-8d85-645df8b21457" providerId="ADAL" clId="{D63D1B71-6852-45FF-AC8D-51BE70EC0FF6}" dt="2026-05-05T23:43:59.077" v="375" actId="26606"/>
        <pc:sldMkLst>
          <pc:docMk/>
          <pc:sldMk cId="1341307123" sldId="358"/>
        </pc:sldMkLst>
        <pc:spChg chg="mod">
          <ac:chgData name="Bonola Virues Hector" userId="6b1c84c4-e4f8-42d7-8d85-645df8b21457" providerId="ADAL" clId="{D63D1B71-6852-45FF-AC8D-51BE70EC0FF6}" dt="2026-05-05T23:43:59.077" v="375" actId="26606"/>
          <ac:spMkLst>
            <pc:docMk/>
            <pc:sldMk cId="1341307123" sldId="358"/>
            <ac:spMk id="2" creationId="{9692DE53-26B5-5AA1-C66C-F6B70A82B7C8}"/>
          </ac:spMkLst>
        </pc:spChg>
        <pc:spChg chg="mod">
          <ac:chgData name="Bonola Virues Hector" userId="6b1c84c4-e4f8-42d7-8d85-645df8b21457" providerId="ADAL" clId="{D63D1B71-6852-45FF-AC8D-51BE70EC0FF6}" dt="2026-05-05T23:43:59.077" v="375" actId="26606"/>
          <ac:spMkLst>
            <pc:docMk/>
            <pc:sldMk cId="1341307123" sldId="358"/>
            <ac:spMk id="3" creationId="{4447FE74-97B2-54ED-5AFF-6DE7B14A123A}"/>
          </ac:spMkLst>
        </pc:spChg>
        <pc:spChg chg="add">
          <ac:chgData name="Bonola Virues Hector" userId="6b1c84c4-e4f8-42d7-8d85-645df8b21457" providerId="ADAL" clId="{D63D1B71-6852-45FF-AC8D-51BE70EC0FF6}" dt="2026-05-05T23:43:59.077" v="375" actId="26606"/>
          <ac:spMkLst>
            <pc:docMk/>
            <pc:sldMk cId="1341307123" sldId="358"/>
            <ac:spMk id="12" creationId="{CD9FE4EF-C4D8-49A0-B2FF-81D8DB7D8A24}"/>
          </ac:spMkLst>
        </pc:spChg>
        <pc:spChg chg="add">
          <ac:chgData name="Bonola Virues Hector" userId="6b1c84c4-e4f8-42d7-8d85-645df8b21457" providerId="ADAL" clId="{D63D1B71-6852-45FF-AC8D-51BE70EC0FF6}" dt="2026-05-05T23:43:59.077" v="375" actId="26606"/>
          <ac:spMkLst>
            <pc:docMk/>
            <pc:sldMk cId="1341307123" sldId="358"/>
            <ac:spMk id="13" creationId="{09588DA8-065E-4F6F-8EFD-43104AB2E0CF}"/>
          </ac:spMkLst>
        </pc:spChg>
        <pc:spChg chg="add">
          <ac:chgData name="Bonola Virues Hector" userId="6b1c84c4-e4f8-42d7-8d85-645df8b21457" providerId="ADAL" clId="{D63D1B71-6852-45FF-AC8D-51BE70EC0FF6}" dt="2026-05-05T23:43:59.077" v="375" actId="26606"/>
          <ac:spMkLst>
            <pc:docMk/>
            <pc:sldMk cId="1341307123" sldId="358"/>
            <ac:spMk id="14" creationId="{4300840D-0A0B-4512-BACA-B439D5B9C57C}"/>
          </ac:spMkLst>
        </pc:spChg>
        <pc:spChg chg="add">
          <ac:chgData name="Bonola Virues Hector" userId="6b1c84c4-e4f8-42d7-8d85-645df8b21457" providerId="ADAL" clId="{D63D1B71-6852-45FF-AC8D-51BE70EC0FF6}" dt="2026-05-05T23:43:59.077" v="375" actId="26606"/>
          <ac:spMkLst>
            <pc:docMk/>
            <pc:sldMk cId="1341307123" sldId="358"/>
            <ac:spMk id="15" creationId="{C4285719-470E-454C-AF62-8323075F1F5B}"/>
          </ac:spMkLst>
        </pc:spChg>
        <pc:spChg chg="add">
          <ac:chgData name="Bonola Virues Hector" userId="6b1c84c4-e4f8-42d7-8d85-645df8b21457" providerId="ADAL" clId="{D63D1B71-6852-45FF-AC8D-51BE70EC0FF6}" dt="2026-05-05T23:43:59.077" v="375" actId="26606"/>
          <ac:spMkLst>
            <pc:docMk/>
            <pc:sldMk cId="1341307123" sldId="358"/>
            <ac:spMk id="16" creationId="{D2B78728-A580-49A7-84F9-6EF6F583ADE0}"/>
          </ac:spMkLst>
        </pc:spChg>
        <pc:spChg chg="add">
          <ac:chgData name="Bonola Virues Hector" userId="6b1c84c4-e4f8-42d7-8d85-645df8b21457" providerId="ADAL" clId="{D63D1B71-6852-45FF-AC8D-51BE70EC0FF6}" dt="2026-05-05T23:43:59.077" v="375" actId="26606"/>
          <ac:spMkLst>
            <pc:docMk/>
            <pc:sldMk cId="1341307123" sldId="358"/>
            <ac:spMk id="18" creationId="{38FAA1A1-D861-433F-88FA-1E9D6FD31D11}"/>
          </ac:spMkLst>
        </pc:spChg>
        <pc:spChg chg="add">
          <ac:chgData name="Bonola Virues Hector" userId="6b1c84c4-e4f8-42d7-8d85-645df8b21457" providerId="ADAL" clId="{D63D1B71-6852-45FF-AC8D-51BE70EC0FF6}" dt="2026-05-05T23:43:59.077" v="375" actId="26606"/>
          <ac:spMkLst>
            <pc:docMk/>
            <pc:sldMk cId="1341307123" sldId="358"/>
            <ac:spMk id="20" creationId="{8D71EDA1-87BF-4D5D-AB79-F346FD19278A}"/>
          </ac:spMkLst>
        </pc:spChg>
      </pc:sldChg>
      <pc:sldChg chg="addSp delSp modSp new mod setBg">
        <pc:chgData name="Bonola Virues Hector" userId="6b1c84c4-e4f8-42d7-8d85-645df8b21457" providerId="ADAL" clId="{D63D1B71-6852-45FF-AC8D-51BE70EC0FF6}" dt="2026-05-06T00:03:13.683" v="573" actId="26606"/>
        <pc:sldMkLst>
          <pc:docMk/>
          <pc:sldMk cId="2533490054" sldId="359"/>
        </pc:sldMkLst>
        <pc:spChg chg="mod">
          <ac:chgData name="Bonola Virues Hector" userId="6b1c84c4-e4f8-42d7-8d85-645df8b21457" providerId="ADAL" clId="{D63D1B71-6852-45FF-AC8D-51BE70EC0FF6}" dt="2026-05-06T00:03:13.683" v="573" actId="26606"/>
          <ac:spMkLst>
            <pc:docMk/>
            <pc:sldMk cId="2533490054" sldId="359"/>
            <ac:spMk id="2" creationId="{77B85AAC-610C-287D-CA69-6EC2C0BA1FEF}"/>
          </ac:spMkLst>
        </pc:spChg>
        <pc:spChg chg="add">
          <ac:chgData name="Bonola Virues Hector" userId="6b1c84c4-e4f8-42d7-8d85-645df8b21457" providerId="ADAL" clId="{D63D1B71-6852-45FF-AC8D-51BE70EC0FF6}" dt="2026-05-06T00:03:13.683" v="573" actId="26606"/>
          <ac:spMkLst>
            <pc:docMk/>
            <pc:sldMk cId="2533490054" sldId="359"/>
            <ac:spMk id="9" creationId="{BACC6370-2D7E-4714-9D71-7542949D7D5D}"/>
          </ac:spMkLst>
        </pc:spChg>
        <pc:spChg chg="add">
          <ac:chgData name="Bonola Virues Hector" userId="6b1c84c4-e4f8-42d7-8d85-645df8b21457" providerId="ADAL" clId="{D63D1B71-6852-45FF-AC8D-51BE70EC0FF6}" dt="2026-05-06T00:03:13.683" v="573" actId="26606"/>
          <ac:spMkLst>
            <pc:docMk/>
            <pc:sldMk cId="2533490054" sldId="359"/>
            <ac:spMk id="11" creationId="{F68B3F68-107C-434F-AA38-110D5EA91B85}"/>
          </ac:spMkLst>
        </pc:spChg>
        <pc:spChg chg="add">
          <ac:chgData name="Bonola Virues Hector" userId="6b1c84c4-e4f8-42d7-8d85-645df8b21457" providerId="ADAL" clId="{D63D1B71-6852-45FF-AC8D-51BE70EC0FF6}" dt="2026-05-06T00:03:13.683" v="573" actId="26606"/>
          <ac:spMkLst>
            <pc:docMk/>
            <pc:sldMk cId="2533490054" sldId="359"/>
            <ac:spMk id="13" creationId="{AAD0DBB9-1A4B-4391-81D4-CB19F9AB918A}"/>
          </ac:spMkLst>
        </pc:spChg>
        <pc:spChg chg="add">
          <ac:chgData name="Bonola Virues Hector" userId="6b1c84c4-e4f8-42d7-8d85-645df8b21457" providerId="ADAL" clId="{D63D1B71-6852-45FF-AC8D-51BE70EC0FF6}" dt="2026-05-06T00:03:13.683" v="573" actId="26606"/>
          <ac:spMkLst>
            <pc:docMk/>
            <pc:sldMk cId="2533490054" sldId="359"/>
            <ac:spMk id="15" creationId="{063BBA22-50EA-4C4D-BE05-F1CE4E63AA56}"/>
          </ac:spMkLst>
        </pc:spChg>
        <pc:graphicFrameChg chg="add mod modGraphic">
          <ac:chgData name="Bonola Virues Hector" userId="6b1c84c4-e4f8-42d7-8d85-645df8b21457" providerId="ADAL" clId="{D63D1B71-6852-45FF-AC8D-51BE70EC0FF6}" dt="2026-05-06T00:03:13.683" v="573" actId="26606"/>
          <ac:graphicFrameMkLst>
            <pc:docMk/>
            <pc:sldMk cId="2533490054" sldId="359"/>
            <ac:graphicFrameMk id="4" creationId="{2FCAB2B1-F5DD-E64C-C9FA-8DDC8FC7A100}"/>
          </ac:graphicFrameMkLst>
        </pc:graphicFrameChg>
      </pc:sldChg>
    </pc:docChg>
  </pc:docChgLst>
  <pc:docChgLst>
    <pc:chgData name="Bonola Virues Hector" userId="6b1c84c4-e4f8-42d7-8d85-645df8b21457" providerId="ADAL" clId="{B0ACCDE3-E60A-4DF5-ACD4-895F6C5B6608}"/>
    <pc:docChg chg="undo custSel addSld modSld sldOrd">
      <pc:chgData name="Bonola Virues Hector" userId="6b1c84c4-e4f8-42d7-8d85-645df8b21457" providerId="ADAL" clId="{B0ACCDE3-E60A-4DF5-ACD4-895F6C5B6608}" dt="2026-05-26T13:20:26.191" v="460"/>
      <pc:docMkLst>
        <pc:docMk/>
      </pc:docMkLst>
      <pc:sldChg chg="modSp mod modNotesTx">
        <pc:chgData name="Bonola Virues Hector" userId="6b1c84c4-e4f8-42d7-8d85-645df8b21457" providerId="ADAL" clId="{B0ACCDE3-E60A-4DF5-ACD4-895F6C5B6608}" dt="2026-05-25T03:57:28.941" v="18" actId="20577"/>
        <pc:sldMkLst>
          <pc:docMk/>
          <pc:sldMk cId="2496288140" sldId="329"/>
        </pc:sldMkLst>
        <pc:spChg chg="mod">
          <ac:chgData name="Bonola Virues Hector" userId="6b1c84c4-e4f8-42d7-8d85-645df8b21457" providerId="ADAL" clId="{B0ACCDE3-E60A-4DF5-ACD4-895F6C5B6608}" dt="2026-05-25T03:56:00.421" v="17" actId="20577"/>
          <ac:spMkLst>
            <pc:docMk/>
            <pc:sldMk cId="2496288140" sldId="329"/>
            <ac:spMk id="2" creationId="{00000000-0000-0000-0000-000000000000}"/>
          </ac:spMkLst>
        </pc:spChg>
      </pc:sldChg>
      <pc:sldChg chg="modSp mod">
        <pc:chgData name="Bonola Virues Hector" userId="6b1c84c4-e4f8-42d7-8d85-645df8b21457" providerId="ADAL" clId="{B0ACCDE3-E60A-4DF5-ACD4-895F6C5B6608}" dt="2026-05-26T03:49:52.442" v="410" actId="20577"/>
        <pc:sldMkLst>
          <pc:docMk/>
          <pc:sldMk cId="2533490054" sldId="359"/>
        </pc:sldMkLst>
        <pc:graphicFrameChg chg="mod modGraphic">
          <ac:chgData name="Bonola Virues Hector" userId="6b1c84c4-e4f8-42d7-8d85-645df8b21457" providerId="ADAL" clId="{B0ACCDE3-E60A-4DF5-ACD4-895F6C5B6608}" dt="2026-05-26T03:49:52.442" v="410" actId="20577"/>
          <ac:graphicFrameMkLst>
            <pc:docMk/>
            <pc:sldMk cId="2533490054" sldId="359"/>
            <ac:graphicFrameMk id="4" creationId="{2FCAB2B1-F5DD-E64C-C9FA-8DDC8FC7A100}"/>
          </ac:graphicFrameMkLst>
        </pc:graphicFrameChg>
      </pc:sldChg>
      <pc:sldChg chg="addSp delSp modSp new mod setBg">
        <pc:chgData name="Bonola Virues Hector" userId="6b1c84c4-e4f8-42d7-8d85-645df8b21457" providerId="ADAL" clId="{B0ACCDE3-E60A-4DF5-ACD4-895F6C5B6608}" dt="2026-05-25T04:10:33.957" v="112"/>
        <pc:sldMkLst>
          <pc:docMk/>
          <pc:sldMk cId="2121525858" sldId="360"/>
        </pc:sldMkLst>
        <pc:spChg chg="mod">
          <ac:chgData name="Bonola Virues Hector" userId="6b1c84c4-e4f8-42d7-8d85-645df8b21457" providerId="ADAL" clId="{B0ACCDE3-E60A-4DF5-ACD4-895F6C5B6608}" dt="2026-05-25T04:07:27.256" v="108" actId="26606"/>
          <ac:spMkLst>
            <pc:docMk/>
            <pc:sldMk cId="2121525858" sldId="360"/>
            <ac:spMk id="2" creationId="{8CB39A22-F99E-0705-26AB-BD5466C580F6}"/>
          </ac:spMkLst>
        </pc:spChg>
        <pc:spChg chg="del mod">
          <ac:chgData name="Bonola Virues Hector" userId="6b1c84c4-e4f8-42d7-8d85-645df8b21457" providerId="ADAL" clId="{B0ACCDE3-E60A-4DF5-ACD4-895F6C5B6608}" dt="2026-05-25T04:07:27.256" v="108" actId="26606"/>
          <ac:spMkLst>
            <pc:docMk/>
            <pc:sldMk cId="2121525858" sldId="360"/>
            <ac:spMk id="3" creationId="{AE5579BF-CC41-BE29-BB95-00C3BF6F8E0D}"/>
          </ac:spMkLst>
        </pc:spChg>
        <pc:spChg chg="add mod">
          <ac:chgData name="Bonola Virues Hector" userId="6b1c84c4-e4f8-42d7-8d85-645df8b21457" providerId="ADAL" clId="{B0ACCDE3-E60A-4DF5-ACD4-895F6C5B6608}" dt="2026-05-25T04:09:16.917" v="110" actId="1076"/>
          <ac:spMkLst>
            <pc:docMk/>
            <pc:sldMk cId="2121525858" sldId="360"/>
            <ac:spMk id="6" creationId="{E1156807-48CA-9AA9-375A-F8A4334823F4}"/>
          </ac:spMkLst>
        </pc:spChg>
        <pc:spChg chg="add">
          <ac:chgData name="Bonola Virues Hector" userId="6b1c84c4-e4f8-42d7-8d85-645df8b21457" providerId="ADAL" clId="{B0ACCDE3-E60A-4DF5-ACD4-895F6C5B6608}" dt="2026-05-25T04:07:27.256" v="108" actId="26606"/>
          <ac:spMkLst>
            <pc:docMk/>
            <pc:sldMk cId="2121525858" sldId="360"/>
            <ac:spMk id="9" creationId="{35DB3719-6FDC-4E5D-891D-FF40B7300F64}"/>
          </ac:spMkLst>
        </pc:spChg>
        <pc:spChg chg="add">
          <ac:chgData name="Bonola Virues Hector" userId="6b1c84c4-e4f8-42d7-8d85-645df8b21457" providerId="ADAL" clId="{B0ACCDE3-E60A-4DF5-ACD4-895F6C5B6608}" dt="2026-05-25T04:07:27.256" v="108" actId="26606"/>
          <ac:spMkLst>
            <pc:docMk/>
            <pc:sldMk cId="2121525858" sldId="360"/>
            <ac:spMk id="11" creationId="{E0CBAC23-2E3F-4A90-BA59-F8299F6A5439}"/>
          </ac:spMkLst>
        </pc:spChg>
        <pc:graphicFrameChg chg="add mod modGraphic">
          <ac:chgData name="Bonola Virues Hector" userId="6b1c84c4-e4f8-42d7-8d85-645df8b21457" providerId="ADAL" clId="{B0ACCDE3-E60A-4DF5-ACD4-895F6C5B6608}" dt="2026-05-25T04:10:33.957" v="112"/>
          <ac:graphicFrameMkLst>
            <pc:docMk/>
            <pc:sldMk cId="2121525858" sldId="360"/>
            <ac:graphicFrameMk id="5" creationId="{A5E8F58C-102C-664D-F6D8-FF53FA48D65B}"/>
          </ac:graphicFrameMkLst>
        </pc:graphicFrameChg>
      </pc:sldChg>
      <pc:sldChg chg="addSp delSp modSp new mod ord setBg">
        <pc:chgData name="Bonola Virues Hector" userId="6b1c84c4-e4f8-42d7-8d85-645df8b21457" providerId="ADAL" clId="{B0ACCDE3-E60A-4DF5-ACD4-895F6C5B6608}" dt="2026-05-26T13:20:26.191" v="460"/>
        <pc:sldMkLst>
          <pc:docMk/>
          <pc:sldMk cId="3593566260" sldId="361"/>
        </pc:sldMkLst>
        <pc:spChg chg="mod">
          <ac:chgData name="Bonola Virues Hector" userId="6b1c84c4-e4f8-42d7-8d85-645df8b21457" providerId="ADAL" clId="{B0ACCDE3-E60A-4DF5-ACD4-895F6C5B6608}" dt="2026-05-25T04:17:51.303" v="311" actId="26606"/>
          <ac:spMkLst>
            <pc:docMk/>
            <pc:sldMk cId="3593566260" sldId="361"/>
            <ac:spMk id="2" creationId="{E13A55A5-84E2-CC81-0EDF-7937A6FB3511}"/>
          </ac:spMkLst>
        </pc:spChg>
        <pc:spChg chg="del">
          <ac:chgData name="Bonola Virues Hector" userId="6b1c84c4-e4f8-42d7-8d85-645df8b21457" providerId="ADAL" clId="{B0ACCDE3-E60A-4DF5-ACD4-895F6C5B6608}" dt="2026-05-25T04:13:49.592" v="114" actId="3680"/>
          <ac:spMkLst>
            <pc:docMk/>
            <pc:sldMk cId="3593566260" sldId="361"/>
            <ac:spMk id="3" creationId="{A20403B8-9054-2D75-29F2-E16F0A2A16A3}"/>
          </ac:spMkLst>
        </pc:spChg>
        <pc:spChg chg="add">
          <ac:chgData name="Bonola Virues Hector" userId="6b1c84c4-e4f8-42d7-8d85-645df8b21457" providerId="ADAL" clId="{B0ACCDE3-E60A-4DF5-ACD4-895F6C5B6608}" dt="2026-05-25T04:17:51.303" v="311" actId="26606"/>
          <ac:spMkLst>
            <pc:docMk/>
            <pc:sldMk cId="3593566260" sldId="361"/>
            <ac:spMk id="9" creationId="{BACC6370-2D7E-4714-9D71-7542949D7D5D}"/>
          </ac:spMkLst>
        </pc:spChg>
        <pc:spChg chg="add">
          <ac:chgData name="Bonola Virues Hector" userId="6b1c84c4-e4f8-42d7-8d85-645df8b21457" providerId="ADAL" clId="{B0ACCDE3-E60A-4DF5-ACD4-895F6C5B6608}" dt="2026-05-25T04:17:51.303" v="311" actId="26606"/>
          <ac:spMkLst>
            <pc:docMk/>
            <pc:sldMk cId="3593566260" sldId="361"/>
            <ac:spMk id="11" creationId="{F68B3F68-107C-434F-AA38-110D5EA91B85}"/>
          </ac:spMkLst>
        </pc:spChg>
        <pc:spChg chg="add">
          <ac:chgData name="Bonola Virues Hector" userId="6b1c84c4-e4f8-42d7-8d85-645df8b21457" providerId="ADAL" clId="{B0ACCDE3-E60A-4DF5-ACD4-895F6C5B6608}" dt="2026-05-25T04:17:51.303" v="311" actId="26606"/>
          <ac:spMkLst>
            <pc:docMk/>
            <pc:sldMk cId="3593566260" sldId="361"/>
            <ac:spMk id="13" creationId="{AAD0DBB9-1A4B-4391-81D4-CB19F9AB918A}"/>
          </ac:spMkLst>
        </pc:spChg>
        <pc:spChg chg="add">
          <ac:chgData name="Bonola Virues Hector" userId="6b1c84c4-e4f8-42d7-8d85-645df8b21457" providerId="ADAL" clId="{B0ACCDE3-E60A-4DF5-ACD4-895F6C5B6608}" dt="2026-05-25T04:17:51.303" v="311" actId="26606"/>
          <ac:spMkLst>
            <pc:docMk/>
            <pc:sldMk cId="3593566260" sldId="361"/>
            <ac:spMk id="15" creationId="{063BBA22-50EA-4C4D-BE05-F1CE4E63AA56}"/>
          </ac:spMkLst>
        </pc:spChg>
        <pc:graphicFrameChg chg="add mod ord modGraphic">
          <ac:chgData name="Bonola Virues Hector" userId="6b1c84c4-e4f8-42d7-8d85-645df8b21457" providerId="ADAL" clId="{B0ACCDE3-E60A-4DF5-ACD4-895F6C5B6608}" dt="2026-05-25T04:17:59.342" v="312" actId="12385"/>
          <ac:graphicFrameMkLst>
            <pc:docMk/>
            <pc:sldMk cId="3593566260" sldId="361"/>
            <ac:graphicFrameMk id="4" creationId="{2EF152CF-BD05-C877-2F9B-16CB6D2807AC}"/>
          </ac:graphicFrameMkLst>
        </pc:graphicFrameChg>
      </pc:sldChg>
      <pc:sldChg chg="addSp delSp modSp new mod setBg">
        <pc:chgData name="Bonola Virues Hector" userId="6b1c84c4-e4f8-42d7-8d85-645df8b21457" providerId="ADAL" clId="{B0ACCDE3-E60A-4DF5-ACD4-895F6C5B6608}" dt="2026-05-25T13:07:56.608" v="348" actId="26606"/>
        <pc:sldMkLst>
          <pc:docMk/>
          <pc:sldMk cId="1328288775" sldId="362"/>
        </pc:sldMkLst>
        <pc:spChg chg="mod">
          <ac:chgData name="Bonola Virues Hector" userId="6b1c84c4-e4f8-42d7-8d85-645df8b21457" providerId="ADAL" clId="{B0ACCDE3-E60A-4DF5-ACD4-895F6C5B6608}" dt="2026-05-25T13:07:56.608" v="348" actId="26606"/>
          <ac:spMkLst>
            <pc:docMk/>
            <pc:sldMk cId="1328288775" sldId="362"/>
            <ac:spMk id="2" creationId="{37BC0A46-5641-CDCA-9C16-3E2F5A06CAF8}"/>
          </ac:spMkLst>
        </pc:spChg>
        <pc:spChg chg="del">
          <ac:chgData name="Bonola Virues Hector" userId="6b1c84c4-e4f8-42d7-8d85-645df8b21457" providerId="ADAL" clId="{B0ACCDE3-E60A-4DF5-ACD4-895F6C5B6608}" dt="2026-05-25T13:07:37.090" v="344" actId="478"/>
          <ac:spMkLst>
            <pc:docMk/>
            <pc:sldMk cId="1328288775" sldId="362"/>
            <ac:spMk id="3" creationId="{DD37951B-0647-847D-8217-69CB6DB93003}"/>
          </ac:spMkLst>
        </pc:spChg>
        <pc:spChg chg="add">
          <ac:chgData name="Bonola Virues Hector" userId="6b1c84c4-e4f8-42d7-8d85-645df8b21457" providerId="ADAL" clId="{B0ACCDE3-E60A-4DF5-ACD4-895F6C5B6608}" dt="2026-05-25T13:07:56.608" v="348" actId="26606"/>
          <ac:spMkLst>
            <pc:docMk/>
            <pc:sldMk cId="1328288775" sldId="362"/>
            <ac:spMk id="9" creationId="{A8384FB5-9ADC-4DDC-881B-597D56F5B15D}"/>
          </ac:spMkLst>
        </pc:spChg>
        <pc:spChg chg="add">
          <ac:chgData name="Bonola Virues Hector" userId="6b1c84c4-e4f8-42d7-8d85-645df8b21457" providerId="ADAL" clId="{B0ACCDE3-E60A-4DF5-ACD4-895F6C5B6608}" dt="2026-05-25T13:07:56.608" v="348" actId="26606"/>
          <ac:spMkLst>
            <pc:docMk/>
            <pc:sldMk cId="1328288775" sldId="362"/>
            <ac:spMk id="11" creationId="{1199E1B1-A8C0-4FE8-A5A8-1CB41D69F857}"/>
          </ac:spMkLst>
        </pc:spChg>
        <pc:spChg chg="add">
          <ac:chgData name="Bonola Virues Hector" userId="6b1c84c4-e4f8-42d7-8d85-645df8b21457" providerId="ADAL" clId="{B0ACCDE3-E60A-4DF5-ACD4-895F6C5B6608}" dt="2026-05-25T13:07:56.608" v="348" actId="26606"/>
          <ac:spMkLst>
            <pc:docMk/>
            <pc:sldMk cId="1328288775" sldId="362"/>
            <ac:spMk id="13" creationId="{84A8DE83-DE75-4B41-9DB4-A7EC0B0DEC0B}"/>
          </ac:spMkLst>
        </pc:spChg>
        <pc:spChg chg="add">
          <ac:chgData name="Bonola Virues Hector" userId="6b1c84c4-e4f8-42d7-8d85-645df8b21457" providerId="ADAL" clId="{B0ACCDE3-E60A-4DF5-ACD4-895F6C5B6608}" dt="2026-05-25T13:07:56.608" v="348" actId="26606"/>
          <ac:spMkLst>
            <pc:docMk/>
            <pc:sldMk cId="1328288775" sldId="362"/>
            <ac:spMk id="15" creationId="{A7009A0A-BEF5-4EAC-AF15-E4F9F002E239}"/>
          </ac:spMkLst>
        </pc:spChg>
        <pc:picChg chg="add mod">
          <ac:chgData name="Bonola Virues Hector" userId="6b1c84c4-e4f8-42d7-8d85-645df8b21457" providerId="ADAL" clId="{B0ACCDE3-E60A-4DF5-ACD4-895F6C5B6608}" dt="2026-05-25T13:07:56.608" v="348" actId="26606"/>
          <ac:picMkLst>
            <pc:docMk/>
            <pc:sldMk cId="1328288775" sldId="362"/>
            <ac:picMk id="4" creationId="{42BC0AF2-ECCD-D1C7-79ED-DD4CE07FF207}"/>
          </ac:picMkLst>
        </pc:picChg>
      </pc:sldChg>
      <pc:sldChg chg="addSp delSp modSp new mod setBg">
        <pc:chgData name="Bonola Virues Hector" userId="6b1c84c4-e4f8-42d7-8d85-645df8b21457" providerId="ADAL" clId="{B0ACCDE3-E60A-4DF5-ACD4-895F6C5B6608}" dt="2026-05-26T03:49:43.654" v="409" actId="20577"/>
        <pc:sldMkLst>
          <pc:docMk/>
          <pc:sldMk cId="2477583421" sldId="363"/>
        </pc:sldMkLst>
        <pc:spChg chg="mod">
          <ac:chgData name="Bonola Virues Hector" userId="6b1c84c4-e4f8-42d7-8d85-645df8b21457" providerId="ADAL" clId="{B0ACCDE3-E60A-4DF5-ACD4-895F6C5B6608}" dt="2026-05-26T03:48:30.935" v="408" actId="26606"/>
          <ac:spMkLst>
            <pc:docMk/>
            <pc:sldMk cId="2477583421" sldId="363"/>
            <ac:spMk id="2" creationId="{E3A9AB01-CE2A-3C56-C613-4603DF44A80B}"/>
          </ac:spMkLst>
        </pc:spChg>
        <pc:spChg chg="del mod">
          <ac:chgData name="Bonola Virues Hector" userId="6b1c84c4-e4f8-42d7-8d85-645df8b21457" providerId="ADAL" clId="{B0ACCDE3-E60A-4DF5-ACD4-895F6C5B6608}" dt="2026-05-26T03:45:52.187" v="354" actId="3680"/>
          <ac:spMkLst>
            <pc:docMk/>
            <pc:sldMk cId="2477583421" sldId="363"/>
            <ac:spMk id="3" creationId="{387E0B00-AB33-7B3D-6421-99BC7BBA1AA5}"/>
          </ac:spMkLst>
        </pc:spChg>
        <pc:spChg chg="add">
          <ac:chgData name="Bonola Virues Hector" userId="6b1c84c4-e4f8-42d7-8d85-645df8b21457" providerId="ADAL" clId="{B0ACCDE3-E60A-4DF5-ACD4-895F6C5B6608}" dt="2026-05-26T03:48:30.935" v="408" actId="26606"/>
          <ac:spMkLst>
            <pc:docMk/>
            <pc:sldMk cId="2477583421" sldId="363"/>
            <ac:spMk id="9" creationId="{56E9B3E6-E277-4D68-BA48-9CB43FFBD6E2}"/>
          </ac:spMkLst>
        </pc:spChg>
        <pc:spChg chg="add">
          <ac:chgData name="Bonola Virues Hector" userId="6b1c84c4-e4f8-42d7-8d85-645df8b21457" providerId="ADAL" clId="{B0ACCDE3-E60A-4DF5-ACD4-895F6C5B6608}" dt="2026-05-26T03:48:30.935" v="408" actId="26606"/>
          <ac:spMkLst>
            <pc:docMk/>
            <pc:sldMk cId="2477583421" sldId="363"/>
            <ac:spMk id="16" creationId="{D5B0017B-2ECA-49AF-B397-DC140825DF8D}"/>
          </ac:spMkLst>
        </pc:spChg>
        <pc:grpChg chg="add">
          <ac:chgData name="Bonola Virues Hector" userId="6b1c84c4-e4f8-42d7-8d85-645df8b21457" providerId="ADAL" clId="{B0ACCDE3-E60A-4DF5-ACD4-895F6C5B6608}" dt="2026-05-26T03:48:30.935" v="408" actId="26606"/>
          <ac:grpSpMkLst>
            <pc:docMk/>
            <pc:sldMk cId="2477583421" sldId="363"/>
            <ac:grpSpMk id="11" creationId="{AE1C45F0-260A-458C-96ED-C1F6D2151219}"/>
          </ac:grpSpMkLst>
        </pc:grpChg>
        <pc:graphicFrameChg chg="add mod ord modGraphic">
          <ac:chgData name="Bonola Virues Hector" userId="6b1c84c4-e4f8-42d7-8d85-645df8b21457" providerId="ADAL" clId="{B0ACCDE3-E60A-4DF5-ACD4-895F6C5B6608}" dt="2026-05-26T03:49:43.654" v="409" actId="20577"/>
          <ac:graphicFrameMkLst>
            <pc:docMk/>
            <pc:sldMk cId="2477583421" sldId="363"/>
            <ac:graphicFrameMk id="4" creationId="{6AC4398B-FB3A-1713-3F95-E3AC4C5AA9C1}"/>
          </ac:graphicFrameMkLst>
        </pc:graphicFrameChg>
        <pc:cxnChg chg="add">
          <ac:chgData name="Bonola Virues Hector" userId="6b1c84c4-e4f8-42d7-8d85-645df8b21457" providerId="ADAL" clId="{B0ACCDE3-E60A-4DF5-ACD4-895F6C5B6608}" dt="2026-05-26T03:48:30.935" v="408" actId="26606"/>
          <ac:cxnSpMkLst>
            <pc:docMk/>
            <pc:sldMk cId="2477583421" sldId="363"/>
            <ac:cxnSpMk id="18" creationId="{6CF1BAF6-AD41-4082-B212-8A1F9A2E8779}"/>
          </ac:cxnSpMkLst>
        </pc:cxnChg>
      </pc:sldChg>
      <pc:sldChg chg="addSp delSp modSp new mod setBg">
        <pc:chgData name="Bonola Virues Hector" userId="6b1c84c4-e4f8-42d7-8d85-645df8b21457" providerId="ADAL" clId="{B0ACCDE3-E60A-4DF5-ACD4-895F6C5B6608}" dt="2026-05-26T04:04:32.788" v="458" actId="26606"/>
        <pc:sldMkLst>
          <pc:docMk/>
          <pc:sldMk cId="1606798135" sldId="364"/>
        </pc:sldMkLst>
        <pc:spChg chg="mod">
          <ac:chgData name="Bonola Virues Hector" userId="6b1c84c4-e4f8-42d7-8d85-645df8b21457" providerId="ADAL" clId="{B0ACCDE3-E60A-4DF5-ACD4-895F6C5B6608}" dt="2026-05-26T04:04:32.788" v="458" actId="26606"/>
          <ac:spMkLst>
            <pc:docMk/>
            <pc:sldMk cId="1606798135" sldId="364"/>
            <ac:spMk id="2" creationId="{29C0F0AC-2047-D57A-FCE4-777249DA3A4C}"/>
          </ac:spMkLst>
        </pc:spChg>
        <pc:spChg chg="del">
          <ac:chgData name="Bonola Virues Hector" userId="6b1c84c4-e4f8-42d7-8d85-645df8b21457" providerId="ADAL" clId="{B0ACCDE3-E60A-4DF5-ACD4-895F6C5B6608}" dt="2026-05-26T04:00:44.167" v="420" actId="3680"/>
          <ac:spMkLst>
            <pc:docMk/>
            <pc:sldMk cId="1606798135" sldId="364"/>
            <ac:spMk id="3" creationId="{C783C8E5-7EF0-0A90-C2DC-6096226BB883}"/>
          </ac:spMkLst>
        </pc:spChg>
        <pc:spChg chg="add del mod">
          <ac:chgData name="Bonola Virues Hector" userId="6b1c84c4-e4f8-42d7-8d85-645df8b21457" providerId="ADAL" clId="{B0ACCDE3-E60A-4DF5-ACD4-895F6C5B6608}" dt="2026-05-26T04:00:05.297" v="415" actId="478"/>
          <ac:spMkLst>
            <pc:docMk/>
            <pc:sldMk cId="1606798135" sldId="364"/>
            <ac:spMk id="5" creationId="{AB446E2C-D87B-97C6-74F9-73A8EBA335F5}"/>
          </ac:spMkLst>
        </pc:spChg>
        <pc:spChg chg="add del mod">
          <ac:chgData name="Bonola Virues Hector" userId="6b1c84c4-e4f8-42d7-8d85-645df8b21457" providerId="ADAL" clId="{B0ACCDE3-E60A-4DF5-ACD4-895F6C5B6608}" dt="2026-05-26T04:00:16.527" v="419" actId="478"/>
          <ac:spMkLst>
            <pc:docMk/>
            <pc:sldMk cId="1606798135" sldId="364"/>
            <ac:spMk id="7" creationId="{9E01C2B7-7348-FFB1-8D56-E7F946FFB062}"/>
          </ac:spMkLst>
        </pc:spChg>
        <pc:spChg chg="add">
          <ac:chgData name="Bonola Virues Hector" userId="6b1c84c4-e4f8-42d7-8d85-645df8b21457" providerId="ADAL" clId="{B0ACCDE3-E60A-4DF5-ACD4-895F6C5B6608}" dt="2026-05-26T04:04:32.788" v="458" actId="26606"/>
          <ac:spMkLst>
            <pc:docMk/>
            <pc:sldMk cId="1606798135" sldId="364"/>
            <ac:spMk id="13" creationId="{35DB3719-6FDC-4E5D-891D-FF40B7300F64}"/>
          </ac:spMkLst>
        </pc:spChg>
        <pc:spChg chg="add">
          <ac:chgData name="Bonola Virues Hector" userId="6b1c84c4-e4f8-42d7-8d85-645df8b21457" providerId="ADAL" clId="{B0ACCDE3-E60A-4DF5-ACD4-895F6C5B6608}" dt="2026-05-26T04:04:32.788" v="458" actId="26606"/>
          <ac:spMkLst>
            <pc:docMk/>
            <pc:sldMk cId="1606798135" sldId="364"/>
            <ac:spMk id="15" creationId="{E0CBAC23-2E3F-4A90-BA59-F8299F6A5439}"/>
          </ac:spMkLst>
        </pc:spChg>
        <pc:graphicFrameChg chg="add mod ord modGraphic">
          <ac:chgData name="Bonola Virues Hector" userId="6b1c84c4-e4f8-42d7-8d85-645df8b21457" providerId="ADAL" clId="{B0ACCDE3-E60A-4DF5-ACD4-895F6C5B6608}" dt="2026-05-26T04:04:32.788" v="458" actId="26606"/>
          <ac:graphicFrameMkLst>
            <pc:docMk/>
            <pc:sldMk cId="1606798135" sldId="364"/>
            <ac:graphicFrameMk id="8" creationId="{3C682C7F-636C-167D-7A2E-37246BA7EAD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820AE5-3ED5-408D-8405-0FB983C21E58}"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US"/>
        </a:p>
      </dgm:t>
    </dgm:pt>
    <dgm:pt modelId="{8CEA5B57-6740-4DE1-AD05-36831E93EF46}">
      <dgm:prSet/>
      <dgm:spPr/>
      <dgm:t>
        <a:bodyPr/>
        <a:lstStyle/>
        <a:p>
          <a:r>
            <a:rPr lang="es-MX"/>
            <a:t>Motores</a:t>
          </a:r>
          <a:endParaRPr lang="en-US"/>
        </a:p>
      </dgm:t>
    </dgm:pt>
    <dgm:pt modelId="{5034B11A-BD9D-4F57-BC88-5F4D72F06C47}" type="parTrans" cxnId="{90697009-BA1F-4E84-A8F9-50697D2AB79E}">
      <dgm:prSet/>
      <dgm:spPr/>
      <dgm:t>
        <a:bodyPr/>
        <a:lstStyle/>
        <a:p>
          <a:endParaRPr lang="en-US"/>
        </a:p>
      </dgm:t>
    </dgm:pt>
    <dgm:pt modelId="{B3D1E8EC-916D-48D9-A437-CA70B62ECBF8}" type="sibTrans" cxnId="{90697009-BA1F-4E84-A8F9-50697D2AB79E}">
      <dgm:prSet/>
      <dgm:spPr/>
      <dgm:t>
        <a:bodyPr/>
        <a:lstStyle/>
        <a:p>
          <a:endParaRPr lang="en-US"/>
        </a:p>
      </dgm:t>
    </dgm:pt>
    <dgm:pt modelId="{87DD8C69-829F-4869-8DE8-2B2E73E465AF}">
      <dgm:prSet/>
      <dgm:spPr/>
      <dgm:t>
        <a:bodyPr/>
        <a:lstStyle/>
        <a:p>
          <a:r>
            <a:rPr lang="es-MX"/>
            <a:t>Dockers</a:t>
          </a:r>
          <a:endParaRPr lang="en-US"/>
        </a:p>
      </dgm:t>
    </dgm:pt>
    <dgm:pt modelId="{3A0DEB02-E06E-4E71-9FAB-D9B5232D58BF}" type="parTrans" cxnId="{9EDAE4AA-97CA-48AA-B700-BDCFF0A05A45}">
      <dgm:prSet/>
      <dgm:spPr/>
      <dgm:t>
        <a:bodyPr/>
        <a:lstStyle/>
        <a:p>
          <a:endParaRPr lang="en-US"/>
        </a:p>
      </dgm:t>
    </dgm:pt>
    <dgm:pt modelId="{83FABB85-5941-4EA5-A113-D2DA2C9C3C12}" type="sibTrans" cxnId="{9EDAE4AA-97CA-48AA-B700-BDCFF0A05A45}">
      <dgm:prSet/>
      <dgm:spPr/>
      <dgm:t>
        <a:bodyPr/>
        <a:lstStyle/>
        <a:p>
          <a:endParaRPr lang="en-US"/>
        </a:p>
      </dgm:t>
    </dgm:pt>
    <dgm:pt modelId="{C4BD98B6-2E61-434F-9EC8-0416316C465F}">
      <dgm:prSet/>
      <dgm:spPr/>
      <dgm:t>
        <a:bodyPr/>
        <a:lstStyle/>
        <a:p>
          <a:r>
            <a:rPr lang="es-MX" dirty="0" err="1"/>
            <a:t>Podman</a:t>
          </a:r>
          <a:endParaRPr lang="en-US" dirty="0"/>
        </a:p>
      </dgm:t>
    </dgm:pt>
    <dgm:pt modelId="{58D5B222-11BF-49EC-8C1D-7F39850E60B8}" type="parTrans" cxnId="{2C72EBAE-C178-4C4E-8820-DB9C35E4574C}">
      <dgm:prSet/>
      <dgm:spPr/>
      <dgm:t>
        <a:bodyPr/>
        <a:lstStyle/>
        <a:p>
          <a:endParaRPr lang="en-US"/>
        </a:p>
      </dgm:t>
    </dgm:pt>
    <dgm:pt modelId="{D042164F-059A-4B8B-9423-16653B6A5801}" type="sibTrans" cxnId="{2C72EBAE-C178-4C4E-8820-DB9C35E4574C}">
      <dgm:prSet/>
      <dgm:spPr/>
      <dgm:t>
        <a:bodyPr/>
        <a:lstStyle/>
        <a:p>
          <a:endParaRPr lang="en-US"/>
        </a:p>
      </dgm:t>
    </dgm:pt>
    <dgm:pt modelId="{F9117514-1C64-44F7-A0EF-EE2FC7E7DE5E}">
      <dgm:prSet/>
      <dgm:spPr/>
      <dgm:t>
        <a:bodyPr/>
        <a:lstStyle/>
        <a:p>
          <a:r>
            <a:rPr lang="es-MX"/>
            <a:t>Orquestación</a:t>
          </a:r>
          <a:endParaRPr lang="en-US"/>
        </a:p>
      </dgm:t>
    </dgm:pt>
    <dgm:pt modelId="{EFA8C7FB-5465-4184-BD51-57C1B0670E25}" type="parTrans" cxnId="{11C818D2-BB41-49C8-A521-19C4280FAF31}">
      <dgm:prSet/>
      <dgm:spPr/>
      <dgm:t>
        <a:bodyPr/>
        <a:lstStyle/>
        <a:p>
          <a:endParaRPr lang="en-US"/>
        </a:p>
      </dgm:t>
    </dgm:pt>
    <dgm:pt modelId="{40C53EE5-BB07-44F2-9D4C-D3102C4D7F10}" type="sibTrans" cxnId="{11C818D2-BB41-49C8-A521-19C4280FAF31}">
      <dgm:prSet/>
      <dgm:spPr/>
      <dgm:t>
        <a:bodyPr/>
        <a:lstStyle/>
        <a:p>
          <a:endParaRPr lang="en-US"/>
        </a:p>
      </dgm:t>
    </dgm:pt>
    <dgm:pt modelId="{EAA3F490-1EED-46AB-BC8A-32DF982802CD}">
      <dgm:prSet/>
      <dgm:spPr/>
      <dgm:t>
        <a:bodyPr/>
        <a:lstStyle/>
        <a:p>
          <a:r>
            <a:rPr lang="es-MX"/>
            <a:t>Kubernets</a:t>
          </a:r>
          <a:endParaRPr lang="en-US"/>
        </a:p>
      </dgm:t>
    </dgm:pt>
    <dgm:pt modelId="{C663C804-90B8-4C75-98CF-00C811366F1F}" type="parTrans" cxnId="{FF8F626A-0F7E-4B57-9E2C-2535DF38C276}">
      <dgm:prSet/>
      <dgm:spPr/>
      <dgm:t>
        <a:bodyPr/>
        <a:lstStyle/>
        <a:p>
          <a:endParaRPr lang="en-US"/>
        </a:p>
      </dgm:t>
    </dgm:pt>
    <dgm:pt modelId="{FFD53B3A-69DA-4EE2-A5C8-90771D807DE7}" type="sibTrans" cxnId="{FF8F626A-0F7E-4B57-9E2C-2535DF38C276}">
      <dgm:prSet/>
      <dgm:spPr/>
      <dgm:t>
        <a:bodyPr/>
        <a:lstStyle/>
        <a:p>
          <a:endParaRPr lang="en-US"/>
        </a:p>
      </dgm:t>
    </dgm:pt>
    <dgm:pt modelId="{5CC726FF-62CF-428E-9248-A5BC967DFEBE}">
      <dgm:prSet/>
      <dgm:spPr/>
      <dgm:t>
        <a:bodyPr/>
        <a:lstStyle/>
        <a:p>
          <a:r>
            <a:rPr lang="es-MX"/>
            <a:t>Docker Swarm</a:t>
          </a:r>
          <a:endParaRPr lang="en-US"/>
        </a:p>
      </dgm:t>
    </dgm:pt>
    <dgm:pt modelId="{6C763FF8-58A2-4B4F-A5D8-C2C25DD33FD5}" type="parTrans" cxnId="{99F801F3-7E89-4811-BB76-1B3FBAFA5CEE}">
      <dgm:prSet/>
      <dgm:spPr/>
      <dgm:t>
        <a:bodyPr/>
        <a:lstStyle/>
        <a:p>
          <a:endParaRPr lang="en-US"/>
        </a:p>
      </dgm:t>
    </dgm:pt>
    <dgm:pt modelId="{3CE3A4AA-5A65-4D06-8ABD-D4E3E13CA51C}" type="sibTrans" cxnId="{99F801F3-7E89-4811-BB76-1B3FBAFA5CEE}">
      <dgm:prSet/>
      <dgm:spPr/>
      <dgm:t>
        <a:bodyPr/>
        <a:lstStyle/>
        <a:p>
          <a:endParaRPr lang="en-US"/>
        </a:p>
      </dgm:t>
    </dgm:pt>
    <dgm:pt modelId="{DAB444F3-FFC8-4E0B-89D9-3BD10C5A21F4}">
      <dgm:prSet/>
      <dgm:spPr/>
      <dgm:t>
        <a:bodyPr/>
        <a:lstStyle/>
        <a:p>
          <a:r>
            <a:rPr lang="es-MX"/>
            <a:t>Nomad </a:t>
          </a:r>
          <a:endParaRPr lang="en-US"/>
        </a:p>
      </dgm:t>
    </dgm:pt>
    <dgm:pt modelId="{ABAD9C6E-7EDB-40C5-A53B-059207678587}" type="parTrans" cxnId="{C00F3495-6843-4812-82B9-D63C2EC31CDB}">
      <dgm:prSet/>
      <dgm:spPr/>
      <dgm:t>
        <a:bodyPr/>
        <a:lstStyle/>
        <a:p>
          <a:endParaRPr lang="en-US"/>
        </a:p>
      </dgm:t>
    </dgm:pt>
    <dgm:pt modelId="{51187F48-0FFD-4E0B-AC38-2EB0A9BF3BB4}" type="sibTrans" cxnId="{C00F3495-6843-4812-82B9-D63C2EC31CDB}">
      <dgm:prSet/>
      <dgm:spPr/>
      <dgm:t>
        <a:bodyPr/>
        <a:lstStyle/>
        <a:p>
          <a:endParaRPr lang="en-US"/>
        </a:p>
      </dgm:t>
    </dgm:pt>
    <dgm:pt modelId="{892912BC-4A8C-4746-8B7E-237AC527C786}">
      <dgm:prSet/>
      <dgm:spPr/>
      <dgm:t>
        <a:bodyPr/>
        <a:lstStyle/>
        <a:p>
          <a:pPr>
            <a:buNone/>
          </a:pPr>
          <a:r>
            <a:rPr lang="es-MX"/>
            <a:t>CRI-O</a:t>
          </a:r>
          <a:endParaRPr lang="en-US" dirty="0"/>
        </a:p>
      </dgm:t>
    </dgm:pt>
    <dgm:pt modelId="{5B32A941-D1E6-4B4E-BAED-9289232F8747}" type="parTrans" cxnId="{88ED670B-4B77-44C6-A062-F63EFA873DC3}">
      <dgm:prSet/>
      <dgm:spPr/>
      <dgm:t>
        <a:bodyPr/>
        <a:lstStyle/>
        <a:p>
          <a:endParaRPr lang="es-MX"/>
        </a:p>
      </dgm:t>
    </dgm:pt>
    <dgm:pt modelId="{077B0693-DB36-465C-B307-F7CAD268E5EA}" type="sibTrans" cxnId="{88ED670B-4B77-44C6-A062-F63EFA873DC3}">
      <dgm:prSet/>
      <dgm:spPr/>
      <dgm:t>
        <a:bodyPr/>
        <a:lstStyle/>
        <a:p>
          <a:endParaRPr lang="es-MX"/>
        </a:p>
      </dgm:t>
    </dgm:pt>
    <dgm:pt modelId="{093D0CB9-4822-4B45-88FB-3749940633AE}" type="pres">
      <dgm:prSet presAssocID="{E3820AE5-3ED5-408D-8405-0FB983C21E58}" presName="Name0" presStyleCnt="0">
        <dgm:presLayoutVars>
          <dgm:dir/>
          <dgm:animLvl val="lvl"/>
          <dgm:resizeHandles val="exact"/>
        </dgm:presLayoutVars>
      </dgm:prSet>
      <dgm:spPr/>
    </dgm:pt>
    <dgm:pt modelId="{4D77ED99-1AD6-4B8B-9A6C-5B270D6AA046}" type="pres">
      <dgm:prSet presAssocID="{8CEA5B57-6740-4DE1-AD05-36831E93EF46}" presName="composite" presStyleCnt="0"/>
      <dgm:spPr/>
    </dgm:pt>
    <dgm:pt modelId="{758F9BDF-C372-4050-B8DC-5D69E1BB2DE9}" type="pres">
      <dgm:prSet presAssocID="{8CEA5B57-6740-4DE1-AD05-36831E93EF46}" presName="parTx" presStyleLbl="alignNode1" presStyleIdx="0" presStyleCnt="2">
        <dgm:presLayoutVars>
          <dgm:chMax val="0"/>
          <dgm:chPref val="0"/>
          <dgm:bulletEnabled val="1"/>
        </dgm:presLayoutVars>
      </dgm:prSet>
      <dgm:spPr/>
    </dgm:pt>
    <dgm:pt modelId="{E0B99F3F-F8CD-454E-9ACA-EC0936D9FF37}" type="pres">
      <dgm:prSet presAssocID="{8CEA5B57-6740-4DE1-AD05-36831E93EF46}" presName="desTx" presStyleLbl="alignAccFollowNode1" presStyleIdx="0" presStyleCnt="2">
        <dgm:presLayoutVars>
          <dgm:bulletEnabled val="1"/>
        </dgm:presLayoutVars>
      </dgm:prSet>
      <dgm:spPr/>
    </dgm:pt>
    <dgm:pt modelId="{65493F39-9FCF-4138-826C-7D6B9FECF6FD}" type="pres">
      <dgm:prSet presAssocID="{B3D1E8EC-916D-48D9-A437-CA70B62ECBF8}" presName="space" presStyleCnt="0"/>
      <dgm:spPr/>
    </dgm:pt>
    <dgm:pt modelId="{74AD739E-C7E7-4647-BFA2-E9D53AE3BB14}" type="pres">
      <dgm:prSet presAssocID="{F9117514-1C64-44F7-A0EF-EE2FC7E7DE5E}" presName="composite" presStyleCnt="0"/>
      <dgm:spPr/>
    </dgm:pt>
    <dgm:pt modelId="{FA8C8A9F-6CD4-40AD-9E6A-05105E2941FF}" type="pres">
      <dgm:prSet presAssocID="{F9117514-1C64-44F7-A0EF-EE2FC7E7DE5E}" presName="parTx" presStyleLbl="alignNode1" presStyleIdx="1" presStyleCnt="2">
        <dgm:presLayoutVars>
          <dgm:chMax val="0"/>
          <dgm:chPref val="0"/>
          <dgm:bulletEnabled val="1"/>
        </dgm:presLayoutVars>
      </dgm:prSet>
      <dgm:spPr/>
    </dgm:pt>
    <dgm:pt modelId="{C4735CB2-605E-4849-8537-A1BD11552527}" type="pres">
      <dgm:prSet presAssocID="{F9117514-1C64-44F7-A0EF-EE2FC7E7DE5E}" presName="desTx" presStyleLbl="alignAccFollowNode1" presStyleIdx="1" presStyleCnt="2">
        <dgm:presLayoutVars>
          <dgm:bulletEnabled val="1"/>
        </dgm:presLayoutVars>
      </dgm:prSet>
      <dgm:spPr/>
    </dgm:pt>
  </dgm:ptLst>
  <dgm:cxnLst>
    <dgm:cxn modelId="{92EF0907-34FD-4729-AE93-EFD4E02FEBB1}" type="presOf" srcId="{5CC726FF-62CF-428E-9248-A5BC967DFEBE}" destId="{C4735CB2-605E-4849-8537-A1BD11552527}" srcOrd="0" destOrd="1" presId="urn:microsoft.com/office/officeart/2005/8/layout/hList1"/>
    <dgm:cxn modelId="{90697009-BA1F-4E84-A8F9-50697D2AB79E}" srcId="{E3820AE5-3ED5-408D-8405-0FB983C21E58}" destId="{8CEA5B57-6740-4DE1-AD05-36831E93EF46}" srcOrd="0" destOrd="0" parTransId="{5034B11A-BD9D-4F57-BC88-5F4D72F06C47}" sibTransId="{B3D1E8EC-916D-48D9-A437-CA70B62ECBF8}"/>
    <dgm:cxn modelId="{88ED670B-4B77-44C6-A062-F63EFA873DC3}" srcId="{8CEA5B57-6740-4DE1-AD05-36831E93EF46}" destId="{892912BC-4A8C-4746-8B7E-237AC527C786}" srcOrd="2" destOrd="0" parTransId="{5B32A941-D1E6-4B4E-BAED-9289232F8747}" sibTransId="{077B0693-DB36-465C-B307-F7CAD268E5EA}"/>
    <dgm:cxn modelId="{76CA4211-B012-4F2F-A30D-6327FA035F23}" type="presOf" srcId="{E3820AE5-3ED5-408D-8405-0FB983C21E58}" destId="{093D0CB9-4822-4B45-88FB-3749940633AE}" srcOrd="0" destOrd="0" presId="urn:microsoft.com/office/officeart/2005/8/layout/hList1"/>
    <dgm:cxn modelId="{8A353767-74E1-41F4-A860-70CA497ABC40}" type="presOf" srcId="{F9117514-1C64-44F7-A0EF-EE2FC7E7DE5E}" destId="{FA8C8A9F-6CD4-40AD-9E6A-05105E2941FF}" srcOrd="0" destOrd="0" presId="urn:microsoft.com/office/officeart/2005/8/layout/hList1"/>
    <dgm:cxn modelId="{FF8F626A-0F7E-4B57-9E2C-2535DF38C276}" srcId="{F9117514-1C64-44F7-A0EF-EE2FC7E7DE5E}" destId="{EAA3F490-1EED-46AB-BC8A-32DF982802CD}" srcOrd="0" destOrd="0" parTransId="{C663C804-90B8-4C75-98CF-00C811366F1F}" sibTransId="{FFD53B3A-69DA-4EE2-A5C8-90771D807DE7}"/>
    <dgm:cxn modelId="{A0747A50-A5AE-4A87-8DCA-8384908AF616}" type="presOf" srcId="{87DD8C69-829F-4869-8DE8-2B2E73E465AF}" destId="{E0B99F3F-F8CD-454E-9ACA-EC0936D9FF37}" srcOrd="0" destOrd="0" presId="urn:microsoft.com/office/officeart/2005/8/layout/hList1"/>
    <dgm:cxn modelId="{C08C9554-1AB0-485C-B3A9-DBDB5373B172}" type="presOf" srcId="{C4BD98B6-2E61-434F-9EC8-0416316C465F}" destId="{E0B99F3F-F8CD-454E-9ACA-EC0936D9FF37}" srcOrd="0" destOrd="1" presId="urn:microsoft.com/office/officeart/2005/8/layout/hList1"/>
    <dgm:cxn modelId="{ACF0D079-BA31-4E39-81DC-175489838380}" type="presOf" srcId="{DAB444F3-FFC8-4E0B-89D9-3BD10C5A21F4}" destId="{C4735CB2-605E-4849-8537-A1BD11552527}" srcOrd="0" destOrd="2" presId="urn:microsoft.com/office/officeart/2005/8/layout/hList1"/>
    <dgm:cxn modelId="{CB4C7980-FA03-4249-A7F9-B514CFD786B5}" type="presOf" srcId="{892912BC-4A8C-4746-8B7E-237AC527C786}" destId="{E0B99F3F-F8CD-454E-9ACA-EC0936D9FF37}" srcOrd="0" destOrd="2" presId="urn:microsoft.com/office/officeart/2005/8/layout/hList1"/>
    <dgm:cxn modelId="{C00F3495-6843-4812-82B9-D63C2EC31CDB}" srcId="{F9117514-1C64-44F7-A0EF-EE2FC7E7DE5E}" destId="{DAB444F3-FFC8-4E0B-89D9-3BD10C5A21F4}" srcOrd="2" destOrd="0" parTransId="{ABAD9C6E-7EDB-40C5-A53B-059207678587}" sibTransId="{51187F48-0FFD-4E0B-AC38-2EB0A9BF3BB4}"/>
    <dgm:cxn modelId="{9EDAE4AA-97CA-48AA-B700-BDCFF0A05A45}" srcId="{8CEA5B57-6740-4DE1-AD05-36831E93EF46}" destId="{87DD8C69-829F-4869-8DE8-2B2E73E465AF}" srcOrd="0" destOrd="0" parTransId="{3A0DEB02-E06E-4E71-9FAB-D9B5232D58BF}" sibTransId="{83FABB85-5941-4EA5-A113-D2DA2C9C3C12}"/>
    <dgm:cxn modelId="{2C72EBAE-C178-4C4E-8820-DB9C35E4574C}" srcId="{8CEA5B57-6740-4DE1-AD05-36831E93EF46}" destId="{C4BD98B6-2E61-434F-9EC8-0416316C465F}" srcOrd="1" destOrd="0" parTransId="{58D5B222-11BF-49EC-8C1D-7F39850E60B8}" sibTransId="{D042164F-059A-4B8B-9423-16653B6A5801}"/>
    <dgm:cxn modelId="{11C818D2-BB41-49C8-A521-19C4280FAF31}" srcId="{E3820AE5-3ED5-408D-8405-0FB983C21E58}" destId="{F9117514-1C64-44F7-A0EF-EE2FC7E7DE5E}" srcOrd="1" destOrd="0" parTransId="{EFA8C7FB-5465-4184-BD51-57C1B0670E25}" sibTransId="{40C53EE5-BB07-44F2-9D4C-D3102C4D7F10}"/>
    <dgm:cxn modelId="{55E476D2-850A-4803-BC40-00EC8BEB24C7}" type="presOf" srcId="{EAA3F490-1EED-46AB-BC8A-32DF982802CD}" destId="{C4735CB2-605E-4849-8537-A1BD11552527}" srcOrd="0" destOrd="0" presId="urn:microsoft.com/office/officeart/2005/8/layout/hList1"/>
    <dgm:cxn modelId="{9F3AC3F0-4B16-43D9-A683-4337FFD1F5F8}" type="presOf" srcId="{8CEA5B57-6740-4DE1-AD05-36831E93EF46}" destId="{758F9BDF-C372-4050-B8DC-5D69E1BB2DE9}" srcOrd="0" destOrd="0" presId="urn:microsoft.com/office/officeart/2005/8/layout/hList1"/>
    <dgm:cxn modelId="{99F801F3-7E89-4811-BB76-1B3FBAFA5CEE}" srcId="{F9117514-1C64-44F7-A0EF-EE2FC7E7DE5E}" destId="{5CC726FF-62CF-428E-9248-A5BC967DFEBE}" srcOrd="1" destOrd="0" parTransId="{6C763FF8-58A2-4B4F-A5D8-C2C25DD33FD5}" sibTransId="{3CE3A4AA-5A65-4D06-8ABD-D4E3E13CA51C}"/>
    <dgm:cxn modelId="{C37D9CE0-4AFD-4E84-B03D-7E7F330022C7}" type="presParOf" srcId="{093D0CB9-4822-4B45-88FB-3749940633AE}" destId="{4D77ED99-1AD6-4B8B-9A6C-5B270D6AA046}" srcOrd="0" destOrd="0" presId="urn:microsoft.com/office/officeart/2005/8/layout/hList1"/>
    <dgm:cxn modelId="{23DFBAFB-C52D-43D0-AB05-8A3F5063865C}" type="presParOf" srcId="{4D77ED99-1AD6-4B8B-9A6C-5B270D6AA046}" destId="{758F9BDF-C372-4050-B8DC-5D69E1BB2DE9}" srcOrd="0" destOrd="0" presId="urn:microsoft.com/office/officeart/2005/8/layout/hList1"/>
    <dgm:cxn modelId="{B3D26CA8-38CE-4DB0-A7C3-998A68BFD44F}" type="presParOf" srcId="{4D77ED99-1AD6-4B8B-9A6C-5B270D6AA046}" destId="{E0B99F3F-F8CD-454E-9ACA-EC0936D9FF37}" srcOrd="1" destOrd="0" presId="urn:microsoft.com/office/officeart/2005/8/layout/hList1"/>
    <dgm:cxn modelId="{9C1A37BE-56AF-4741-9F9B-0BB2ABF9FD8A}" type="presParOf" srcId="{093D0CB9-4822-4B45-88FB-3749940633AE}" destId="{65493F39-9FCF-4138-826C-7D6B9FECF6FD}" srcOrd="1" destOrd="0" presId="urn:microsoft.com/office/officeart/2005/8/layout/hList1"/>
    <dgm:cxn modelId="{A1262075-AD5A-40C1-80A7-DFC763F5F33B}" type="presParOf" srcId="{093D0CB9-4822-4B45-88FB-3749940633AE}" destId="{74AD739E-C7E7-4647-BFA2-E9D53AE3BB14}" srcOrd="2" destOrd="0" presId="urn:microsoft.com/office/officeart/2005/8/layout/hList1"/>
    <dgm:cxn modelId="{E7444F18-E565-4C29-8C3D-827D5C4AD686}" type="presParOf" srcId="{74AD739E-C7E7-4647-BFA2-E9D53AE3BB14}" destId="{FA8C8A9F-6CD4-40AD-9E6A-05105E2941FF}" srcOrd="0" destOrd="0" presId="urn:microsoft.com/office/officeart/2005/8/layout/hList1"/>
    <dgm:cxn modelId="{BD22E363-E39E-43BA-8660-F02B11F0D831}" type="presParOf" srcId="{74AD739E-C7E7-4647-BFA2-E9D53AE3BB14}" destId="{C4735CB2-605E-4849-8537-A1BD1155252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5FF97B-F44E-435E-95F2-FB8AC1B90CB1}"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s-MX"/>
        </a:p>
      </dgm:t>
    </dgm:pt>
    <dgm:pt modelId="{5738FC77-44F8-4863-BB83-BC50DED5724A}">
      <dgm:prSet phldrT="[Texto]" phldr="0"/>
      <dgm:spPr/>
      <dgm:t>
        <a:bodyPr/>
        <a:lstStyle/>
        <a:p>
          <a:r>
            <a:rPr lang="es-MX" dirty="0"/>
            <a:t>Crear </a:t>
          </a:r>
          <a:r>
            <a:rPr lang="es-MX"/>
            <a:t>el contenedor (Dockerfile)</a:t>
          </a:r>
          <a:endParaRPr lang="es-MX" dirty="0"/>
        </a:p>
      </dgm:t>
    </dgm:pt>
    <dgm:pt modelId="{BD0F1E82-FFC3-4623-9855-06555D166231}" type="parTrans" cxnId="{8533C0DD-D52E-40EA-9EF1-1AA530969AD1}">
      <dgm:prSet/>
      <dgm:spPr/>
      <dgm:t>
        <a:bodyPr/>
        <a:lstStyle/>
        <a:p>
          <a:endParaRPr lang="es-MX"/>
        </a:p>
      </dgm:t>
    </dgm:pt>
    <dgm:pt modelId="{9273539F-815E-4E68-88F0-1C3E7D2F51E0}" type="sibTrans" cxnId="{8533C0DD-D52E-40EA-9EF1-1AA530969AD1}">
      <dgm:prSet/>
      <dgm:spPr/>
      <dgm:t>
        <a:bodyPr/>
        <a:lstStyle/>
        <a:p>
          <a:endParaRPr lang="es-MX"/>
        </a:p>
      </dgm:t>
    </dgm:pt>
    <dgm:pt modelId="{3821F236-0F3D-47C4-89DD-11AEF7612E3F}">
      <dgm:prSet phldrT="[Texto]" phldr="0"/>
      <dgm:spPr/>
      <dgm:t>
        <a:bodyPr/>
        <a:lstStyle/>
        <a:p>
          <a:r>
            <a:rPr lang="es-MX" dirty="0"/>
            <a:t>Construir la imagen</a:t>
          </a:r>
        </a:p>
      </dgm:t>
    </dgm:pt>
    <dgm:pt modelId="{624A4E2C-C8CF-4324-AD43-6288FB7E4909}" type="parTrans" cxnId="{78620ECF-747E-41EE-BEF6-3AAAC78703D3}">
      <dgm:prSet/>
      <dgm:spPr/>
      <dgm:t>
        <a:bodyPr/>
        <a:lstStyle/>
        <a:p>
          <a:endParaRPr lang="es-MX"/>
        </a:p>
      </dgm:t>
    </dgm:pt>
    <dgm:pt modelId="{53465499-AE09-4B69-8D56-6311B4B0BA46}" type="sibTrans" cxnId="{78620ECF-747E-41EE-BEF6-3AAAC78703D3}">
      <dgm:prSet/>
      <dgm:spPr/>
      <dgm:t>
        <a:bodyPr/>
        <a:lstStyle/>
        <a:p>
          <a:endParaRPr lang="es-MX"/>
        </a:p>
      </dgm:t>
    </dgm:pt>
    <dgm:pt modelId="{F259E8DD-A47B-47D7-BBC7-4FFF3D0BB91D}">
      <dgm:prSet phldrT="[Texto]" phldr="0"/>
      <dgm:spPr/>
      <dgm:t>
        <a:bodyPr/>
        <a:lstStyle/>
        <a:p>
          <a:r>
            <a:rPr lang="es-MX" dirty="0"/>
            <a:t>Almacenar la imagen</a:t>
          </a:r>
        </a:p>
      </dgm:t>
    </dgm:pt>
    <dgm:pt modelId="{77BE8106-C22B-448D-B7EB-096DABB1D373}" type="parTrans" cxnId="{DF8F428F-A65B-4175-9DA7-6C9D0FD3F3EE}">
      <dgm:prSet/>
      <dgm:spPr/>
      <dgm:t>
        <a:bodyPr/>
        <a:lstStyle/>
        <a:p>
          <a:endParaRPr lang="es-MX"/>
        </a:p>
      </dgm:t>
    </dgm:pt>
    <dgm:pt modelId="{03526773-CC2A-46C0-B4E9-79694459407B}" type="sibTrans" cxnId="{DF8F428F-A65B-4175-9DA7-6C9D0FD3F3EE}">
      <dgm:prSet/>
      <dgm:spPr/>
      <dgm:t>
        <a:bodyPr/>
        <a:lstStyle/>
        <a:p>
          <a:endParaRPr lang="es-MX"/>
        </a:p>
      </dgm:t>
    </dgm:pt>
    <dgm:pt modelId="{7D2DC8D8-7E46-4939-B21A-957070245596}">
      <dgm:prSet phldrT="[Texto]" phldr="0"/>
      <dgm:spPr/>
      <dgm:t>
        <a:bodyPr/>
        <a:lstStyle/>
        <a:p>
          <a:r>
            <a:rPr lang="es-MX" dirty="0"/>
            <a:t>Ejecutar el contenedor</a:t>
          </a:r>
        </a:p>
      </dgm:t>
    </dgm:pt>
    <dgm:pt modelId="{78899D42-D951-456D-9A01-82BAAA186955}" type="parTrans" cxnId="{4C5C5A40-32DF-4081-8C3D-4272F2EEDDF8}">
      <dgm:prSet/>
      <dgm:spPr/>
      <dgm:t>
        <a:bodyPr/>
        <a:lstStyle/>
        <a:p>
          <a:endParaRPr lang="es-MX"/>
        </a:p>
      </dgm:t>
    </dgm:pt>
    <dgm:pt modelId="{D7D3898D-C83F-4A87-B0B7-6C7BFF0F6969}" type="sibTrans" cxnId="{4C5C5A40-32DF-4081-8C3D-4272F2EEDDF8}">
      <dgm:prSet/>
      <dgm:spPr/>
      <dgm:t>
        <a:bodyPr/>
        <a:lstStyle/>
        <a:p>
          <a:endParaRPr lang="es-MX"/>
        </a:p>
      </dgm:t>
    </dgm:pt>
    <dgm:pt modelId="{89AB4BA4-D58C-4CDF-9C9D-9CCC01A8A3EC}">
      <dgm:prSet phldrT="[Texto]" phldr="0"/>
      <dgm:spPr/>
      <dgm:t>
        <a:bodyPr/>
        <a:lstStyle/>
        <a:p>
          <a:r>
            <a:rPr lang="es-MX"/>
            <a:t>Administración de contenedores</a:t>
          </a:r>
          <a:endParaRPr lang="es-MX" dirty="0"/>
        </a:p>
      </dgm:t>
    </dgm:pt>
    <dgm:pt modelId="{407CEE2E-0573-4751-9865-83C166A58081}" type="parTrans" cxnId="{E74F18C0-1EAC-4E77-8F38-3F565FB02A47}">
      <dgm:prSet/>
      <dgm:spPr/>
      <dgm:t>
        <a:bodyPr/>
        <a:lstStyle/>
        <a:p>
          <a:endParaRPr lang="es-MX"/>
        </a:p>
      </dgm:t>
    </dgm:pt>
    <dgm:pt modelId="{588EF2E6-C561-4F02-AA03-4DBF865ABFD6}" type="sibTrans" cxnId="{E74F18C0-1EAC-4E77-8F38-3F565FB02A47}">
      <dgm:prSet/>
      <dgm:spPr/>
      <dgm:t>
        <a:bodyPr/>
        <a:lstStyle/>
        <a:p>
          <a:endParaRPr lang="es-MX"/>
        </a:p>
      </dgm:t>
    </dgm:pt>
    <dgm:pt modelId="{20790424-DBA5-40DE-8E9A-DFECA6C1CBA1}" type="pres">
      <dgm:prSet presAssocID="{5E5FF97B-F44E-435E-95F2-FB8AC1B90CB1}" presName="outerComposite" presStyleCnt="0">
        <dgm:presLayoutVars>
          <dgm:chMax val="5"/>
          <dgm:dir/>
          <dgm:resizeHandles val="exact"/>
        </dgm:presLayoutVars>
      </dgm:prSet>
      <dgm:spPr/>
    </dgm:pt>
    <dgm:pt modelId="{CB3AFB68-E53F-42F7-AFD4-3A1B6246EDCD}" type="pres">
      <dgm:prSet presAssocID="{5E5FF97B-F44E-435E-95F2-FB8AC1B90CB1}" presName="dummyMaxCanvas" presStyleCnt="0">
        <dgm:presLayoutVars/>
      </dgm:prSet>
      <dgm:spPr/>
    </dgm:pt>
    <dgm:pt modelId="{EB9D442F-E426-4840-A606-FF991C9C7A91}" type="pres">
      <dgm:prSet presAssocID="{5E5FF97B-F44E-435E-95F2-FB8AC1B90CB1}" presName="FiveNodes_1" presStyleLbl="node1" presStyleIdx="0" presStyleCnt="5">
        <dgm:presLayoutVars>
          <dgm:bulletEnabled val="1"/>
        </dgm:presLayoutVars>
      </dgm:prSet>
      <dgm:spPr/>
    </dgm:pt>
    <dgm:pt modelId="{8026CB75-7C76-4ABF-8A53-F4AAE284CE28}" type="pres">
      <dgm:prSet presAssocID="{5E5FF97B-F44E-435E-95F2-FB8AC1B90CB1}" presName="FiveNodes_2" presStyleLbl="node1" presStyleIdx="1" presStyleCnt="5">
        <dgm:presLayoutVars>
          <dgm:bulletEnabled val="1"/>
        </dgm:presLayoutVars>
      </dgm:prSet>
      <dgm:spPr/>
    </dgm:pt>
    <dgm:pt modelId="{6072C27D-5428-45A9-8B03-D2A0302D2F73}" type="pres">
      <dgm:prSet presAssocID="{5E5FF97B-F44E-435E-95F2-FB8AC1B90CB1}" presName="FiveNodes_3" presStyleLbl="node1" presStyleIdx="2" presStyleCnt="5">
        <dgm:presLayoutVars>
          <dgm:bulletEnabled val="1"/>
        </dgm:presLayoutVars>
      </dgm:prSet>
      <dgm:spPr/>
    </dgm:pt>
    <dgm:pt modelId="{04209013-47E0-49B6-B1D2-7D92F080E2DC}" type="pres">
      <dgm:prSet presAssocID="{5E5FF97B-F44E-435E-95F2-FB8AC1B90CB1}" presName="FiveNodes_4" presStyleLbl="node1" presStyleIdx="3" presStyleCnt="5">
        <dgm:presLayoutVars>
          <dgm:bulletEnabled val="1"/>
        </dgm:presLayoutVars>
      </dgm:prSet>
      <dgm:spPr/>
    </dgm:pt>
    <dgm:pt modelId="{21207776-EEA9-4C25-BE1E-866228ED2B52}" type="pres">
      <dgm:prSet presAssocID="{5E5FF97B-F44E-435E-95F2-FB8AC1B90CB1}" presName="FiveNodes_5" presStyleLbl="node1" presStyleIdx="4" presStyleCnt="5">
        <dgm:presLayoutVars>
          <dgm:bulletEnabled val="1"/>
        </dgm:presLayoutVars>
      </dgm:prSet>
      <dgm:spPr/>
    </dgm:pt>
    <dgm:pt modelId="{203F80DF-8880-4498-9985-AA2F228AE8A9}" type="pres">
      <dgm:prSet presAssocID="{5E5FF97B-F44E-435E-95F2-FB8AC1B90CB1}" presName="FiveConn_1-2" presStyleLbl="fgAccFollowNode1" presStyleIdx="0" presStyleCnt="4">
        <dgm:presLayoutVars>
          <dgm:bulletEnabled val="1"/>
        </dgm:presLayoutVars>
      </dgm:prSet>
      <dgm:spPr/>
    </dgm:pt>
    <dgm:pt modelId="{762EFC35-F5A4-44D4-BAA0-93E43BAF1F92}" type="pres">
      <dgm:prSet presAssocID="{5E5FF97B-F44E-435E-95F2-FB8AC1B90CB1}" presName="FiveConn_2-3" presStyleLbl="fgAccFollowNode1" presStyleIdx="1" presStyleCnt="4">
        <dgm:presLayoutVars>
          <dgm:bulletEnabled val="1"/>
        </dgm:presLayoutVars>
      </dgm:prSet>
      <dgm:spPr/>
    </dgm:pt>
    <dgm:pt modelId="{9AE30FEF-525F-4334-9EB0-3051794ED01B}" type="pres">
      <dgm:prSet presAssocID="{5E5FF97B-F44E-435E-95F2-FB8AC1B90CB1}" presName="FiveConn_3-4" presStyleLbl="fgAccFollowNode1" presStyleIdx="2" presStyleCnt="4">
        <dgm:presLayoutVars>
          <dgm:bulletEnabled val="1"/>
        </dgm:presLayoutVars>
      </dgm:prSet>
      <dgm:spPr/>
    </dgm:pt>
    <dgm:pt modelId="{3AC5820C-C73A-4E6D-9C34-BFDC7DC5274D}" type="pres">
      <dgm:prSet presAssocID="{5E5FF97B-F44E-435E-95F2-FB8AC1B90CB1}" presName="FiveConn_4-5" presStyleLbl="fgAccFollowNode1" presStyleIdx="3" presStyleCnt="4">
        <dgm:presLayoutVars>
          <dgm:bulletEnabled val="1"/>
        </dgm:presLayoutVars>
      </dgm:prSet>
      <dgm:spPr/>
    </dgm:pt>
    <dgm:pt modelId="{31F4985B-D626-4D20-818F-2A953E450172}" type="pres">
      <dgm:prSet presAssocID="{5E5FF97B-F44E-435E-95F2-FB8AC1B90CB1}" presName="FiveNodes_1_text" presStyleLbl="node1" presStyleIdx="4" presStyleCnt="5">
        <dgm:presLayoutVars>
          <dgm:bulletEnabled val="1"/>
        </dgm:presLayoutVars>
      </dgm:prSet>
      <dgm:spPr/>
    </dgm:pt>
    <dgm:pt modelId="{A85BFF3B-D32C-4893-AED1-BDA20D1CB808}" type="pres">
      <dgm:prSet presAssocID="{5E5FF97B-F44E-435E-95F2-FB8AC1B90CB1}" presName="FiveNodes_2_text" presStyleLbl="node1" presStyleIdx="4" presStyleCnt="5">
        <dgm:presLayoutVars>
          <dgm:bulletEnabled val="1"/>
        </dgm:presLayoutVars>
      </dgm:prSet>
      <dgm:spPr/>
    </dgm:pt>
    <dgm:pt modelId="{316682B5-5E45-4544-BA5C-7E3DDD8A7A2E}" type="pres">
      <dgm:prSet presAssocID="{5E5FF97B-F44E-435E-95F2-FB8AC1B90CB1}" presName="FiveNodes_3_text" presStyleLbl="node1" presStyleIdx="4" presStyleCnt="5">
        <dgm:presLayoutVars>
          <dgm:bulletEnabled val="1"/>
        </dgm:presLayoutVars>
      </dgm:prSet>
      <dgm:spPr/>
    </dgm:pt>
    <dgm:pt modelId="{66990E3F-31B7-47BB-B448-C723EA54A673}" type="pres">
      <dgm:prSet presAssocID="{5E5FF97B-F44E-435E-95F2-FB8AC1B90CB1}" presName="FiveNodes_4_text" presStyleLbl="node1" presStyleIdx="4" presStyleCnt="5">
        <dgm:presLayoutVars>
          <dgm:bulletEnabled val="1"/>
        </dgm:presLayoutVars>
      </dgm:prSet>
      <dgm:spPr/>
    </dgm:pt>
    <dgm:pt modelId="{DB77E6A4-C9D8-4DBF-AE14-C4815EB567DB}" type="pres">
      <dgm:prSet presAssocID="{5E5FF97B-F44E-435E-95F2-FB8AC1B90CB1}" presName="FiveNodes_5_text" presStyleLbl="node1" presStyleIdx="4" presStyleCnt="5">
        <dgm:presLayoutVars>
          <dgm:bulletEnabled val="1"/>
        </dgm:presLayoutVars>
      </dgm:prSet>
      <dgm:spPr/>
    </dgm:pt>
  </dgm:ptLst>
  <dgm:cxnLst>
    <dgm:cxn modelId="{A9F0CC12-821B-4DD7-9D67-85491A039C99}" type="presOf" srcId="{F259E8DD-A47B-47D7-BBC7-4FFF3D0BB91D}" destId="{6072C27D-5428-45A9-8B03-D2A0302D2F73}" srcOrd="0" destOrd="0" presId="urn:microsoft.com/office/officeart/2005/8/layout/vProcess5"/>
    <dgm:cxn modelId="{EE760115-7B25-4B66-800C-49582D2CF0C5}" type="presOf" srcId="{89AB4BA4-D58C-4CDF-9C9D-9CCC01A8A3EC}" destId="{21207776-EEA9-4C25-BE1E-866228ED2B52}" srcOrd="0" destOrd="0" presId="urn:microsoft.com/office/officeart/2005/8/layout/vProcess5"/>
    <dgm:cxn modelId="{ABCDEF35-427A-4BFC-B7A7-9E717E042576}" type="presOf" srcId="{3821F236-0F3D-47C4-89DD-11AEF7612E3F}" destId="{8026CB75-7C76-4ABF-8A53-F4AAE284CE28}" srcOrd="0" destOrd="0" presId="urn:microsoft.com/office/officeart/2005/8/layout/vProcess5"/>
    <dgm:cxn modelId="{4C5C5A40-32DF-4081-8C3D-4272F2EEDDF8}" srcId="{5E5FF97B-F44E-435E-95F2-FB8AC1B90CB1}" destId="{7D2DC8D8-7E46-4939-B21A-957070245596}" srcOrd="3" destOrd="0" parTransId="{78899D42-D951-456D-9A01-82BAAA186955}" sibTransId="{D7D3898D-C83F-4A87-B0B7-6C7BFF0F6969}"/>
    <dgm:cxn modelId="{7E39405B-0BEC-4235-AB2A-2B98BC6E4D7C}" type="presOf" srcId="{5E5FF97B-F44E-435E-95F2-FB8AC1B90CB1}" destId="{20790424-DBA5-40DE-8E9A-DFECA6C1CBA1}" srcOrd="0" destOrd="0" presId="urn:microsoft.com/office/officeart/2005/8/layout/vProcess5"/>
    <dgm:cxn modelId="{44894F5E-2A03-45FD-82E9-1CA2FAAE472C}" type="presOf" srcId="{03526773-CC2A-46C0-B4E9-79694459407B}" destId="{9AE30FEF-525F-4334-9EB0-3051794ED01B}" srcOrd="0" destOrd="0" presId="urn:microsoft.com/office/officeart/2005/8/layout/vProcess5"/>
    <dgm:cxn modelId="{556D386F-5CCA-4F34-8283-F2C43E34A631}" type="presOf" srcId="{7D2DC8D8-7E46-4939-B21A-957070245596}" destId="{04209013-47E0-49B6-B1D2-7D92F080E2DC}" srcOrd="0" destOrd="0" presId="urn:microsoft.com/office/officeart/2005/8/layout/vProcess5"/>
    <dgm:cxn modelId="{DF8F428F-A65B-4175-9DA7-6C9D0FD3F3EE}" srcId="{5E5FF97B-F44E-435E-95F2-FB8AC1B90CB1}" destId="{F259E8DD-A47B-47D7-BBC7-4FFF3D0BB91D}" srcOrd="2" destOrd="0" parTransId="{77BE8106-C22B-448D-B7EB-096DABB1D373}" sibTransId="{03526773-CC2A-46C0-B4E9-79694459407B}"/>
    <dgm:cxn modelId="{14A2C1A1-2B87-4E7C-9B56-A86848EDF970}" type="presOf" srcId="{89AB4BA4-D58C-4CDF-9C9D-9CCC01A8A3EC}" destId="{DB77E6A4-C9D8-4DBF-AE14-C4815EB567DB}" srcOrd="1" destOrd="0" presId="urn:microsoft.com/office/officeart/2005/8/layout/vProcess5"/>
    <dgm:cxn modelId="{4B57E1B8-6D54-465B-A696-C8C275F68725}" type="presOf" srcId="{F259E8DD-A47B-47D7-BBC7-4FFF3D0BB91D}" destId="{316682B5-5E45-4544-BA5C-7E3DDD8A7A2E}" srcOrd="1" destOrd="0" presId="urn:microsoft.com/office/officeart/2005/8/layout/vProcess5"/>
    <dgm:cxn modelId="{760D8ABE-3249-4251-A076-519AA15FF5C8}" type="presOf" srcId="{3821F236-0F3D-47C4-89DD-11AEF7612E3F}" destId="{A85BFF3B-D32C-4893-AED1-BDA20D1CB808}" srcOrd="1" destOrd="0" presId="urn:microsoft.com/office/officeart/2005/8/layout/vProcess5"/>
    <dgm:cxn modelId="{E74F18C0-1EAC-4E77-8F38-3F565FB02A47}" srcId="{5E5FF97B-F44E-435E-95F2-FB8AC1B90CB1}" destId="{89AB4BA4-D58C-4CDF-9C9D-9CCC01A8A3EC}" srcOrd="4" destOrd="0" parTransId="{407CEE2E-0573-4751-9865-83C166A58081}" sibTransId="{588EF2E6-C561-4F02-AA03-4DBF865ABFD6}"/>
    <dgm:cxn modelId="{78620ECF-747E-41EE-BEF6-3AAAC78703D3}" srcId="{5E5FF97B-F44E-435E-95F2-FB8AC1B90CB1}" destId="{3821F236-0F3D-47C4-89DD-11AEF7612E3F}" srcOrd="1" destOrd="0" parTransId="{624A4E2C-C8CF-4324-AD43-6288FB7E4909}" sibTransId="{53465499-AE09-4B69-8D56-6311B4B0BA46}"/>
    <dgm:cxn modelId="{FEDEF7CF-FC85-4EC8-BCE7-E3371D0E03D7}" type="presOf" srcId="{5738FC77-44F8-4863-BB83-BC50DED5724A}" destId="{EB9D442F-E426-4840-A606-FF991C9C7A91}" srcOrd="0" destOrd="0" presId="urn:microsoft.com/office/officeart/2005/8/layout/vProcess5"/>
    <dgm:cxn modelId="{85D4E9D0-A548-4C97-8465-248D0D8F7A3A}" type="presOf" srcId="{53465499-AE09-4B69-8D56-6311B4B0BA46}" destId="{762EFC35-F5A4-44D4-BAA0-93E43BAF1F92}" srcOrd="0" destOrd="0" presId="urn:microsoft.com/office/officeart/2005/8/layout/vProcess5"/>
    <dgm:cxn modelId="{31C98FDA-767D-4E9A-9761-BE7B789C6450}" type="presOf" srcId="{7D2DC8D8-7E46-4939-B21A-957070245596}" destId="{66990E3F-31B7-47BB-B448-C723EA54A673}" srcOrd="1" destOrd="0" presId="urn:microsoft.com/office/officeart/2005/8/layout/vProcess5"/>
    <dgm:cxn modelId="{8533C0DD-D52E-40EA-9EF1-1AA530969AD1}" srcId="{5E5FF97B-F44E-435E-95F2-FB8AC1B90CB1}" destId="{5738FC77-44F8-4863-BB83-BC50DED5724A}" srcOrd="0" destOrd="0" parTransId="{BD0F1E82-FFC3-4623-9855-06555D166231}" sibTransId="{9273539F-815E-4E68-88F0-1C3E7D2F51E0}"/>
    <dgm:cxn modelId="{2C42DBDE-7188-4188-B244-E2DFC1BC81A7}" type="presOf" srcId="{D7D3898D-C83F-4A87-B0B7-6C7BFF0F6969}" destId="{3AC5820C-C73A-4E6D-9C34-BFDC7DC5274D}" srcOrd="0" destOrd="0" presId="urn:microsoft.com/office/officeart/2005/8/layout/vProcess5"/>
    <dgm:cxn modelId="{B51522E3-D1FE-4336-9979-9E727AE8092D}" type="presOf" srcId="{5738FC77-44F8-4863-BB83-BC50DED5724A}" destId="{31F4985B-D626-4D20-818F-2A953E450172}" srcOrd="1" destOrd="0" presId="urn:microsoft.com/office/officeart/2005/8/layout/vProcess5"/>
    <dgm:cxn modelId="{0F6ADDF5-4F55-4FD8-B0C1-67E435CFBF28}" type="presOf" srcId="{9273539F-815E-4E68-88F0-1C3E7D2F51E0}" destId="{203F80DF-8880-4498-9985-AA2F228AE8A9}" srcOrd="0" destOrd="0" presId="urn:microsoft.com/office/officeart/2005/8/layout/vProcess5"/>
    <dgm:cxn modelId="{256517D3-A4E7-4A67-8380-DE677ED288DD}" type="presParOf" srcId="{20790424-DBA5-40DE-8E9A-DFECA6C1CBA1}" destId="{CB3AFB68-E53F-42F7-AFD4-3A1B6246EDCD}" srcOrd="0" destOrd="0" presId="urn:microsoft.com/office/officeart/2005/8/layout/vProcess5"/>
    <dgm:cxn modelId="{7F9769A2-992D-4DA1-B136-B36286AE4805}" type="presParOf" srcId="{20790424-DBA5-40DE-8E9A-DFECA6C1CBA1}" destId="{EB9D442F-E426-4840-A606-FF991C9C7A91}" srcOrd="1" destOrd="0" presId="urn:microsoft.com/office/officeart/2005/8/layout/vProcess5"/>
    <dgm:cxn modelId="{32B05210-D9A9-431D-8694-0AF3DE14139F}" type="presParOf" srcId="{20790424-DBA5-40DE-8E9A-DFECA6C1CBA1}" destId="{8026CB75-7C76-4ABF-8A53-F4AAE284CE28}" srcOrd="2" destOrd="0" presId="urn:microsoft.com/office/officeart/2005/8/layout/vProcess5"/>
    <dgm:cxn modelId="{86E526C6-5967-49A8-98C5-5F5B31ED5263}" type="presParOf" srcId="{20790424-DBA5-40DE-8E9A-DFECA6C1CBA1}" destId="{6072C27D-5428-45A9-8B03-D2A0302D2F73}" srcOrd="3" destOrd="0" presId="urn:microsoft.com/office/officeart/2005/8/layout/vProcess5"/>
    <dgm:cxn modelId="{0FFF9BF3-1F64-4526-913F-FF7D99CA356E}" type="presParOf" srcId="{20790424-DBA5-40DE-8E9A-DFECA6C1CBA1}" destId="{04209013-47E0-49B6-B1D2-7D92F080E2DC}" srcOrd="4" destOrd="0" presId="urn:microsoft.com/office/officeart/2005/8/layout/vProcess5"/>
    <dgm:cxn modelId="{0D74E10E-6B56-4FF7-ABEF-3B96057EB469}" type="presParOf" srcId="{20790424-DBA5-40DE-8E9A-DFECA6C1CBA1}" destId="{21207776-EEA9-4C25-BE1E-866228ED2B52}" srcOrd="5" destOrd="0" presId="urn:microsoft.com/office/officeart/2005/8/layout/vProcess5"/>
    <dgm:cxn modelId="{C2809AEB-9F6C-47CD-8B09-160334702A4E}" type="presParOf" srcId="{20790424-DBA5-40DE-8E9A-DFECA6C1CBA1}" destId="{203F80DF-8880-4498-9985-AA2F228AE8A9}" srcOrd="6" destOrd="0" presId="urn:microsoft.com/office/officeart/2005/8/layout/vProcess5"/>
    <dgm:cxn modelId="{87A0A33C-BF6A-420F-9580-FD53DE0BD596}" type="presParOf" srcId="{20790424-DBA5-40DE-8E9A-DFECA6C1CBA1}" destId="{762EFC35-F5A4-44D4-BAA0-93E43BAF1F92}" srcOrd="7" destOrd="0" presId="urn:microsoft.com/office/officeart/2005/8/layout/vProcess5"/>
    <dgm:cxn modelId="{B8AB1B2B-EC3C-4538-AAEA-41B9C3C8B3EB}" type="presParOf" srcId="{20790424-DBA5-40DE-8E9A-DFECA6C1CBA1}" destId="{9AE30FEF-525F-4334-9EB0-3051794ED01B}" srcOrd="8" destOrd="0" presId="urn:microsoft.com/office/officeart/2005/8/layout/vProcess5"/>
    <dgm:cxn modelId="{C8F64E7E-5B56-4449-9E36-2B90F0F73C50}" type="presParOf" srcId="{20790424-DBA5-40DE-8E9A-DFECA6C1CBA1}" destId="{3AC5820C-C73A-4E6D-9C34-BFDC7DC5274D}" srcOrd="9" destOrd="0" presId="urn:microsoft.com/office/officeart/2005/8/layout/vProcess5"/>
    <dgm:cxn modelId="{2BA48D44-A708-4905-A21B-0A8A23308E83}" type="presParOf" srcId="{20790424-DBA5-40DE-8E9A-DFECA6C1CBA1}" destId="{31F4985B-D626-4D20-818F-2A953E450172}" srcOrd="10" destOrd="0" presId="urn:microsoft.com/office/officeart/2005/8/layout/vProcess5"/>
    <dgm:cxn modelId="{C71B6734-099C-4A72-BC7C-2ADC646D0A69}" type="presParOf" srcId="{20790424-DBA5-40DE-8E9A-DFECA6C1CBA1}" destId="{A85BFF3B-D32C-4893-AED1-BDA20D1CB808}" srcOrd="11" destOrd="0" presId="urn:microsoft.com/office/officeart/2005/8/layout/vProcess5"/>
    <dgm:cxn modelId="{BD3187EA-E5A3-4036-93E3-55F89CC23713}" type="presParOf" srcId="{20790424-DBA5-40DE-8E9A-DFECA6C1CBA1}" destId="{316682B5-5E45-4544-BA5C-7E3DDD8A7A2E}" srcOrd="12" destOrd="0" presId="urn:microsoft.com/office/officeart/2005/8/layout/vProcess5"/>
    <dgm:cxn modelId="{34C8FE06-3538-4F60-BD5A-BCDF9E05D5AB}" type="presParOf" srcId="{20790424-DBA5-40DE-8E9A-DFECA6C1CBA1}" destId="{66990E3F-31B7-47BB-B448-C723EA54A673}" srcOrd="13" destOrd="0" presId="urn:microsoft.com/office/officeart/2005/8/layout/vProcess5"/>
    <dgm:cxn modelId="{D1142AE4-7897-4B51-BF6E-8D3A0434DD0C}" type="presParOf" srcId="{20790424-DBA5-40DE-8E9A-DFECA6C1CBA1}" destId="{DB77E6A4-C9D8-4DBF-AE14-C4815EB567DB}"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F9BDF-C372-4050-B8DC-5D69E1BB2DE9}">
      <dsp:nvSpPr>
        <dsp:cNvPr id="0" name=""/>
        <dsp:cNvSpPr/>
      </dsp:nvSpPr>
      <dsp:spPr>
        <a:xfrm>
          <a:off x="51" y="12258"/>
          <a:ext cx="4913783" cy="1267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2928" tIns="178816" rIns="312928" bIns="178816" numCol="1" spcCol="1270" anchor="ctr" anchorCtr="0">
          <a:noAutofit/>
        </a:bodyPr>
        <a:lstStyle/>
        <a:p>
          <a:pPr marL="0" lvl="0" indent="0" algn="ctr" defTabSz="1955800">
            <a:lnSpc>
              <a:spcPct val="90000"/>
            </a:lnSpc>
            <a:spcBef>
              <a:spcPct val="0"/>
            </a:spcBef>
            <a:spcAft>
              <a:spcPct val="35000"/>
            </a:spcAft>
            <a:buNone/>
          </a:pPr>
          <a:r>
            <a:rPr lang="es-MX" sz="4400" kern="1200"/>
            <a:t>Motores</a:t>
          </a:r>
          <a:endParaRPr lang="en-US" sz="4400" kern="1200"/>
        </a:p>
      </dsp:txBody>
      <dsp:txXfrm>
        <a:off x="51" y="12258"/>
        <a:ext cx="4913783" cy="1267200"/>
      </dsp:txXfrm>
    </dsp:sp>
    <dsp:sp modelId="{E0B99F3F-F8CD-454E-9ACA-EC0936D9FF37}">
      <dsp:nvSpPr>
        <dsp:cNvPr id="0" name=""/>
        <dsp:cNvSpPr/>
      </dsp:nvSpPr>
      <dsp:spPr>
        <a:xfrm>
          <a:off x="51" y="1279458"/>
          <a:ext cx="4913783" cy="265715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34696" rIns="312928" bIns="352044" numCol="1" spcCol="1270" anchor="t" anchorCtr="0">
          <a:noAutofit/>
        </a:bodyPr>
        <a:lstStyle/>
        <a:p>
          <a:pPr marL="285750" lvl="1" indent="-285750" algn="l" defTabSz="1955800">
            <a:lnSpc>
              <a:spcPct val="90000"/>
            </a:lnSpc>
            <a:spcBef>
              <a:spcPct val="0"/>
            </a:spcBef>
            <a:spcAft>
              <a:spcPct val="15000"/>
            </a:spcAft>
            <a:buChar char="•"/>
          </a:pPr>
          <a:r>
            <a:rPr lang="es-MX" sz="4400" kern="1200"/>
            <a:t>Dockers</a:t>
          </a:r>
          <a:endParaRPr lang="en-US" sz="4400" kern="1200"/>
        </a:p>
        <a:p>
          <a:pPr marL="285750" lvl="1" indent="-285750" algn="l" defTabSz="1955800">
            <a:lnSpc>
              <a:spcPct val="90000"/>
            </a:lnSpc>
            <a:spcBef>
              <a:spcPct val="0"/>
            </a:spcBef>
            <a:spcAft>
              <a:spcPct val="15000"/>
            </a:spcAft>
            <a:buChar char="•"/>
          </a:pPr>
          <a:r>
            <a:rPr lang="es-MX" sz="4400" kern="1200" dirty="0" err="1"/>
            <a:t>Podman</a:t>
          </a:r>
          <a:endParaRPr lang="en-US" sz="4400" kern="1200" dirty="0"/>
        </a:p>
        <a:p>
          <a:pPr marL="285750" lvl="1" indent="-285750" algn="l" defTabSz="1955800">
            <a:lnSpc>
              <a:spcPct val="90000"/>
            </a:lnSpc>
            <a:spcBef>
              <a:spcPct val="0"/>
            </a:spcBef>
            <a:spcAft>
              <a:spcPct val="15000"/>
            </a:spcAft>
            <a:buNone/>
          </a:pPr>
          <a:r>
            <a:rPr lang="es-MX" sz="4400" kern="1200"/>
            <a:t>CRI-O</a:t>
          </a:r>
          <a:endParaRPr lang="en-US" sz="4400" kern="1200" dirty="0"/>
        </a:p>
      </dsp:txBody>
      <dsp:txXfrm>
        <a:off x="51" y="1279458"/>
        <a:ext cx="4913783" cy="2657159"/>
      </dsp:txXfrm>
    </dsp:sp>
    <dsp:sp modelId="{FA8C8A9F-6CD4-40AD-9E6A-05105E2941FF}">
      <dsp:nvSpPr>
        <dsp:cNvPr id="0" name=""/>
        <dsp:cNvSpPr/>
      </dsp:nvSpPr>
      <dsp:spPr>
        <a:xfrm>
          <a:off x="5601764" y="12258"/>
          <a:ext cx="4913783" cy="1267200"/>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2928" tIns="178816" rIns="312928" bIns="178816" numCol="1" spcCol="1270" anchor="ctr" anchorCtr="0">
          <a:noAutofit/>
        </a:bodyPr>
        <a:lstStyle/>
        <a:p>
          <a:pPr marL="0" lvl="0" indent="0" algn="ctr" defTabSz="1955800">
            <a:lnSpc>
              <a:spcPct val="90000"/>
            </a:lnSpc>
            <a:spcBef>
              <a:spcPct val="0"/>
            </a:spcBef>
            <a:spcAft>
              <a:spcPct val="35000"/>
            </a:spcAft>
            <a:buNone/>
          </a:pPr>
          <a:r>
            <a:rPr lang="es-MX" sz="4400" kern="1200"/>
            <a:t>Orquestación</a:t>
          </a:r>
          <a:endParaRPr lang="en-US" sz="4400" kern="1200"/>
        </a:p>
      </dsp:txBody>
      <dsp:txXfrm>
        <a:off x="5601764" y="12258"/>
        <a:ext cx="4913783" cy="1267200"/>
      </dsp:txXfrm>
    </dsp:sp>
    <dsp:sp modelId="{C4735CB2-605E-4849-8537-A1BD11552527}">
      <dsp:nvSpPr>
        <dsp:cNvPr id="0" name=""/>
        <dsp:cNvSpPr/>
      </dsp:nvSpPr>
      <dsp:spPr>
        <a:xfrm>
          <a:off x="5601764" y="1279458"/>
          <a:ext cx="4913783" cy="2657159"/>
        </a:xfrm>
        <a:prstGeom prst="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34696" rIns="312928" bIns="352044" numCol="1" spcCol="1270" anchor="t" anchorCtr="0">
          <a:noAutofit/>
        </a:bodyPr>
        <a:lstStyle/>
        <a:p>
          <a:pPr marL="285750" lvl="1" indent="-285750" algn="l" defTabSz="1955800">
            <a:lnSpc>
              <a:spcPct val="90000"/>
            </a:lnSpc>
            <a:spcBef>
              <a:spcPct val="0"/>
            </a:spcBef>
            <a:spcAft>
              <a:spcPct val="15000"/>
            </a:spcAft>
            <a:buChar char="•"/>
          </a:pPr>
          <a:r>
            <a:rPr lang="es-MX" sz="4400" kern="1200"/>
            <a:t>Kubernets</a:t>
          </a:r>
          <a:endParaRPr lang="en-US" sz="4400" kern="1200"/>
        </a:p>
        <a:p>
          <a:pPr marL="285750" lvl="1" indent="-285750" algn="l" defTabSz="1955800">
            <a:lnSpc>
              <a:spcPct val="90000"/>
            </a:lnSpc>
            <a:spcBef>
              <a:spcPct val="0"/>
            </a:spcBef>
            <a:spcAft>
              <a:spcPct val="15000"/>
            </a:spcAft>
            <a:buChar char="•"/>
          </a:pPr>
          <a:r>
            <a:rPr lang="es-MX" sz="4400" kern="1200"/>
            <a:t>Docker Swarm</a:t>
          </a:r>
          <a:endParaRPr lang="en-US" sz="4400" kern="1200"/>
        </a:p>
        <a:p>
          <a:pPr marL="285750" lvl="1" indent="-285750" algn="l" defTabSz="1955800">
            <a:lnSpc>
              <a:spcPct val="90000"/>
            </a:lnSpc>
            <a:spcBef>
              <a:spcPct val="0"/>
            </a:spcBef>
            <a:spcAft>
              <a:spcPct val="15000"/>
            </a:spcAft>
            <a:buChar char="•"/>
          </a:pPr>
          <a:r>
            <a:rPr lang="es-MX" sz="4400" kern="1200"/>
            <a:t>Nomad </a:t>
          </a:r>
          <a:endParaRPr lang="en-US" sz="4400" kern="1200"/>
        </a:p>
      </dsp:txBody>
      <dsp:txXfrm>
        <a:off x="5601764" y="1279458"/>
        <a:ext cx="4913783" cy="26571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442F-E426-4840-A606-FF991C9C7A91}">
      <dsp:nvSpPr>
        <dsp:cNvPr id="0" name=""/>
        <dsp:cNvSpPr/>
      </dsp:nvSpPr>
      <dsp:spPr>
        <a:xfrm>
          <a:off x="0" y="0"/>
          <a:ext cx="8414428" cy="66409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Crear </a:t>
          </a:r>
          <a:r>
            <a:rPr lang="es-MX" sz="2800" kern="1200"/>
            <a:t>el contenedor (Dockerfile)</a:t>
          </a:r>
          <a:endParaRPr lang="es-MX" sz="2800" kern="1200" dirty="0"/>
        </a:p>
      </dsp:txBody>
      <dsp:txXfrm>
        <a:off x="19451" y="19451"/>
        <a:ext cx="7620120" cy="625190"/>
      </dsp:txXfrm>
    </dsp:sp>
    <dsp:sp modelId="{8026CB75-7C76-4ABF-8A53-F4AAE284CE28}">
      <dsp:nvSpPr>
        <dsp:cNvPr id="0" name=""/>
        <dsp:cNvSpPr/>
      </dsp:nvSpPr>
      <dsp:spPr>
        <a:xfrm>
          <a:off x="628350" y="756328"/>
          <a:ext cx="8414428" cy="664092"/>
        </a:xfrm>
        <a:prstGeom prst="roundRect">
          <a:avLst>
            <a:gd name="adj" fmla="val 10000"/>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Construir la imagen</a:t>
          </a:r>
        </a:p>
      </dsp:txBody>
      <dsp:txXfrm>
        <a:off x="647801" y="775779"/>
        <a:ext cx="7315515" cy="625190"/>
      </dsp:txXfrm>
    </dsp:sp>
    <dsp:sp modelId="{6072C27D-5428-45A9-8B03-D2A0302D2F73}">
      <dsp:nvSpPr>
        <dsp:cNvPr id="0" name=""/>
        <dsp:cNvSpPr/>
      </dsp:nvSpPr>
      <dsp:spPr>
        <a:xfrm>
          <a:off x="1256700" y="1512656"/>
          <a:ext cx="8414428" cy="664092"/>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Almacenar la imagen</a:t>
          </a:r>
        </a:p>
      </dsp:txBody>
      <dsp:txXfrm>
        <a:off x="1276151" y="1532107"/>
        <a:ext cx="7315515" cy="625190"/>
      </dsp:txXfrm>
    </dsp:sp>
    <dsp:sp modelId="{04209013-47E0-49B6-B1D2-7D92F080E2DC}">
      <dsp:nvSpPr>
        <dsp:cNvPr id="0" name=""/>
        <dsp:cNvSpPr/>
      </dsp:nvSpPr>
      <dsp:spPr>
        <a:xfrm>
          <a:off x="1885050" y="2268984"/>
          <a:ext cx="8414428" cy="664092"/>
        </a:xfrm>
        <a:prstGeom prst="roundRect">
          <a:avLst>
            <a:gd name="adj" fmla="val 10000"/>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Ejecutar el contenedor</a:t>
          </a:r>
        </a:p>
      </dsp:txBody>
      <dsp:txXfrm>
        <a:off x="1904501" y="2288435"/>
        <a:ext cx="7315515" cy="625190"/>
      </dsp:txXfrm>
    </dsp:sp>
    <dsp:sp modelId="{21207776-EEA9-4C25-BE1E-866228ED2B52}">
      <dsp:nvSpPr>
        <dsp:cNvPr id="0" name=""/>
        <dsp:cNvSpPr/>
      </dsp:nvSpPr>
      <dsp:spPr>
        <a:xfrm>
          <a:off x="2513400" y="3025312"/>
          <a:ext cx="8414428" cy="66409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a:t>Administración de contenedores</a:t>
          </a:r>
          <a:endParaRPr lang="es-MX" sz="2800" kern="1200" dirty="0"/>
        </a:p>
      </dsp:txBody>
      <dsp:txXfrm>
        <a:off x="2532851" y="3044763"/>
        <a:ext cx="7315515" cy="625190"/>
      </dsp:txXfrm>
    </dsp:sp>
    <dsp:sp modelId="{203F80DF-8880-4498-9985-AA2F228AE8A9}">
      <dsp:nvSpPr>
        <dsp:cNvPr id="0" name=""/>
        <dsp:cNvSpPr/>
      </dsp:nvSpPr>
      <dsp:spPr>
        <a:xfrm>
          <a:off x="7982767" y="485156"/>
          <a:ext cx="431660" cy="43166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s-MX" sz="1900" kern="1200"/>
        </a:p>
      </dsp:txBody>
      <dsp:txXfrm>
        <a:off x="8079890" y="485156"/>
        <a:ext cx="237414" cy="324824"/>
      </dsp:txXfrm>
    </dsp:sp>
    <dsp:sp modelId="{762EFC35-F5A4-44D4-BAA0-93E43BAF1F92}">
      <dsp:nvSpPr>
        <dsp:cNvPr id="0" name=""/>
        <dsp:cNvSpPr/>
      </dsp:nvSpPr>
      <dsp:spPr>
        <a:xfrm>
          <a:off x="8611118" y="1241484"/>
          <a:ext cx="431660" cy="431660"/>
        </a:xfrm>
        <a:prstGeom prst="downArrow">
          <a:avLst>
            <a:gd name="adj1" fmla="val 55000"/>
            <a:gd name="adj2" fmla="val 45000"/>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s-MX" sz="1900" kern="1200"/>
        </a:p>
      </dsp:txBody>
      <dsp:txXfrm>
        <a:off x="8708241" y="1241484"/>
        <a:ext cx="237414" cy="324824"/>
      </dsp:txXfrm>
    </dsp:sp>
    <dsp:sp modelId="{9AE30FEF-525F-4334-9EB0-3051794ED01B}">
      <dsp:nvSpPr>
        <dsp:cNvPr id="0" name=""/>
        <dsp:cNvSpPr/>
      </dsp:nvSpPr>
      <dsp:spPr>
        <a:xfrm>
          <a:off x="9239468" y="1986744"/>
          <a:ext cx="431660" cy="431660"/>
        </a:xfrm>
        <a:prstGeom prst="downArrow">
          <a:avLst>
            <a:gd name="adj1" fmla="val 55000"/>
            <a:gd name="adj2" fmla="val 45000"/>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s-MX" sz="1900" kern="1200"/>
        </a:p>
      </dsp:txBody>
      <dsp:txXfrm>
        <a:off x="9336591" y="1986744"/>
        <a:ext cx="237414" cy="324824"/>
      </dsp:txXfrm>
    </dsp:sp>
    <dsp:sp modelId="{3AC5820C-C73A-4E6D-9C34-BFDC7DC5274D}">
      <dsp:nvSpPr>
        <dsp:cNvPr id="0" name=""/>
        <dsp:cNvSpPr/>
      </dsp:nvSpPr>
      <dsp:spPr>
        <a:xfrm>
          <a:off x="9867818" y="2750451"/>
          <a:ext cx="431660" cy="431660"/>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s-MX" sz="1900" kern="1200"/>
        </a:p>
      </dsp:txBody>
      <dsp:txXfrm>
        <a:off x="9964941" y="2750451"/>
        <a:ext cx="237414" cy="32482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492684-F6B9-4445-BA49-9AA10E6CFAD6}" type="datetimeFigureOut">
              <a:rPr lang="es-419" smtClean="0"/>
              <a:t>26/5/2026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F0A9F-34CB-4839-893C-8D162E776B0C}" type="slidenum">
              <a:rPr lang="es-419" smtClean="0"/>
              <a:t>‹Nº›</a:t>
            </a:fld>
            <a:endParaRPr lang="es-419"/>
          </a:p>
        </p:txBody>
      </p:sp>
    </p:spTree>
    <p:extLst>
      <p:ext uri="{BB962C8B-B14F-4D97-AF65-F5344CB8AC3E}">
        <p14:creationId xmlns:p14="http://schemas.microsoft.com/office/powerpoint/2010/main" val="22943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MX"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method for packaging and securely running an application within an application virtualization environment. Also known as an application container or a server application container.</a:t>
            </a:r>
            <a:endParaRPr lang="es-MX" sz="1050" dirty="0"/>
          </a:p>
          <a:p>
            <a:r>
              <a:rPr lang="en-US" sz="1200" b="0" i="0" kern="1200" dirty="0">
                <a:solidFill>
                  <a:schemeClr val="tx1"/>
                </a:solidFill>
                <a:effectLst/>
                <a:latin typeface="+mn-lt"/>
                <a:ea typeface="+mn-ea"/>
                <a:cs typeface="+mn-cs"/>
              </a:rPr>
              <a:t>includes the application and all its dependencies, libraries, and binaries, enabling it to run consistently across different computing environments.</a:t>
            </a:r>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3</a:t>
            </a:fld>
            <a:endParaRPr lang="es-MX"/>
          </a:p>
        </p:txBody>
      </p:sp>
    </p:spTree>
    <p:extLst>
      <p:ext uri="{BB962C8B-B14F-4D97-AF65-F5344CB8AC3E}">
        <p14:creationId xmlns:p14="http://schemas.microsoft.com/office/powerpoint/2010/main" val="559130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0" i="0" kern="1200" dirty="0">
                <a:solidFill>
                  <a:schemeClr val="tx1"/>
                </a:solidFill>
                <a:effectLst/>
                <a:latin typeface="+mn-lt"/>
                <a:ea typeface="+mn-ea"/>
                <a:cs typeface="+mn-cs"/>
              </a:rPr>
              <a:t>Los contenedores son paquetes de software ligeros que contienen todas las dependencias necesarias para ejecutar la aplicación de software contenida. Estas dependencias incluyen elementos como bibliotecas del sistema, paquetes de código externos de terceros y otras aplicaciones a nivel del sistema operativo. Las dependencias incluidas en un contenedor existen en niveles de pila que se encuentran por encima del sistema operativo</a:t>
            </a:r>
          </a:p>
          <a:p>
            <a:r>
              <a:rPr lang="es-MX" sz="1200" b="0" i="0" kern="1200" dirty="0">
                <a:solidFill>
                  <a:schemeClr val="tx1"/>
                </a:solidFill>
                <a:effectLst/>
                <a:latin typeface="+mn-lt"/>
                <a:ea typeface="+mn-ea"/>
                <a:cs typeface="+mn-cs"/>
              </a:rPr>
              <a:t>Las máquinas virtuales son paquetes de software pesados que proporcionan una emulación completa de dispositivos de hardware de bajo nivel, como la CPU, el disco y los dispositivos de red. Las máquinas virtuales también pueden incluir una pila de software complementaria para ejecutarse en el hardware emulado. Estos paquetes de hardware y software combinados producen una instantánea totalmente funcional de un sistema informático.</a:t>
            </a:r>
          </a:p>
          <a:p>
            <a:r>
              <a:rPr lang="es-MX" sz="1200" b="0" i="0" kern="1200" dirty="0">
                <a:solidFill>
                  <a:schemeClr val="tx1"/>
                </a:solidFill>
                <a:effectLst/>
                <a:latin typeface="+mn-lt"/>
                <a:ea typeface="+mn-ea"/>
                <a:cs typeface="+mn-cs"/>
              </a:rPr>
              <a:t>Es totalmente posible utilizar contenedores y máquinas virtuales conjuntamente, aunque puede ser que, a la práctica, no se den este tipo de situaciones. Se puede crear una máquina virtual que emule una configuración de hardware única. A continuación, se puede instalar un sistema operativo en el hardware de esta máquina virtual. Una vez que la máquina virtual es funcional e inicia el sistema operativo, se puede instalar un entorno en tiempo de ejecución de contenedores en el sistema operativo. En este punto tenemos un sistema informático funcional con hardware emulado en el que podemos instalar contenedores.</a:t>
            </a:r>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4</a:t>
            </a:fld>
            <a:endParaRPr lang="es-MX" dirty="0"/>
          </a:p>
        </p:txBody>
      </p:sp>
    </p:spTree>
    <p:extLst>
      <p:ext uri="{BB962C8B-B14F-4D97-AF65-F5344CB8AC3E}">
        <p14:creationId xmlns:p14="http://schemas.microsoft.com/office/powerpoint/2010/main" val="841994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1" i="0" kern="1200" dirty="0">
                <a:solidFill>
                  <a:schemeClr val="tx1"/>
                </a:solidFill>
                <a:effectLst/>
                <a:latin typeface="+mn-lt"/>
                <a:ea typeface="+mn-ea"/>
                <a:cs typeface="+mn-cs"/>
              </a:rPr>
              <a:t>Creating a Container Image:</a:t>
            </a:r>
            <a:r>
              <a:rPr lang="en-US" sz="1200" b="0" i="0" kern="1200" dirty="0">
                <a:solidFill>
                  <a:schemeClr val="tx1"/>
                </a:solidFill>
                <a:effectLst/>
                <a:latin typeface="+mn-lt"/>
                <a:ea typeface="+mn-ea"/>
                <a:cs typeface="+mn-cs"/>
              </a:rPr>
              <a:t> Creating a container image starts with a </a:t>
            </a:r>
            <a:r>
              <a:rPr lang="en-US" sz="1200" b="0" i="0" kern="1200" dirty="0" err="1">
                <a:solidFill>
                  <a:schemeClr val="tx1"/>
                </a:solidFill>
                <a:effectLst/>
                <a:latin typeface="+mn-lt"/>
                <a:ea typeface="+mn-ea"/>
                <a:cs typeface="+mn-cs"/>
              </a:rPr>
              <a:t>Dockerfile</a:t>
            </a:r>
            <a:r>
              <a:rPr lang="en-US" sz="1200" b="0" i="0" kern="1200" dirty="0">
                <a:solidFill>
                  <a:schemeClr val="tx1"/>
                </a:solidFill>
                <a:effectLst/>
                <a:latin typeface="+mn-lt"/>
                <a:ea typeface="+mn-ea"/>
                <a:cs typeface="+mn-cs"/>
              </a:rPr>
              <a:t>. This file specifies the base image, installs required packages, copies the application code, and configures runtime settings. It also defines the environment, software dependencies, and application configurations needed to run the app.</a:t>
            </a:r>
          </a:p>
          <a:p>
            <a:r>
              <a:rPr lang="en-US" sz="1200" b="1" i="0" kern="1200" dirty="0">
                <a:solidFill>
                  <a:schemeClr val="tx1"/>
                </a:solidFill>
                <a:effectLst/>
                <a:latin typeface="+mn-lt"/>
                <a:ea typeface="+mn-ea"/>
                <a:cs typeface="+mn-cs"/>
              </a:rPr>
              <a:t>Building the Image:</a:t>
            </a:r>
            <a:r>
              <a:rPr lang="en-US" sz="1200" b="0" i="0" kern="1200" dirty="0">
                <a:solidFill>
                  <a:schemeClr val="tx1"/>
                </a:solidFill>
                <a:effectLst/>
                <a:latin typeface="+mn-lt"/>
                <a:ea typeface="+mn-ea"/>
                <a:cs typeface="+mn-cs"/>
              </a:rPr>
              <a:t> After writing the </a:t>
            </a:r>
            <a:r>
              <a:rPr lang="en-US" sz="1200" b="0" i="0" kern="1200" dirty="0" err="1">
                <a:solidFill>
                  <a:schemeClr val="tx1"/>
                </a:solidFill>
                <a:effectLst/>
                <a:latin typeface="+mn-lt"/>
                <a:ea typeface="+mn-ea"/>
                <a:cs typeface="+mn-cs"/>
              </a:rPr>
              <a:t>Dockerfile</a:t>
            </a:r>
            <a:r>
              <a:rPr lang="en-US" sz="1200" b="0" i="0" kern="1200" dirty="0">
                <a:solidFill>
                  <a:schemeClr val="tx1"/>
                </a:solidFill>
                <a:effectLst/>
                <a:latin typeface="+mn-lt"/>
                <a:ea typeface="+mn-ea"/>
                <a:cs typeface="+mn-cs"/>
              </a:rPr>
              <a:t>, developers generate the image using a containerization tool such as Docker. After reading the </a:t>
            </a:r>
            <a:r>
              <a:rPr lang="en-US" sz="1200" b="0" i="0" kern="1200" dirty="0" err="1">
                <a:solidFill>
                  <a:schemeClr val="tx1"/>
                </a:solidFill>
                <a:effectLst/>
                <a:latin typeface="+mn-lt"/>
                <a:ea typeface="+mn-ea"/>
                <a:cs typeface="+mn-cs"/>
              </a:rPr>
              <a:t>Dockerfile</a:t>
            </a:r>
            <a:r>
              <a:rPr lang="en-US" sz="1200" b="0" i="0" kern="1200" dirty="0">
                <a:solidFill>
                  <a:schemeClr val="tx1"/>
                </a:solidFill>
                <a:effectLst/>
                <a:latin typeface="+mn-lt"/>
                <a:ea typeface="+mn-ea"/>
                <a:cs typeface="+mn-cs"/>
              </a:rPr>
              <a:t>, the tool installs dependencies downloads any necessary base images or libraries, and bundles everything into an unchangeable image. In essence, the application and its runtime environment are captured in this image.</a:t>
            </a:r>
          </a:p>
          <a:p>
            <a:r>
              <a:rPr lang="en-US" sz="1200" b="1" i="0" kern="1200" dirty="0">
                <a:solidFill>
                  <a:schemeClr val="tx1"/>
                </a:solidFill>
                <a:effectLst/>
                <a:latin typeface="+mn-lt"/>
                <a:ea typeface="+mn-ea"/>
                <a:cs typeface="+mn-cs"/>
              </a:rPr>
              <a:t>Storing the Image:</a:t>
            </a:r>
            <a:r>
              <a:rPr lang="en-US" sz="1200" b="0" i="0" kern="1200" dirty="0">
                <a:solidFill>
                  <a:schemeClr val="tx1"/>
                </a:solidFill>
                <a:effectLst/>
                <a:latin typeface="+mn-lt"/>
                <a:ea typeface="+mn-ea"/>
                <a:cs typeface="+mn-cs"/>
              </a:rPr>
              <a:t> A container image is usually stored in a container registry, such as Docker Hub, Google Container Registry, or a custom registry. This makes it possible to share the image between various production, testing, and development environments.</a:t>
            </a:r>
          </a:p>
          <a:p>
            <a:r>
              <a:rPr lang="en-US" sz="1200" b="1" i="0" kern="1200" dirty="0">
                <a:solidFill>
                  <a:schemeClr val="tx1"/>
                </a:solidFill>
                <a:effectLst/>
                <a:latin typeface="+mn-lt"/>
                <a:ea typeface="+mn-ea"/>
                <a:cs typeface="+mn-cs"/>
              </a:rPr>
              <a:t>Running the Container:</a:t>
            </a:r>
            <a:r>
              <a:rPr lang="en-US" sz="1200" b="0" i="0" kern="1200" dirty="0">
                <a:solidFill>
                  <a:schemeClr val="tx1"/>
                </a:solidFill>
                <a:effectLst/>
                <a:latin typeface="+mn-lt"/>
                <a:ea typeface="+mn-ea"/>
                <a:cs typeface="+mn-cs"/>
              </a:rPr>
              <a:t> The container image is taken from the registry and run on a host computer to deploy the application. Using the host’s operating system kernel, the container operates as a separate process with access to just the resources it requires (CPU, memory, and storage). Containers are lightweight and quick to start since they share the same OS kernel as virtual machines.</a:t>
            </a:r>
          </a:p>
          <a:p>
            <a:r>
              <a:rPr lang="en-US" sz="1200" b="1" i="0" kern="1200" dirty="0">
                <a:solidFill>
                  <a:schemeClr val="tx1"/>
                </a:solidFill>
                <a:effectLst/>
                <a:latin typeface="+mn-lt"/>
                <a:ea typeface="+mn-ea"/>
                <a:cs typeface="+mn-cs"/>
              </a:rPr>
              <a:t>Scaling and Managing Containers:</a:t>
            </a:r>
            <a:r>
              <a:rPr lang="en-US" sz="1200" b="0" i="0" kern="1200" dirty="0">
                <a:solidFill>
                  <a:schemeClr val="tx1"/>
                </a:solidFill>
                <a:effectLst/>
                <a:latin typeface="+mn-lt"/>
                <a:ea typeface="+mn-ea"/>
                <a:cs typeface="+mn-cs"/>
              </a:rPr>
              <a:t> Scaling and managing containers is simple. Tools like Kubernetes or Docker Swarm coordinate the deployment of multiple containers across various servers, enabling horizontal scaling, load balancing, and monitoring of applications.</a:t>
            </a:r>
          </a:p>
          <a:p>
            <a:endParaRPr lang="es-MX" dirty="0"/>
          </a:p>
        </p:txBody>
      </p:sp>
      <p:sp>
        <p:nvSpPr>
          <p:cNvPr id="4" name="Marcador de número de diapositiva 3"/>
          <p:cNvSpPr>
            <a:spLocks noGrp="1"/>
          </p:cNvSpPr>
          <p:nvPr>
            <p:ph type="sldNum" sz="quarter" idx="5"/>
          </p:nvPr>
        </p:nvSpPr>
        <p:spPr/>
        <p:txBody>
          <a:bodyPr/>
          <a:lstStyle/>
          <a:p>
            <a:fld id="{F3BF0A9F-34CB-4839-893C-8D162E776B0C}" type="slidenum">
              <a:rPr lang="es-419" smtClean="0"/>
              <a:t>8</a:t>
            </a:fld>
            <a:endParaRPr lang="es-419"/>
          </a:p>
        </p:txBody>
      </p:sp>
    </p:spTree>
    <p:extLst>
      <p:ext uri="{BB962C8B-B14F-4D97-AF65-F5344CB8AC3E}">
        <p14:creationId xmlns:p14="http://schemas.microsoft.com/office/powerpoint/2010/main" val="1308211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EC721A-CADD-D95C-3CA6-7ADDA5E75B6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277785E1-E09A-AA0A-110B-51EF0083ED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F974158-5857-53D5-0C60-7BCB82236E5A}"/>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5" name="Marcador de pie de página 4">
            <a:extLst>
              <a:ext uri="{FF2B5EF4-FFF2-40B4-BE49-F238E27FC236}">
                <a16:creationId xmlns:a16="http://schemas.microsoft.com/office/drawing/2014/main" id="{DDC47C83-3E00-9F9E-4EC2-E75B76FCD44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3900001-F2B5-AF8C-DC4E-E512ED4FE24B}"/>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335425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C23D0B-7ABC-0B14-CEBD-60CB7BA6BFD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BFA20FB-A896-552A-9EC6-8F52104DF12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33E5C51-02EA-70A8-DDA9-A49F1DF23F27}"/>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5" name="Marcador de pie de página 4">
            <a:extLst>
              <a:ext uri="{FF2B5EF4-FFF2-40B4-BE49-F238E27FC236}">
                <a16:creationId xmlns:a16="http://schemas.microsoft.com/office/drawing/2014/main" id="{10DBCD43-F510-835B-B4BD-C92086E3515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DFD79-6131-A07A-57DD-12EECB7BE04D}"/>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4093060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DCC65-B004-FF08-443A-06C3AC7E90A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688461-2399-EB84-87C0-C1983D7472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1B0B20D-C643-9AA2-CE92-609866AC0402}"/>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5" name="Marcador de pie de página 4">
            <a:extLst>
              <a:ext uri="{FF2B5EF4-FFF2-40B4-BE49-F238E27FC236}">
                <a16:creationId xmlns:a16="http://schemas.microsoft.com/office/drawing/2014/main" id="{2B59F945-04CA-3462-B6FF-453F04DD1DB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10854A4-3397-4CCD-9B33-55C20622AC38}"/>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5569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27353A-1FB8-C8CE-7268-C074FBAC1A8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D8B6B9B-0986-85DF-F608-F4A53CC47AD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55A8D05-3061-F21C-397F-6A00A31DAC6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8D06941-CE49-F8A9-CB08-62E7571C6D0A}"/>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6" name="Marcador de pie de página 5">
            <a:extLst>
              <a:ext uri="{FF2B5EF4-FFF2-40B4-BE49-F238E27FC236}">
                <a16:creationId xmlns:a16="http://schemas.microsoft.com/office/drawing/2014/main" id="{CFA98F72-18DB-B158-58EB-E56FE23A503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B61148A-683D-12BF-8139-FE0DD3EEE4DD}"/>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2410876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5556C8-F6E3-AF6B-93BF-F006746BB8E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BBF343B-1347-ADA5-5A38-6E107DDF3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54F48C-7627-BA29-A4B0-8D11295A5CA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D6789105-344C-D70B-8ED6-82260574F2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CD78EA5-8828-5755-0113-1428639FF77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C8FC9F7-E5AC-9465-98EE-1B0E5E2E46EA}"/>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8" name="Marcador de pie de página 7">
            <a:extLst>
              <a:ext uri="{FF2B5EF4-FFF2-40B4-BE49-F238E27FC236}">
                <a16:creationId xmlns:a16="http://schemas.microsoft.com/office/drawing/2014/main" id="{B8EC1DF7-8714-5972-4EBA-26B497DD978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15DE81B-E5FC-D3FD-666A-F8F486B8FA3F}"/>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1721120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423614-8255-A4BE-C7E0-06235FC67C7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73DFACA-9E59-6813-1461-FF4D059602A0}"/>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4" name="Marcador de pie de página 3">
            <a:extLst>
              <a:ext uri="{FF2B5EF4-FFF2-40B4-BE49-F238E27FC236}">
                <a16:creationId xmlns:a16="http://schemas.microsoft.com/office/drawing/2014/main" id="{8F031215-85D6-1F80-AFBD-359CF4DE725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0C75492-B089-97D8-54C3-210C5A14E71D}"/>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391038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EC2B280-6B07-4A01-BC62-E8908E9265E3}"/>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3" name="Marcador de pie de página 2">
            <a:extLst>
              <a:ext uri="{FF2B5EF4-FFF2-40B4-BE49-F238E27FC236}">
                <a16:creationId xmlns:a16="http://schemas.microsoft.com/office/drawing/2014/main" id="{AB33A184-93B5-ED19-C322-753F2F2B9D05}"/>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9B94A408-65A1-7CDB-CC39-2A9BB0492841}"/>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4290551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2B952-6A80-EA6C-2D26-1D006DF7C59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056FA28-905A-EB27-4B5D-06E9F30EB8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2D638D5-8F7C-9A57-B0BF-8510D41BE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4A4182-8747-565D-F67C-ECAC63AB6A33}"/>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6" name="Marcador de pie de página 5">
            <a:extLst>
              <a:ext uri="{FF2B5EF4-FFF2-40B4-BE49-F238E27FC236}">
                <a16:creationId xmlns:a16="http://schemas.microsoft.com/office/drawing/2014/main" id="{93040A1A-9801-890E-4444-6B1F6D191E2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E262311-8283-11B8-DFB1-5E9C696362F8}"/>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3303691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B727F-4D07-C9B6-457C-585E640CA5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0B985CB-42FB-0E4F-2794-48276B1E42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33BFB1E-EDC2-BD4A-C4A7-785CE68E2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60BF186-8C9A-4E75-E49C-1FE515AE5901}"/>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6" name="Marcador de pie de página 5">
            <a:extLst>
              <a:ext uri="{FF2B5EF4-FFF2-40B4-BE49-F238E27FC236}">
                <a16:creationId xmlns:a16="http://schemas.microsoft.com/office/drawing/2014/main" id="{051CCA8F-6D8F-77DC-97FB-0EED8145304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0A1FBD-446A-1226-863F-B97882F3A75E}"/>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2995550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D49EED-2667-BE17-6006-ED84CA4B3B2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CA6C9DA-FBF3-1FC5-C5FE-0D7E17E63D1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0CF7FC-B671-7794-9B65-8F0C08242541}"/>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5" name="Marcador de pie de página 4">
            <a:extLst>
              <a:ext uri="{FF2B5EF4-FFF2-40B4-BE49-F238E27FC236}">
                <a16:creationId xmlns:a16="http://schemas.microsoft.com/office/drawing/2014/main" id="{92087168-3CCE-1917-5378-0951ABA9115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4F5AB76-2B33-C9A7-3A10-2010D040E009}"/>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1284464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6D32C3-C594-D2CB-C698-FE9FB4E80A7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7A12C02-37F5-77DE-F57A-0B4C807FD4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6A230F6-20A4-7FBA-9444-1AF94C684648}"/>
              </a:ext>
            </a:extLst>
          </p:cNvPr>
          <p:cNvSpPr>
            <a:spLocks noGrp="1"/>
          </p:cNvSpPr>
          <p:nvPr>
            <p:ph type="dt" sz="half" idx="10"/>
          </p:nvPr>
        </p:nvSpPr>
        <p:spPr/>
        <p:txBody>
          <a:bodyPr/>
          <a:lstStyle/>
          <a:p>
            <a:fld id="{C0616DEF-FE22-476F-B9DE-893C0B834F50}" type="datetimeFigureOut">
              <a:rPr lang="es-MX" smtClean="0"/>
              <a:t>26/05/2026</a:t>
            </a:fld>
            <a:endParaRPr lang="es-MX"/>
          </a:p>
        </p:txBody>
      </p:sp>
      <p:sp>
        <p:nvSpPr>
          <p:cNvPr id="5" name="Marcador de pie de página 4">
            <a:extLst>
              <a:ext uri="{FF2B5EF4-FFF2-40B4-BE49-F238E27FC236}">
                <a16:creationId xmlns:a16="http://schemas.microsoft.com/office/drawing/2014/main" id="{CF421212-86B1-4146-6ABE-645A2032554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48D27DA-01EA-578B-8DFE-E18E28EEEF76}"/>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2853887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BC66379-1153-ACEE-CC29-A912B2C957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5C26D6A-983A-1FCA-677E-A6976DEFFB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7AF8BD8-9938-1977-8CD6-6D828A8185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616DEF-FE22-476F-B9DE-893C0B834F50}" type="datetimeFigureOut">
              <a:rPr lang="es-MX" smtClean="0"/>
              <a:t>26/05/2026</a:t>
            </a:fld>
            <a:endParaRPr lang="es-MX"/>
          </a:p>
        </p:txBody>
      </p:sp>
      <p:sp>
        <p:nvSpPr>
          <p:cNvPr id="5" name="Marcador de pie de página 4">
            <a:extLst>
              <a:ext uri="{FF2B5EF4-FFF2-40B4-BE49-F238E27FC236}">
                <a16:creationId xmlns:a16="http://schemas.microsoft.com/office/drawing/2014/main" id="{19FF62A4-FB5C-0E65-9791-2A711B1663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7729DCEB-A5FF-4CA9-166F-A2DAC71B5B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AAE3C8-7CBE-48F5-940E-528851FE4B9C}" type="slidenum">
              <a:rPr lang="es-MX" smtClean="0"/>
              <a:t>‹Nº›</a:t>
            </a:fld>
            <a:endParaRPr lang="es-MX"/>
          </a:p>
        </p:txBody>
      </p:sp>
    </p:spTree>
    <p:extLst>
      <p:ext uri="{BB962C8B-B14F-4D97-AF65-F5344CB8AC3E}">
        <p14:creationId xmlns:p14="http://schemas.microsoft.com/office/powerpoint/2010/main" val="522602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docker.com/get-started/docker-concepts/the-basics/what-is-a-registry/"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8B507B-8437-A7D9-87D1-EF33E2988509}"/>
              </a:ext>
            </a:extLst>
          </p:cNvPr>
          <p:cNvPicPr>
            <a:picLocks noChangeAspect="1"/>
          </p:cNvPicPr>
          <p:nvPr/>
        </p:nvPicPr>
        <p:blipFill>
          <a:blip r:embed="rId2"/>
          <a:srcRect t="36080" r="9091"/>
          <a:stretch>
            <a:fillRect/>
          </a:stretch>
        </p:blipFill>
        <p:spPr>
          <a:xfrm>
            <a:off x="1" y="10"/>
            <a:ext cx="12192000" cy="6857990"/>
          </a:xfrm>
          <a:prstGeom prst="rect">
            <a:avLst/>
          </a:prstGeom>
        </p:spPr>
      </p:pic>
      <p:sp>
        <p:nvSpPr>
          <p:cNvPr id="2" name="Título 1">
            <a:extLst>
              <a:ext uri="{FF2B5EF4-FFF2-40B4-BE49-F238E27FC236}">
                <a16:creationId xmlns:a16="http://schemas.microsoft.com/office/drawing/2014/main" id="{94E6DA5A-F94F-67BA-8A5D-102D70289BC4}"/>
              </a:ext>
            </a:extLst>
          </p:cNvPr>
          <p:cNvSpPr>
            <a:spLocks noGrp="1"/>
          </p:cNvSpPr>
          <p:nvPr>
            <p:ph type="ctrTitle"/>
          </p:nvPr>
        </p:nvSpPr>
        <p:spPr>
          <a:xfrm>
            <a:off x="898737" y="1562101"/>
            <a:ext cx="4359744" cy="2738530"/>
          </a:xfrm>
        </p:spPr>
        <p:txBody>
          <a:bodyPr anchor="t">
            <a:normAutofit/>
          </a:bodyPr>
          <a:lstStyle/>
          <a:p>
            <a:r>
              <a:rPr lang="es-419"/>
              <a:t>COMPUTO EN LA NUBE</a:t>
            </a:r>
            <a:endParaRPr lang="es-419" dirty="0"/>
          </a:p>
        </p:txBody>
      </p:sp>
      <p:sp>
        <p:nvSpPr>
          <p:cNvPr id="3" name="Subtítulo 2">
            <a:extLst>
              <a:ext uri="{FF2B5EF4-FFF2-40B4-BE49-F238E27FC236}">
                <a16:creationId xmlns:a16="http://schemas.microsoft.com/office/drawing/2014/main" id="{A5FB2F6E-3F45-8858-4F77-833DFC66D729}"/>
              </a:ext>
            </a:extLst>
          </p:cNvPr>
          <p:cNvSpPr>
            <a:spLocks noGrp="1"/>
          </p:cNvSpPr>
          <p:nvPr>
            <p:ph type="subTitle" idx="1"/>
          </p:nvPr>
        </p:nvSpPr>
        <p:spPr>
          <a:xfrm>
            <a:off x="900273" y="4300631"/>
            <a:ext cx="4358208" cy="933760"/>
          </a:xfrm>
        </p:spPr>
        <p:txBody>
          <a:bodyPr>
            <a:normAutofit/>
          </a:bodyPr>
          <a:lstStyle/>
          <a:p>
            <a:pPr>
              <a:lnSpc>
                <a:spcPct val="120000"/>
              </a:lnSpc>
            </a:pPr>
            <a:r>
              <a:rPr lang="es-419" sz="1500"/>
              <a:t>INGENIERIA DE CIBERSEGURIDAD E INFRAESTRUCTURA DE COMPUTO</a:t>
            </a:r>
          </a:p>
        </p:txBody>
      </p:sp>
    </p:spTree>
    <p:extLst>
      <p:ext uri="{BB962C8B-B14F-4D97-AF65-F5344CB8AC3E}">
        <p14:creationId xmlns:p14="http://schemas.microsoft.com/office/powerpoint/2010/main" val="262674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4" name="Rectangle 2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AC9C76A-E0B9-D078-6C3B-56D8BECFF933}"/>
              </a:ext>
            </a:extLst>
          </p:cNvPr>
          <p:cNvSpPr>
            <a:spLocks noGrp="1"/>
          </p:cNvSpPr>
          <p:nvPr>
            <p:ph type="title"/>
          </p:nvPr>
        </p:nvSpPr>
        <p:spPr>
          <a:xfrm>
            <a:off x="761803" y="350196"/>
            <a:ext cx="4646904" cy="1624520"/>
          </a:xfrm>
        </p:spPr>
        <p:txBody>
          <a:bodyPr anchor="ctr">
            <a:normAutofit/>
          </a:bodyPr>
          <a:lstStyle/>
          <a:p>
            <a:r>
              <a:rPr lang="es-MX" sz="4000" dirty="0"/>
              <a:t>Contenedores</a:t>
            </a:r>
            <a:endParaRPr lang="es-419" sz="4000" dirty="0"/>
          </a:p>
        </p:txBody>
      </p:sp>
      <p:sp>
        <p:nvSpPr>
          <p:cNvPr id="3" name="Marcador de contenido 2">
            <a:extLst>
              <a:ext uri="{FF2B5EF4-FFF2-40B4-BE49-F238E27FC236}">
                <a16:creationId xmlns:a16="http://schemas.microsoft.com/office/drawing/2014/main" id="{2A45643B-8C48-789B-8D04-A25810081D76}"/>
              </a:ext>
            </a:extLst>
          </p:cNvPr>
          <p:cNvSpPr>
            <a:spLocks noGrp="1"/>
          </p:cNvSpPr>
          <p:nvPr>
            <p:ph idx="1"/>
          </p:nvPr>
        </p:nvSpPr>
        <p:spPr>
          <a:xfrm>
            <a:off x="761802" y="2743200"/>
            <a:ext cx="4646905" cy="3613149"/>
          </a:xfrm>
        </p:spPr>
        <p:txBody>
          <a:bodyPr anchor="ctr">
            <a:normAutofit/>
          </a:bodyPr>
          <a:lstStyle/>
          <a:p>
            <a:r>
              <a:rPr lang="es-ES" sz="1900"/>
              <a:t>Comparación con máquinas virtuales  </a:t>
            </a:r>
          </a:p>
          <a:p>
            <a:r>
              <a:rPr lang="es-ES" sz="1900"/>
              <a:t>Conceptos básicos</a:t>
            </a:r>
          </a:p>
          <a:p>
            <a:r>
              <a:rPr lang="es-ES" sz="1900"/>
              <a:t>Despliegue de contenedores </a:t>
            </a:r>
          </a:p>
          <a:p>
            <a:r>
              <a:rPr lang="es-ES" sz="1900"/>
              <a:t>Gestión de contenedores </a:t>
            </a:r>
          </a:p>
          <a:p>
            <a:r>
              <a:rPr lang="es-ES" sz="1900"/>
              <a:t>Administración de registros de imágenes</a:t>
            </a:r>
          </a:p>
          <a:p>
            <a:r>
              <a:rPr lang="es-ES" sz="1900"/>
              <a:t>Creación de imágenes </a:t>
            </a:r>
          </a:p>
          <a:p>
            <a:r>
              <a:rPr lang="es-ES" sz="1900"/>
              <a:t>Manejo de permisos</a:t>
            </a:r>
          </a:p>
          <a:p>
            <a:r>
              <a:rPr lang="es-ES" sz="1900"/>
              <a:t>Orquestación local de contenedores </a:t>
            </a:r>
          </a:p>
          <a:p>
            <a:r>
              <a:rPr lang="es-ES" sz="1900"/>
              <a:t>Calendarizadores de contenedores</a:t>
            </a:r>
          </a:p>
        </p:txBody>
      </p:sp>
      <p:pic>
        <p:nvPicPr>
          <p:cNvPr id="35" name="Picture 21" descr="Contenedores apilados y un semirremolque en un puerto marítimo">
            <a:extLst>
              <a:ext uri="{FF2B5EF4-FFF2-40B4-BE49-F238E27FC236}">
                <a16:creationId xmlns:a16="http://schemas.microsoft.com/office/drawing/2014/main" id="{E5ECAAD3-6068-04AB-7507-8782043DF63E}"/>
              </a:ext>
            </a:extLst>
          </p:cNvPr>
          <p:cNvPicPr>
            <a:picLocks noChangeAspect="1"/>
          </p:cNvPicPr>
          <p:nvPr/>
        </p:nvPicPr>
        <p:blipFill>
          <a:blip r:embed="rId2"/>
          <a:srcRect l="26179" r="7080"/>
          <a:stretch>
            <a:fillRect/>
          </a:stretch>
        </p:blipFill>
        <p:spPr>
          <a:xfrm>
            <a:off x="6096000" y="1"/>
            <a:ext cx="6102825" cy="6858000"/>
          </a:xfrm>
          <a:prstGeom prst="rect">
            <a:avLst/>
          </a:prstGeom>
        </p:spPr>
      </p:pic>
    </p:spTree>
    <p:extLst>
      <p:ext uri="{BB962C8B-B14F-4D97-AF65-F5344CB8AC3E}">
        <p14:creationId xmlns:p14="http://schemas.microsoft.com/office/powerpoint/2010/main" val="1909453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38201" y="365125"/>
            <a:ext cx="5251316" cy="1807305"/>
          </a:xfrm>
        </p:spPr>
        <p:txBody>
          <a:bodyPr>
            <a:normAutofit/>
          </a:bodyPr>
          <a:lstStyle/>
          <a:p>
            <a:r>
              <a:rPr lang="es-MX"/>
              <a:t>¿Qué es?</a:t>
            </a:r>
          </a:p>
        </p:txBody>
      </p:sp>
      <p:sp>
        <p:nvSpPr>
          <p:cNvPr id="3" name="Marcador de contenido 2"/>
          <p:cNvSpPr>
            <a:spLocks noGrp="1"/>
          </p:cNvSpPr>
          <p:nvPr>
            <p:ph idx="1"/>
          </p:nvPr>
        </p:nvSpPr>
        <p:spPr>
          <a:xfrm>
            <a:off x="838200" y="2333297"/>
            <a:ext cx="4619621" cy="3843666"/>
          </a:xfrm>
        </p:spPr>
        <p:txBody>
          <a:bodyPr>
            <a:normAutofit/>
          </a:bodyPr>
          <a:lstStyle/>
          <a:p>
            <a:r>
              <a:rPr lang="es-MX" sz="2000" noProof="0" dirty="0"/>
              <a:t>NIST: Método para empaquetar y ejecutar de forma </a:t>
            </a:r>
            <a:r>
              <a:rPr lang="es-MX" sz="2000" dirty="0"/>
              <a:t>s</a:t>
            </a:r>
            <a:r>
              <a:rPr lang="es-MX" sz="2000" noProof="0" dirty="0" err="1"/>
              <a:t>egura</a:t>
            </a:r>
            <a:r>
              <a:rPr lang="es-MX" sz="2000" noProof="0" dirty="0"/>
              <a:t> una aplicación dentro de un entorno para la virtualización de aplicaciones.</a:t>
            </a:r>
          </a:p>
          <a:p>
            <a:r>
              <a:rPr lang="es-MX" sz="2000" dirty="0"/>
              <a:t>Incluye la aplicación y sus dependencias, librerías y binarios</a:t>
            </a:r>
            <a:endParaRPr lang="es-MX" sz="2000" noProof="0" dirty="0"/>
          </a:p>
        </p:txBody>
      </p:sp>
      <p:pic>
        <p:nvPicPr>
          <p:cNvPr id="21" name="Picture 20" descr="Vista superior de cubos conectados con líneas negras">
            <a:extLst>
              <a:ext uri="{FF2B5EF4-FFF2-40B4-BE49-F238E27FC236}">
                <a16:creationId xmlns:a16="http://schemas.microsoft.com/office/drawing/2014/main" id="{131683E6-94C3-7948-3213-DBB68D21A235}"/>
              </a:ext>
            </a:extLst>
          </p:cNvPr>
          <p:cNvPicPr>
            <a:picLocks noChangeAspect="1"/>
          </p:cNvPicPr>
          <p:nvPr/>
        </p:nvPicPr>
        <p:blipFill>
          <a:blip r:embed="rId4"/>
          <a:srcRect l="22589" r="1220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ustDataLst>
      <p:tags r:id="rId1"/>
    </p:custDataLst>
    <p:extLst>
      <p:ext uri="{BB962C8B-B14F-4D97-AF65-F5344CB8AC3E}">
        <p14:creationId xmlns:p14="http://schemas.microsoft.com/office/powerpoint/2010/main" val="20267696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03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3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3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99714" y="5490971"/>
            <a:ext cx="6962072" cy="1159200"/>
          </a:xfrm>
        </p:spPr>
        <p:txBody>
          <a:bodyPr vert="horz" lIns="91440" tIns="45720" rIns="91440" bIns="45720" rtlCol="0" anchor="ctr">
            <a:normAutofit/>
          </a:bodyPr>
          <a:lstStyle/>
          <a:p>
            <a:r>
              <a:rPr lang="en-US" sz="4000" kern="1200" dirty="0" err="1">
                <a:solidFill>
                  <a:srgbClr val="FFFFFF"/>
                </a:solidFill>
                <a:latin typeface="+mj-lt"/>
                <a:ea typeface="+mj-ea"/>
                <a:cs typeface="+mj-cs"/>
              </a:rPr>
              <a:t>Arquitectura</a:t>
            </a:r>
            <a:r>
              <a:rPr lang="en-US" sz="4000" kern="1200" dirty="0">
                <a:solidFill>
                  <a:srgbClr val="FFFFFF"/>
                </a:solidFill>
                <a:latin typeface="+mj-lt"/>
                <a:ea typeface="+mj-ea"/>
                <a:cs typeface="+mj-cs"/>
              </a:rPr>
              <a:t> vs VM</a:t>
            </a:r>
          </a:p>
        </p:txBody>
      </p:sp>
      <p:pic>
        <p:nvPicPr>
          <p:cNvPr id="1026" name="Picture 2" descr="Un contenedor que muestra las diferencias entre las máquinas virtuales y los contenedores."/>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8535" y="682228"/>
            <a:ext cx="11327549" cy="3936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288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BC0A46-5641-CDCA-9C16-3E2F5A06CAF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Docker en máquina virtual</a:t>
            </a:r>
          </a:p>
        </p:txBody>
      </p:sp>
      <p:pic>
        <p:nvPicPr>
          <p:cNvPr id="4" name="Imagen 3" descr="Containers and VMs Together | Docker">
            <a:extLst>
              <a:ext uri="{FF2B5EF4-FFF2-40B4-BE49-F238E27FC236}">
                <a16:creationId xmlns:a16="http://schemas.microsoft.com/office/drawing/2014/main" id="{42BC0AF2-ECCD-D1C7-79ED-DD4CE07FF207}"/>
              </a:ext>
            </a:extLst>
          </p:cNvPr>
          <p:cNvPicPr>
            <a:picLocks noChangeAspect="1"/>
          </p:cNvPicPr>
          <p:nvPr/>
        </p:nvPicPr>
        <p:blipFill>
          <a:blip r:embed="rId2"/>
          <a:stretch>
            <a:fillRect/>
          </a:stretch>
        </p:blipFill>
        <p:spPr>
          <a:xfrm>
            <a:off x="827172" y="1966293"/>
            <a:ext cx="10537655" cy="4452160"/>
          </a:xfrm>
          <a:prstGeom prst="rect">
            <a:avLst/>
          </a:prstGeom>
        </p:spPr>
      </p:pic>
    </p:spTree>
    <p:extLst>
      <p:ext uri="{BB962C8B-B14F-4D97-AF65-F5344CB8AC3E}">
        <p14:creationId xmlns:p14="http://schemas.microsoft.com/office/powerpoint/2010/main" val="132828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92DE53-26B5-5AA1-C66C-F6B70A82B7C8}"/>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Puntos clave</a:t>
            </a:r>
          </a:p>
        </p:txBody>
      </p:sp>
      <p:sp>
        <p:nvSpPr>
          <p:cNvPr id="3" name="Marcador de contenido 2">
            <a:extLst>
              <a:ext uri="{FF2B5EF4-FFF2-40B4-BE49-F238E27FC236}">
                <a16:creationId xmlns:a16="http://schemas.microsoft.com/office/drawing/2014/main" id="{4447FE74-97B2-54ED-5AFF-6DE7B14A123A}"/>
              </a:ext>
            </a:extLst>
          </p:cNvPr>
          <p:cNvSpPr>
            <a:spLocks noGrp="1"/>
          </p:cNvSpPr>
          <p:nvPr>
            <p:ph idx="1"/>
          </p:nvPr>
        </p:nvSpPr>
        <p:spPr>
          <a:xfrm>
            <a:off x="4810259" y="649480"/>
            <a:ext cx="6555347" cy="5546047"/>
          </a:xfrm>
        </p:spPr>
        <p:txBody>
          <a:bodyPr anchor="ctr">
            <a:normAutofit/>
          </a:bodyPr>
          <a:lstStyle/>
          <a:p>
            <a:pPr marL="0" indent="0">
              <a:buNone/>
            </a:pPr>
            <a:r>
              <a:rPr lang="es-ES" sz="1300" b="1" dirty="0"/>
              <a:t>1. </a:t>
            </a:r>
            <a:r>
              <a:rPr lang="es-ES" sz="1300" b="1" dirty="0" err="1"/>
              <a:t>Overhead</a:t>
            </a:r>
            <a:r>
              <a:rPr lang="es-ES" sz="1300" b="1" dirty="0"/>
              <a:t> </a:t>
            </a:r>
          </a:p>
          <a:p>
            <a:r>
              <a:rPr lang="es-ES" sz="1300" b="1" dirty="0"/>
              <a:t>Bajo Consumo:</a:t>
            </a:r>
            <a:r>
              <a:rPr lang="es-ES" sz="1300" dirty="0"/>
              <a:t> A diferencia de las máquinas virtuales (VM), los contenedores no necesitan un sistema operativo invitado (</a:t>
            </a:r>
            <a:r>
              <a:rPr lang="es-ES" sz="1300" dirty="0" err="1"/>
              <a:t>guest</a:t>
            </a:r>
            <a:r>
              <a:rPr lang="es-ES" sz="1300" dirty="0"/>
              <a:t> OS).</a:t>
            </a:r>
          </a:p>
          <a:p>
            <a:r>
              <a:rPr lang="es-ES" sz="1300" b="1" dirty="0"/>
              <a:t>Ligereza:</a:t>
            </a:r>
            <a:r>
              <a:rPr lang="es-ES" sz="1300" dirty="0"/>
              <a:t> Comparten el núcleo del sistema operativo host, lo que permite que sean de tamaño pequeño y se inicien en segundos o milisegundos.</a:t>
            </a:r>
          </a:p>
          <a:p>
            <a:r>
              <a:rPr lang="es-ES" sz="1300" b="1" dirty="0"/>
              <a:t>Eficiencia:</a:t>
            </a:r>
            <a:r>
              <a:rPr lang="es-ES" sz="1300" dirty="0"/>
              <a:t> Maximiza los recursos disponibles para la aplicación.</a:t>
            </a:r>
          </a:p>
          <a:p>
            <a:pPr marL="0" indent="0">
              <a:buNone/>
            </a:pPr>
            <a:r>
              <a:rPr lang="es-ES" sz="1300" b="1" dirty="0"/>
              <a:t>2. Densidad de </a:t>
            </a:r>
            <a:r>
              <a:rPr lang="es-ES" sz="1300" b="1" dirty="0" err="1"/>
              <a:t>Workloads</a:t>
            </a:r>
            <a:endParaRPr lang="es-ES" sz="1300" b="1" dirty="0"/>
          </a:p>
          <a:p>
            <a:r>
              <a:rPr lang="es-ES" sz="1300" b="1" dirty="0"/>
              <a:t>Alta Concentración:</a:t>
            </a:r>
            <a:r>
              <a:rPr lang="es-ES" sz="1300" dirty="0"/>
              <a:t> Debido a su bajo </a:t>
            </a:r>
            <a:r>
              <a:rPr lang="es-ES" sz="1300" dirty="0" err="1"/>
              <a:t>overhead</a:t>
            </a:r>
            <a:r>
              <a:rPr lang="es-ES" sz="1300" dirty="0"/>
              <a:t>, se pueden ejecutar muchos más contenedores que máquinas virtuales en el mismo hardware físico.</a:t>
            </a:r>
          </a:p>
          <a:p>
            <a:r>
              <a:rPr lang="es-ES" sz="1300" b="1" dirty="0"/>
              <a:t>Optimización de Hardware:</a:t>
            </a:r>
            <a:r>
              <a:rPr lang="es-ES" sz="1300" dirty="0"/>
              <a:t> Permiten empaquetar aplicaciones densamente, ideal para microservicios y entornos de nube.</a:t>
            </a:r>
          </a:p>
          <a:p>
            <a:pPr marL="0" indent="0">
              <a:buNone/>
            </a:pPr>
            <a:r>
              <a:rPr lang="es-ES" sz="1300" b="1" dirty="0"/>
              <a:t>3. Elasticidad</a:t>
            </a:r>
          </a:p>
          <a:p>
            <a:r>
              <a:rPr lang="es-ES" sz="1300" b="1" dirty="0"/>
              <a:t>Escalado Rápido:</a:t>
            </a:r>
            <a:r>
              <a:rPr lang="es-ES" sz="1300" dirty="0"/>
              <a:t> Los contenedores pueden crearse, escalarse o destruirse rápidamente en respuesta a la demanda.</a:t>
            </a:r>
          </a:p>
          <a:p>
            <a:r>
              <a:rPr lang="es-ES" sz="1300" b="1" dirty="0"/>
              <a:t>Orquestación:</a:t>
            </a:r>
            <a:r>
              <a:rPr lang="es-ES" sz="1300" dirty="0"/>
              <a:t> Plataformas como </a:t>
            </a:r>
            <a:r>
              <a:rPr lang="es-ES" sz="1300" dirty="0" err="1"/>
              <a:t>Kubernetes</a:t>
            </a:r>
            <a:r>
              <a:rPr lang="es-ES" sz="1300" dirty="0"/>
              <a:t> automatizan el escalado de estos.</a:t>
            </a:r>
          </a:p>
          <a:p>
            <a:pPr marL="0" indent="0">
              <a:buNone/>
            </a:pPr>
            <a:r>
              <a:rPr lang="es-ES" sz="1300" b="1" dirty="0"/>
              <a:t>4. Portabilidad</a:t>
            </a:r>
          </a:p>
          <a:p>
            <a:r>
              <a:rPr lang="es-ES" sz="1300" b="1" dirty="0"/>
              <a:t>Consistencia:</a:t>
            </a:r>
            <a:r>
              <a:rPr lang="es-ES" sz="1300" dirty="0"/>
              <a:t> "Empaqueta una vez, ejecuta en cualquier lugar". El contenedor garantiza que la aplicación funcione igual en un portátil, en la nube privada o en nubes públicas.</a:t>
            </a:r>
          </a:p>
          <a:p>
            <a:r>
              <a:rPr lang="es-ES" sz="1300" b="1" dirty="0"/>
              <a:t>Independencia de Nube:</a:t>
            </a:r>
            <a:r>
              <a:rPr lang="es-ES" sz="1300" dirty="0"/>
              <a:t> Facilitan la portabilidad entre nubes híbridas y </a:t>
            </a:r>
            <a:r>
              <a:rPr lang="es-ES" sz="1300" dirty="0" err="1"/>
              <a:t>multinube</a:t>
            </a:r>
            <a:r>
              <a:rPr lang="es-ES" sz="1300" dirty="0"/>
              <a:t>, reduciendo la dependencia de un solo proveedor (</a:t>
            </a:r>
            <a:r>
              <a:rPr lang="es-ES" sz="1300" dirty="0" err="1"/>
              <a:t>vendor</a:t>
            </a:r>
            <a:r>
              <a:rPr lang="es-ES" sz="1300" dirty="0"/>
              <a:t> </a:t>
            </a:r>
            <a:r>
              <a:rPr lang="es-ES" sz="1300" dirty="0" err="1"/>
              <a:t>lock</a:t>
            </a:r>
            <a:r>
              <a:rPr lang="es-ES" sz="1300" dirty="0"/>
              <a:t>-in).</a:t>
            </a:r>
            <a:endParaRPr lang="es-MX" sz="1300" dirty="0"/>
          </a:p>
        </p:txBody>
      </p:sp>
    </p:spTree>
    <p:extLst>
      <p:ext uri="{BB962C8B-B14F-4D97-AF65-F5344CB8AC3E}">
        <p14:creationId xmlns:p14="http://schemas.microsoft.com/office/powerpoint/2010/main" val="1341307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B39A22-F99E-0705-26AB-BD5466C580F6}"/>
              </a:ext>
            </a:extLst>
          </p:cNvPr>
          <p:cNvSpPr>
            <a:spLocks noGrp="1"/>
          </p:cNvSpPr>
          <p:nvPr>
            <p:ph type="title"/>
          </p:nvPr>
        </p:nvSpPr>
        <p:spPr>
          <a:xfrm>
            <a:off x="838200" y="365125"/>
            <a:ext cx="10515600" cy="1325563"/>
          </a:xfrm>
        </p:spPr>
        <p:txBody>
          <a:bodyPr>
            <a:normAutofit/>
          </a:bodyPr>
          <a:lstStyle/>
          <a:p>
            <a:r>
              <a:rPr lang="es-MX" sz="5400"/>
              <a:t>Opciones del mercado</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A5E8F58C-102C-664D-F6D8-FF53FA48D65B}"/>
              </a:ext>
            </a:extLst>
          </p:cNvPr>
          <p:cNvGraphicFramePr>
            <a:graphicFrameLocks noGrp="1"/>
          </p:cNvGraphicFramePr>
          <p:nvPr>
            <p:ph idx="1"/>
            <p:extLst>
              <p:ext uri="{D42A27DB-BD31-4B8C-83A1-F6EECF244321}">
                <p14:modId xmlns:p14="http://schemas.microsoft.com/office/powerpoint/2010/main" val="208656595"/>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uadroTexto 5">
            <a:extLst>
              <a:ext uri="{FF2B5EF4-FFF2-40B4-BE49-F238E27FC236}">
                <a16:creationId xmlns:a16="http://schemas.microsoft.com/office/drawing/2014/main" id="{E1156807-48CA-9AA9-375A-F8A4334823F4}"/>
              </a:ext>
            </a:extLst>
          </p:cNvPr>
          <p:cNvSpPr txBox="1"/>
          <p:nvPr/>
        </p:nvSpPr>
        <p:spPr>
          <a:xfrm>
            <a:off x="-3296" y="6476245"/>
            <a:ext cx="6097772" cy="369332"/>
          </a:xfrm>
          <a:prstGeom prst="rect">
            <a:avLst/>
          </a:prstGeom>
          <a:noFill/>
        </p:spPr>
        <p:txBody>
          <a:bodyPr wrap="square">
            <a:spAutoFit/>
          </a:bodyPr>
          <a:lstStyle/>
          <a:p>
            <a:r>
              <a:rPr lang="es-MX" dirty="0"/>
              <a:t>https://opencontainers.org/</a:t>
            </a:r>
          </a:p>
        </p:txBody>
      </p:sp>
    </p:spTree>
    <p:extLst>
      <p:ext uri="{BB962C8B-B14F-4D97-AF65-F5344CB8AC3E}">
        <p14:creationId xmlns:p14="http://schemas.microsoft.com/office/powerpoint/2010/main" val="2121525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7B85AAC-610C-287D-CA69-6EC2C0BA1FEF}"/>
              </a:ext>
            </a:extLst>
          </p:cNvPr>
          <p:cNvSpPr>
            <a:spLocks noGrp="1"/>
          </p:cNvSpPr>
          <p:nvPr>
            <p:ph type="title"/>
          </p:nvPr>
        </p:nvSpPr>
        <p:spPr>
          <a:xfrm>
            <a:off x="1383564" y="348865"/>
            <a:ext cx="9718111" cy="1576446"/>
          </a:xfrm>
        </p:spPr>
        <p:txBody>
          <a:bodyPr anchor="ctr">
            <a:normAutofit/>
          </a:bodyPr>
          <a:lstStyle/>
          <a:p>
            <a:r>
              <a:rPr lang="es-MX" sz="4000">
                <a:solidFill>
                  <a:srgbClr val="FFFFFF"/>
                </a:solidFill>
              </a:rPr>
              <a:t>Proceso de los contenedores</a:t>
            </a:r>
          </a:p>
        </p:txBody>
      </p:sp>
      <p:graphicFrame>
        <p:nvGraphicFramePr>
          <p:cNvPr id="4" name="Marcador de contenido 3">
            <a:extLst>
              <a:ext uri="{FF2B5EF4-FFF2-40B4-BE49-F238E27FC236}">
                <a16:creationId xmlns:a16="http://schemas.microsoft.com/office/drawing/2014/main" id="{2FCAB2B1-F5DD-E64C-C9FA-8DDC8FC7A100}"/>
              </a:ext>
            </a:extLst>
          </p:cNvPr>
          <p:cNvGraphicFramePr>
            <a:graphicFrameLocks noGrp="1"/>
          </p:cNvGraphicFramePr>
          <p:nvPr>
            <p:ph idx="1"/>
            <p:extLst>
              <p:ext uri="{D42A27DB-BD31-4B8C-83A1-F6EECF244321}">
                <p14:modId xmlns:p14="http://schemas.microsoft.com/office/powerpoint/2010/main" val="287257380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3490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9C0F0AC-2047-D57A-FCE4-777249DA3A4C}"/>
              </a:ext>
            </a:extLst>
          </p:cNvPr>
          <p:cNvSpPr>
            <a:spLocks noGrp="1"/>
          </p:cNvSpPr>
          <p:nvPr>
            <p:ph type="title"/>
          </p:nvPr>
        </p:nvSpPr>
        <p:spPr>
          <a:xfrm>
            <a:off x="838200" y="365125"/>
            <a:ext cx="10515600" cy="1325563"/>
          </a:xfrm>
        </p:spPr>
        <p:txBody>
          <a:bodyPr>
            <a:normAutofit/>
          </a:bodyPr>
          <a:lstStyle/>
          <a:p>
            <a:r>
              <a:rPr lang="es-MX" sz="5400"/>
              <a:t>Comparison Overview</a:t>
            </a:r>
          </a:p>
        </p:txBody>
      </p:sp>
      <p:sp>
        <p:nvSpPr>
          <p:cNvPr id="1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Marcador de contenido 7">
            <a:extLst>
              <a:ext uri="{FF2B5EF4-FFF2-40B4-BE49-F238E27FC236}">
                <a16:creationId xmlns:a16="http://schemas.microsoft.com/office/drawing/2014/main" id="{3C682C7F-636C-167D-7A2E-37246BA7EADD}"/>
              </a:ext>
            </a:extLst>
          </p:cNvPr>
          <p:cNvGraphicFramePr>
            <a:graphicFrameLocks noGrp="1"/>
          </p:cNvGraphicFramePr>
          <p:nvPr>
            <p:ph idx="1"/>
            <p:extLst>
              <p:ext uri="{D42A27DB-BD31-4B8C-83A1-F6EECF244321}">
                <p14:modId xmlns:p14="http://schemas.microsoft.com/office/powerpoint/2010/main" val="1729570908"/>
              </p:ext>
            </p:extLst>
          </p:nvPr>
        </p:nvGraphicFramePr>
        <p:xfrm>
          <a:off x="1037211" y="2228087"/>
          <a:ext cx="10117579" cy="3948877"/>
        </p:xfrm>
        <a:graphic>
          <a:graphicData uri="http://schemas.openxmlformats.org/drawingml/2006/table">
            <a:tbl>
              <a:tblPr firstRow="1" bandRow="1">
                <a:solidFill>
                  <a:schemeClr val="bg1">
                    <a:lumMod val="95000"/>
                  </a:schemeClr>
                </a:solidFill>
                <a:tableStyleId>{5C22544A-7EE6-4342-B048-85BDC9FD1C3A}</a:tableStyleId>
              </a:tblPr>
              <a:tblGrid>
                <a:gridCol w="2310300">
                  <a:extLst>
                    <a:ext uri="{9D8B030D-6E8A-4147-A177-3AD203B41FA5}">
                      <a16:colId xmlns:a16="http://schemas.microsoft.com/office/drawing/2014/main" val="1882523754"/>
                    </a:ext>
                  </a:extLst>
                </a:gridCol>
                <a:gridCol w="1813854">
                  <a:extLst>
                    <a:ext uri="{9D8B030D-6E8A-4147-A177-3AD203B41FA5}">
                      <a16:colId xmlns:a16="http://schemas.microsoft.com/office/drawing/2014/main" val="2242212422"/>
                    </a:ext>
                  </a:extLst>
                </a:gridCol>
                <a:gridCol w="3103094">
                  <a:extLst>
                    <a:ext uri="{9D8B030D-6E8A-4147-A177-3AD203B41FA5}">
                      <a16:colId xmlns:a16="http://schemas.microsoft.com/office/drawing/2014/main" val="4135180726"/>
                    </a:ext>
                  </a:extLst>
                </a:gridCol>
                <a:gridCol w="2890331">
                  <a:extLst>
                    <a:ext uri="{9D8B030D-6E8A-4147-A177-3AD203B41FA5}">
                      <a16:colId xmlns:a16="http://schemas.microsoft.com/office/drawing/2014/main" val="1058605624"/>
                    </a:ext>
                  </a:extLst>
                </a:gridCol>
              </a:tblGrid>
              <a:tr h="695431">
                <a:tc>
                  <a:txBody>
                    <a:bodyPr/>
                    <a:lstStyle/>
                    <a:p>
                      <a:r>
                        <a:rPr lang="es-MX" sz="2600" b="1" cap="none" spc="0" err="1">
                          <a:solidFill>
                            <a:schemeClr val="tx1"/>
                          </a:solidFill>
                        </a:rPr>
                        <a:t>Component</a:t>
                      </a:r>
                      <a:endParaRPr lang="es-MX" sz="2600" b="1" cap="none" spc="0">
                        <a:solidFill>
                          <a:schemeClr val="tx1"/>
                        </a:solidFill>
                      </a:endParaRPr>
                    </a:p>
                  </a:txBody>
                  <a:tcPr marL="102126" marR="145894" marT="29179" marB="218842"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s-MX" sz="2600" b="1" cap="none" spc="0">
                          <a:solidFill>
                            <a:schemeClr val="tx1"/>
                          </a:solidFill>
                        </a:rPr>
                        <a:t>Nature</a:t>
                      </a:r>
                    </a:p>
                  </a:txBody>
                  <a:tcPr marL="102126" marR="145894" marT="29179" marB="218842"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s-MX" sz="2600" b="1" cap="none" spc="0" err="1">
                          <a:solidFill>
                            <a:schemeClr val="tx1"/>
                          </a:solidFill>
                        </a:rPr>
                        <a:t>Primary</a:t>
                      </a:r>
                      <a:r>
                        <a:rPr lang="es-MX" sz="2600" b="1" cap="none" spc="0">
                          <a:solidFill>
                            <a:schemeClr val="tx1"/>
                          </a:solidFill>
                        </a:rPr>
                        <a:t> Role</a:t>
                      </a:r>
                    </a:p>
                  </a:txBody>
                  <a:tcPr marL="102126" marR="145894" marT="29179" marB="218842"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s-MX" sz="2600" b="1" cap="none" spc="0" err="1">
                          <a:solidFill>
                            <a:schemeClr val="tx1"/>
                          </a:solidFill>
                        </a:rPr>
                        <a:t>Mutability</a:t>
                      </a:r>
                      <a:endParaRPr lang="es-MX" sz="2600" b="1" cap="none" spc="0">
                        <a:solidFill>
                          <a:schemeClr val="tx1"/>
                        </a:solidFill>
                      </a:endParaRPr>
                    </a:p>
                  </a:txBody>
                  <a:tcPr marL="102126" marR="145894" marT="29179" marB="218842"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3427853749"/>
                  </a:ext>
                </a:extLst>
              </a:tr>
              <a:tr h="889956">
                <a:tc>
                  <a:txBody>
                    <a:bodyPr/>
                    <a:lstStyle/>
                    <a:p>
                      <a:r>
                        <a:rPr lang="es-MX" sz="1900" cap="none" spc="0" err="1">
                          <a:solidFill>
                            <a:schemeClr val="tx1"/>
                          </a:solidFill>
                        </a:rPr>
                        <a:t>Dockerfile</a:t>
                      </a:r>
                      <a:endParaRPr lang="es-MX" sz="1900" cap="none" spc="0">
                        <a:solidFill>
                          <a:schemeClr val="tx1"/>
                        </a:solidFill>
                      </a:endParaRPr>
                    </a:p>
                  </a:txBody>
                  <a:tcPr marL="102126" marR="145894" marT="29179" marB="218842">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r>
                        <a:rPr lang="en-US" sz="1900" cap="none" spc="0">
                          <a:solidFill>
                            <a:schemeClr val="tx1"/>
                          </a:solidFill>
                        </a:rPr>
                        <a:t>Text File</a:t>
                      </a:r>
                      <a:endParaRPr lang="es-MX" sz="1900" cap="none" spc="0">
                        <a:solidFill>
                          <a:schemeClr val="tx1"/>
                        </a:solidFill>
                      </a:endParaRPr>
                    </a:p>
                  </a:txBody>
                  <a:tcPr marL="102126" marR="145894" marT="29179" marB="218842">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r>
                        <a:rPr lang="en-US" sz="1900" cap="none" spc="0">
                          <a:solidFill>
                            <a:schemeClr val="tx1"/>
                          </a:solidFill>
                        </a:rPr>
                        <a:t>Set of instructions for building an image</a:t>
                      </a:r>
                      <a:endParaRPr lang="es-MX" sz="1900" cap="none" spc="0">
                        <a:solidFill>
                          <a:schemeClr val="tx1"/>
                        </a:solidFill>
                      </a:endParaRPr>
                    </a:p>
                  </a:txBody>
                  <a:tcPr marL="102126" marR="145894" marT="29179" marB="218842">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r>
                        <a:rPr lang="en-US" sz="1900" cap="none" spc="0">
                          <a:solidFill>
                            <a:schemeClr val="tx1"/>
                          </a:solidFill>
                        </a:rPr>
                        <a:t>Editable source code</a:t>
                      </a:r>
                      <a:endParaRPr lang="es-MX" sz="1900" cap="none" spc="0">
                        <a:solidFill>
                          <a:schemeClr val="tx1"/>
                        </a:solidFill>
                      </a:endParaRPr>
                    </a:p>
                  </a:txBody>
                  <a:tcPr marL="102126" marR="145894" marT="29179" marB="218842">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4053331988"/>
                  </a:ext>
                </a:extLst>
              </a:tr>
              <a:tr h="1181745">
                <a:tc>
                  <a:txBody>
                    <a:bodyPr/>
                    <a:lstStyle/>
                    <a:p>
                      <a:r>
                        <a:rPr lang="en-US" sz="1900" cap="none" spc="0">
                          <a:solidFill>
                            <a:schemeClr val="tx1"/>
                          </a:solidFill>
                        </a:rPr>
                        <a:t>Docker Image</a:t>
                      </a:r>
                      <a:endParaRPr lang="es-MX" sz="1900" cap="none" spc="0">
                        <a:solidFill>
                          <a:schemeClr val="tx1"/>
                        </a:solidFill>
                      </a:endParaRPr>
                    </a:p>
                  </a:txBody>
                  <a:tcPr marL="102126" marR="145894" marT="29179" marB="218842">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900" cap="none" spc="0">
                          <a:solidFill>
                            <a:schemeClr val="tx1"/>
                          </a:solidFill>
                        </a:rPr>
                        <a:t>Binary</a:t>
                      </a:r>
                      <a:endParaRPr lang="es-MX" sz="1900" cap="none" spc="0">
                        <a:solidFill>
                          <a:schemeClr val="tx1"/>
                        </a:solidFill>
                      </a:endParaRPr>
                    </a:p>
                  </a:txBody>
                  <a:tcPr marL="102126" marR="145894" marT="29179" marB="218842">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900" cap="none" spc="0">
                          <a:solidFill>
                            <a:schemeClr val="tx1"/>
                          </a:solidFill>
                        </a:rPr>
                        <a:t>Snapshot Portable package containing code and dependencies</a:t>
                      </a:r>
                      <a:endParaRPr lang="es-MX" sz="1900" cap="none" spc="0">
                        <a:solidFill>
                          <a:schemeClr val="tx1"/>
                        </a:solidFill>
                      </a:endParaRPr>
                    </a:p>
                  </a:txBody>
                  <a:tcPr marL="102126" marR="145894" marT="29179" marB="218842">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900" cap="none" spc="0">
                          <a:solidFill>
                            <a:schemeClr val="tx1"/>
                          </a:solidFill>
                        </a:rPr>
                        <a:t>Immutable (Read-only)</a:t>
                      </a:r>
                      <a:endParaRPr lang="es-MX" sz="1900" cap="none" spc="0">
                        <a:solidFill>
                          <a:schemeClr val="tx1"/>
                        </a:solidFill>
                      </a:endParaRPr>
                    </a:p>
                  </a:txBody>
                  <a:tcPr marL="102126" marR="145894" marT="29179" marB="218842">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730755319"/>
                  </a:ext>
                </a:extLst>
              </a:tr>
              <a:tr h="1181745">
                <a:tc>
                  <a:txBody>
                    <a:bodyPr/>
                    <a:lstStyle/>
                    <a:p>
                      <a:r>
                        <a:rPr lang="en-US" sz="1900" cap="none" spc="0">
                          <a:solidFill>
                            <a:schemeClr val="tx1"/>
                          </a:solidFill>
                        </a:rPr>
                        <a:t>Docker Container</a:t>
                      </a:r>
                      <a:endParaRPr lang="es-MX" sz="1900" cap="none" spc="0">
                        <a:solidFill>
                          <a:schemeClr val="tx1"/>
                        </a:solidFill>
                      </a:endParaRPr>
                    </a:p>
                  </a:txBody>
                  <a:tcPr marL="102126" marR="145894" marT="29179" marB="218842">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900" cap="none" spc="0">
                          <a:solidFill>
                            <a:schemeClr val="tx1"/>
                          </a:solidFill>
                        </a:rPr>
                        <a:t>Live Process</a:t>
                      </a:r>
                      <a:endParaRPr lang="es-MX" sz="1900" cap="none" spc="0">
                        <a:solidFill>
                          <a:schemeClr val="tx1"/>
                        </a:solidFill>
                      </a:endParaRPr>
                    </a:p>
                  </a:txBody>
                  <a:tcPr marL="102126" marR="145894" marT="29179" marB="218842">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900" cap="none" spc="0">
                          <a:solidFill>
                            <a:schemeClr val="tx1"/>
                          </a:solidFill>
                        </a:rPr>
                        <a:t>Running instance of an image in an isolated environment </a:t>
                      </a:r>
                      <a:endParaRPr lang="es-MX" sz="1900" cap="none" spc="0">
                        <a:solidFill>
                          <a:schemeClr val="tx1"/>
                        </a:solidFill>
                      </a:endParaRPr>
                    </a:p>
                  </a:txBody>
                  <a:tcPr marL="102126" marR="145894" marT="29179" marB="218842">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900" cap="none" spc="0">
                          <a:solidFill>
                            <a:schemeClr val="tx1"/>
                          </a:solidFill>
                        </a:rPr>
                        <a:t>Mutable (Read-write layer)</a:t>
                      </a:r>
                      <a:endParaRPr lang="es-MX" sz="1900" cap="none" spc="0">
                        <a:solidFill>
                          <a:schemeClr val="tx1"/>
                        </a:solidFill>
                      </a:endParaRPr>
                    </a:p>
                  </a:txBody>
                  <a:tcPr marL="102126" marR="145894" marT="29179" marB="218842">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863171261"/>
                  </a:ext>
                </a:extLst>
              </a:tr>
            </a:tbl>
          </a:graphicData>
        </a:graphic>
      </p:graphicFrame>
    </p:spTree>
    <p:extLst>
      <p:ext uri="{BB962C8B-B14F-4D97-AF65-F5344CB8AC3E}">
        <p14:creationId xmlns:p14="http://schemas.microsoft.com/office/powerpoint/2010/main" val="1606798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13A55A5-84E2-CC81-0EDF-7937A6FB3511}"/>
              </a:ext>
            </a:extLst>
          </p:cNvPr>
          <p:cNvSpPr>
            <a:spLocks noGrp="1"/>
          </p:cNvSpPr>
          <p:nvPr>
            <p:ph type="title"/>
          </p:nvPr>
        </p:nvSpPr>
        <p:spPr>
          <a:xfrm>
            <a:off x="1371597" y="348865"/>
            <a:ext cx="10044023" cy="877729"/>
          </a:xfrm>
        </p:spPr>
        <p:txBody>
          <a:bodyPr anchor="ctr">
            <a:normAutofit/>
          </a:bodyPr>
          <a:lstStyle/>
          <a:p>
            <a:r>
              <a:rPr lang="es-MX" sz="4000">
                <a:solidFill>
                  <a:srgbClr val="FFFFFF"/>
                </a:solidFill>
              </a:rPr>
              <a:t>Registo de contenedores</a:t>
            </a:r>
          </a:p>
        </p:txBody>
      </p:sp>
      <p:graphicFrame>
        <p:nvGraphicFramePr>
          <p:cNvPr id="4" name="Marcador de contenido 3">
            <a:extLst>
              <a:ext uri="{FF2B5EF4-FFF2-40B4-BE49-F238E27FC236}">
                <a16:creationId xmlns:a16="http://schemas.microsoft.com/office/drawing/2014/main" id="{2EF152CF-BD05-C877-2F9B-16CB6D2807AC}"/>
              </a:ext>
            </a:extLst>
          </p:cNvPr>
          <p:cNvGraphicFramePr>
            <a:graphicFrameLocks noGrp="1"/>
          </p:cNvGraphicFramePr>
          <p:nvPr>
            <p:ph idx="1"/>
            <p:extLst>
              <p:ext uri="{D42A27DB-BD31-4B8C-83A1-F6EECF244321}">
                <p14:modId xmlns:p14="http://schemas.microsoft.com/office/powerpoint/2010/main" val="311882320"/>
              </p:ext>
            </p:extLst>
          </p:nvPr>
        </p:nvGraphicFramePr>
        <p:xfrm>
          <a:off x="1329433" y="2112579"/>
          <a:ext cx="9557075" cy="4192807"/>
        </p:xfrm>
        <a:graphic>
          <a:graphicData uri="http://schemas.openxmlformats.org/drawingml/2006/table">
            <a:tbl>
              <a:tblPr firstRow="1" bandRow="1">
                <a:tableStyleId>{00A15C55-8517-42AA-B614-E9B94910E393}</a:tableStyleId>
              </a:tblPr>
              <a:tblGrid>
                <a:gridCol w="2775465">
                  <a:extLst>
                    <a:ext uri="{9D8B030D-6E8A-4147-A177-3AD203B41FA5}">
                      <a16:colId xmlns:a16="http://schemas.microsoft.com/office/drawing/2014/main" val="2927302309"/>
                    </a:ext>
                  </a:extLst>
                </a:gridCol>
                <a:gridCol w="3390805">
                  <a:extLst>
                    <a:ext uri="{9D8B030D-6E8A-4147-A177-3AD203B41FA5}">
                      <a16:colId xmlns:a16="http://schemas.microsoft.com/office/drawing/2014/main" val="1811205012"/>
                    </a:ext>
                  </a:extLst>
                </a:gridCol>
                <a:gridCol w="3390805">
                  <a:extLst>
                    <a:ext uri="{9D8B030D-6E8A-4147-A177-3AD203B41FA5}">
                      <a16:colId xmlns:a16="http://schemas.microsoft.com/office/drawing/2014/main" val="2373486146"/>
                    </a:ext>
                  </a:extLst>
                </a:gridCol>
              </a:tblGrid>
              <a:tr h="389206">
                <a:tc>
                  <a:txBody>
                    <a:bodyPr/>
                    <a:lstStyle/>
                    <a:p>
                      <a:r>
                        <a:rPr lang="es-MX" sz="1700"/>
                        <a:t>Característica</a:t>
                      </a:r>
                    </a:p>
                  </a:txBody>
                  <a:tcPr marL="88456" marR="88456" marT="44228" marB="44228"/>
                </a:tc>
                <a:tc>
                  <a:txBody>
                    <a:bodyPr/>
                    <a:lstStyle/>
                    <a:p>
                      <a:r>
                        <a:rPr lang="es-MX" sz="1700"/>
                        <a:t>Público</a:t>
                      </a:r>
                    </a:p>
                  </a:txBody>
                  <a:tcPr marL="88456" marR="88456" marT="44228" marB="44228"/>
                </a:tc>
                <a:tc>
                  <a:txBody>
                    <a:bodyPr/>
                    <a:lstStyle/>
                    <a:p>
                      <a:r>
                        <a:rPr lang="es-MX" sz="1700" dirty="0"/>
                        <a:t>Privado</a:t>
                      </a:r>
                    </a:p>
                  </a:txBody>
                  <a:tcPr marL="88456" marR="88456" marT="44228" marB="44228"/>
                </a:tc>
                <a:extLst>
                  <a:ext uri="{0D108BD9-81ED-4DB2-BD59-A6C34878D82A}">
                    <a16:rowId xmlns:a16="http://schemas.microsoft.com/office/drawing/2014/main" val="4031321686"/>
                  </a:ext>
                </a:extLst>
              </a:tr>
              <a:tr h="654573">
                <a:tc>
                  <a:txBody>
                    <a:bodyPr/>
                    <a:lstStyle/>
                    <a:p>
                      <a:r>
                        <a:rPr lang="es-MX" sz="1700"/>
                        <a:t>Accesibilidad</a:t>
                      </a:r>
                    </a:p>
                  </a:txBody>
                  <a:tcPr marL="88456" marR="88456" marT="44228" marB="44228"/>
                </a:tc>
                <a:tc>
                  <a:txBody>
                    <a:bodyPr/>
                    <a:lstStyle/>
                    <a:p>
                      <a:r>
                        <a:rPr lang="es-MX" sz="1700"/>
                        <a:t>Abierto para todo público</a:t>
                      </a:r>
                    </a:p>
                  </a:txBody>
                  <a:tcPr marL="88456" marR="88456" marT="44228" marB="44228"/>
                </a:tc>
                <a:tc>
                  <a:txBody>
                    <a:bodyPr/>
                    <a:lstStyle/>
                    <a:p>
                      <a:r>
                        <a:rPr lang="es-MX" sz="1700"/>
                        <a:t>Restringido a usuarios autorizados</a:t>
                      </a:r>
                    </a:p>
                  </a:txBody>
                  <a:tcPr marL="88456" marR="88456" marT="44228" marB="44228"/>
                </a:tc>
                <a:extLst>
                  <a:ext uri="{0D108BD9-81ED-4DB2-BD59-A6C34878D82A}">
                    <a16:rowId xmlns:a16="http://schemas.microsoft.com/office/drawing/2014/main" val="2894753222"/>
                  </a:ext>
                </a:extLst>
              </a:tr>
              <a:tr h="654573">
                <a:tc>
                  <a:txBody>
                    <a:bodyPr/>
                    <a:lstStyle/>
                    <a:p>
                      <a:r>
                        <a:rPr lang="es-MX" sz="1700"/>
                        <a:t>Seguridad</a:t>
                      </a:r>
                    </a:p>
                  </a:txBody>
                  <a:tcPr marL="88456" marR="88456" marT="44228" marB="44228"/>
                </a:tc>
                <a:tc>
                  <a:txBody>
                    <a:bodyPr/>
                    <a:lstStyle/>
                    <a:p>
                      <a:r>
                        <a:rPr lang="es-MX" sz="1700" b="0" kern="1200">
                          <a:solidFill>
                            <a:schemeClr val="dk1"/>
                          </a:solidFill>
                          <a:effectLst/>
                        </a:rPr>
                        <a:t>Confíe en la verificación de imágenes y la comunidad</a:t>
                      </a:r>
                      <a:endParaRPr lang="es-MX" sz="1700"/>
                    </a:p>
                  </a:txBody>
                  <a:tcPr marL="88456" marR="88456" marT="44228" marB="44228"/>
                </a:tc>
                <a:tc>
                  <a:txBody>
                    <a:bodyPr/>
                    <a:lstStyle/>
                    <a:p>
                      <a:r>
                        <a:rPr lang="es-MX" sz="1700" b="0" kern="1200">
                          <a:solidFill>
                            <a:schemeClr val="dk1"/>
                          </a:solidFill>
                          <a:effectLst/>
                        </a:rPr>
                        <a:t>Seguridad mejorada con acceso basado en roles</a:t>
                      </a:r>
                      <a:endParaRPr lang="es-MX" sz="1700"/>
                    </a:p>
                  </a:txBody>
                  <a:tcPr marL="88456" marR="88456" marT="44228" marB="44228"/>
                </a:tc>
                <a:extLst>
                  <a:ext uri="{0D108BD9-81ED-4DB2-BD59-A6C34878D82A}">
                    <a16:rowId xmlns:a16="http://schemas.microsoft.com/office/drawing/2014/main" val="1508353079"/>
                  </a:ext>
                </a:extLst>
              </a:tr>
              <a:tr h="654573">
                <a:tc>
                  <a:txBody>
                    <a:bodyPr/>
                    <a:lstStyle/>
                    <a:p>
                      <a:r>
                        <a:rPr lang="es-MX" sz="1700"/>
                        <a:t>Costo</a:t>
                      </a:r>
                    </a:p>
                  </a:txBody>
                  <a:tcPr marL="88456" marR="88456" marT="44228" marB="44228"/>
                </a:tc>
                <a:tc>
                  <a:txBody>
                    <a:bodyPr/>
                    <a:lstStyle/>
                    <a:p>
                      <a:r>
                        <a:rPr lang="es-MX" sz="1700" b="0" kern="1200">
                          <a:solidFill>
                            <a:schemeClr val="dk1"/>
                          </a:solidFill>
                          <a:effectLst/>
                        </a:rPr>
                        <a:t>A menudo gratis para imágenes públicas.</a:t>
                      </a:r>
                      <a:endParaRPr lang="es-MX" sz="1700"/>
                    </a:p>
                  </a:txBody>
                  <a:tcPr marL="88456" marR="88456" marT="44228" marB="44228"/>
                </a:tc>
                <a:tc>
                  <a:txBody>
                    <a:bodyPr/>
                    <a:lstStyle/>
                    <a:p>
                      <a:r>
                        <a:rPr lang="es-MX" sz="1700" b="0" kern="1200">
                          <a:solidFill>
                            <a:schemeClr val="dk1"/>
                          </a:solidFill>
                          <a:effectLst/>
                        </a:rPr>
                        <a:t>Normalmente implica costos de alojamiento o suscripción.</a:t>
                      </a:r>
                      <a:endParaRPr lang="es-MX" sz="1700"/>
                    </a:p>
                  </a:txBody>
                  <a:tcPr marL="88456" marR="88456" marT="44228" marB="44228"/>
                </a:tc>
                <a:extLst>
                  <a:ext uri="{0D108BD9-81ED-4DB2-BD59-A6C34878D82A}">
                    <a16:rowId xmlns:a16="http://schemas.microsoft.com/office/drawing/2014/main" val="4109968402"/>
                  </a:ext>
                </a:extLst>
              </a:tr>
              <a:tr h="919941">
                <a:tc>
                  <a:txBody>
                    <a:bodyPr/>
                    <a:lstStyle/>
                    <a:p>
                      <a:r>
                        <a:rPr lang="es-MX" sz="1700"/>
                        <a:t>Casos de uso</a:t>
                      </a:r>
                    </a:p>
                  </a:txBody>
                  <a:tcPr marL="88456" marR="88456" marT="44228" marB="44228"/>
                </a:tc>
                <a:tc>
                  <a:txBody>
                    <a:bodyPr/>
                    <a:lstStyle/>
                    <a:p>
                      <a:r>
                        <a:rPr lang="es-MX" sz="1700" b="0" kern="1200">
                          <a:solidFill>
                            <a:schemeClr val="dk1"/>
                          </a:solidFill>
                          <a:effectLst/>
                        </a:rPr>
                        <a:t>Proyectos de código abierto e intercambio comunitario</a:t>
                      </a:r>
                      <a:endParaRPr lang="es-MX" sz="1700"/>
                    </a:p>
                  </a:txBody>
                  <a:tcPr marL="88456" marR="88456" marT="44228" marB="44228"/>
                </a:tc>
                <a:tc>
                  <a:txBody>
                    <a:bodyPr/>
                    <a:lstStyle/>
                    <a:p>
                      <a:r>
                        <a:rPr lang="pt-BR" sz="1700" b="0" kern="1200">
                          <a:solidFill>
                            <a:schemeClr val="dk1"/>
                          </a:solidFill>
                          <a:effectLst/>
                        </a:rPr>
                        <a:t>Nube autohospedada o administrada (por ejemplo, AWS ECR)</a:t>
                      </a:r>
                      <a:endParaRPr lang="es-MX" sz="1700"/>
                    </a:p>
                  </a:txBody>
                  <a:tcPr marL="88456" marR="88456" marT="44228" marB="44228"/>
                </a:tc>
                <a:extLst>
                  <a:ext uri="{0D108BD9-81ED-4DB2-BD59-A6C34878D82A}">
                    <a16:rowId xmlns:a16="http://schemas.microsoft.com/office/drawing/2014/main" val="3038044690"/>
                  </a:ext>
                </a:extLst>
              </a:tr>
              <a:tr h="919941">
                <a:tc>
                  <a:txBody>
                    <a:bodyPr/>
                    <a:lstStyle/>
                    <a:p>
                      <a:r>
                        <a:rPr lang="es-MX" sz="1700"/>
                        <a:t>Propiedad</a:t>
                      </a:r>
                    </a:p>
                  </a:txBody>
                  <a:tcPr marL="88456" marR="88456" marT="44228" marB="44228"/>
                </a:tc>
                <a:tc>
                  <a:txBody>
                    <a:bodyPr/>
                    <a:lstStyle/>
                    <a:p>
                      <a:r>
                        <a:rPr lang="es-MX" sz="1700" b="0" kern="1200">
                          <a:solidFill>
                            <a:schemeClr val="dk1"/>
                          </a:solidFill>
                          <a:effectLst/>
                        </a:rPr>
                        <a:t>Gestionado por terceros (e.g., </a:t>
                      </a:r>
                      <a:r>
                        <a:rPr lang="es-MX" sz="1700" b="0" kern="1200">
                          <a:solidFill>
                            <a:schemeClr val="dk1"/>
                          </a:solidFill>
                          <a:effectLst/>
                          <a:hlinkClick r:id="rId2"/>
                        </a:rPr>
                        <a:t>Docker Hub</a:t>
                      </a:r>
                      <a:r>
                        <a:rPr lang="es-MX" sz="1700" b="0" kern="1200">
                          <a:solidFill>
                            <a:schemeClr val="dk1"/>
                          </a:solidFill>
                          <a:effectLst/>
                        </a:rPr>
                        <a:t>)</a:t>
                      </a:r>
                      <a:endParaRPr lang="es-MX" sz="1700" b="0" i="0" kern="1200">
                        <a:solidFill>
                          <a:schemeClr val="dk1"/>
                        </a:solidFill>
                        <a:effectLst/>
                        <a:latin typeface="+mn-lt"/>
                        <a:ea typeface="+mn-ea"/>
                        <a:cs typeface="+mn-cs"/>
                      </a:endParaRPr>
                    </a:p>
                  </a:txBody>
                  <a:tcPr marL="88456" marR="88456" marT="44228" marB="44228"/>
                </a:tc>
                <a:tc>
                  <a:txBody>
                    <a:bodyPr/>
                    <a:lstStyle/>
                    <a:p>
                      <a:r>
                        <a:rPr lang="pt-BR" sz="1700" b="0" kern="1200" dirty="0">
                          <a:solidFill>
                            <a:schemeClr val="dk1"/>
                          </a:solidFill>
                          <a:effectLst/>
                        </a:rPr>
                        <a:t>Nube </a:t>
                      </a:r>
                      <a:r>
                        <a:rPr lang="pt-BR" sz="1700" b="0" kern="1200" dirty="0" err="1">
                          <a:solidFill>
                            <a:schemeClr val="dk1"/>
                          </a:solidFill>
                          <a:effectLst/>
                        </a:rPr>
                        <a:t>auto-hospedada</a:t>
                      </a:r>
                      <a:r>
                        <a:rPr lang="pt-BR" sz="1700" b="0" kern="1200" dirty="0">
                          <a:solidFill>
                            <a:schemeClr val="dk1"/>
                          </a:solidFill>
                          <a:effectLst/>
                        </a:rPr>
                        <a:t> o administrada (por </a:t>
                      </a:r>
                      <a:r>
                        <a:rPr lang="pt-BR" sz="1700" b="0" kern="1200" dirty="0" err="1">
                          <a:solidFill>
                            <a:schemeClr val="dk1"/>
                          </a:solidFill>
                          <a:effectLst/>
                        </a:rPr>
                        <a:t>ejemplo</a:t>
                      </a:r>
                      <a:r>
                        <a:rPr lang="pt-BR" sz="1700" b="0" kern="1200" dirty="0">
                          <a:solidFill>
                            <a:schemeClr val="dk1"/>
                          </a:solidFill>
                          <a:effectLst/>
                        </a:rPr>
                        <a:t>, AWS ECR)</a:t>
                      </a:r>
                      <a:endParaRPr lang="es-MX" sz="1700" dirty="0"/>
                    </a:p>
                  </a:txBody>
                  <a:tcPr marL="88456" marR="88456" marT="44228" marB="44228"/>
                </a:tc>
                <a:extLst>
                  <a:ext uri="{0D108BD9-81ED-4DB2-BD59-A6C34878D82A}">
                    <a16:rowId xmlns:a16="http://schemas.microsoft.com/office/drawing/2014/main" val="2393653408"/>
                  </a:ext>
                </a:extLst>
              </a:tr>
            </a:tbl>
          </a:graphicData>
        </a:graphic>
      </p:graphicFrame>
    </p:spTree>
    <p:extLst>
      <p:ext uri="{BB962C8B-B14F-4D97-AF65-F5344CB8AC3E}">
        <p14:creationId xmlns:p14="http://schemas.microsoft.com/office/powerpoint/2010/main" val="3593566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A9AB01-CE2A-3C56-C613-4603DF44A80B}"/>
              </a:ext>
            </a:extLst>
          </p:cNvPr>
          <p:cNvSpPr>
            <a:spLocks noGrp="1"/>
          </p:cNvSpPr>
          <p:nvPr>
            <p:ph type="title"/>
          </p:nvPr>
        </p:nvSpPr>
        <p:spPr>
          <a:xfrm>
            <a:off x="1043631" y="809898"/>
            <a:ext cx="10173010" cy="1554480"/>
          </a:xfrm>
        </p:spPr>
        <p:txBody>
          <a:bodyPr anchor="ctr">
            <a:normAutofit/>
          </a:bodyPr>
          <a:lstStyle/>
          <a:p>
            <a:r>
              <a:rPr lang="es-MX" sz="4800"/>
              <a:t>Comandos básicos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Marcador de contenido 3">
            <a:extLst>
              <a:ext uri="{FF2B5EF4-FFF2-40B4-BE49-F238E27FC236}">
                <a16:creationId xmlns:a16="http://schemas.microsoft.com/office/drawing/2014/main" id="{6AC4398B-FB3A-1713-3F95-E3AC4C5AA9C1}"/>
              </a:ext>
            </a:extLst>
          </p:cNvPr>
          <p:cNvGraphicFramePr>
            <a:graphicFrameLocks noGrp="1"/>
          </p:cNvGraphicFramePr>
          <p:nvPr>
            <p:ph idx="1"/>
            <p:extLst>
              <p:ext uri="{D42A27DB-BD31-4B8C-83A1-F6EECF244321}">
                <p14:modId xmlns:p14="http://schemas.microsoft.com/office/powerpoint/2010/main" val="3375761646"/>
              </p:ext>
            </p:extLst>
          </p:nvPr>
        </p:nvGraphicFramePr>
        <p:xfrm>
          <a:off x="1678287" y="3017519"/>
          <a:ext cx="8831072" cy="3209907"/>
        </p:xfrm>
        <a:graphic>
          <a:graphicData uri="http://schemas.openxmlformats.org/drawingml/2006/table">
            <a:tbl>
              <a:tblPr firstRow="1" bandRow="1">
                <a:tableStyleId>{5C22544A-7EE6-4342-B048-85BDC9FD1C3A}</a:tableStyleId>
              </a:tblPr>
              <a:tblGrid>
                <a:gridCol w="4415536">
                  <a:extLst>
                    <a:ext uri="{9D8B030D-6E8A-4147-A177-3AD203B41FA5}">
                      <a16:colId xmlns:a16="http://schemas.microsoft.com/office/drawing/2014/main" val="2415584820"/>
                    </a:ext>
                  </a:extLst>
                </a:gridCol>
                <a:gridCol w="4415536">
                  <a:extLst>
                    <a:ext uri="{9D8B030D-6E8A-4147-A177-3AD203B41FA5}">
                      <a16:colId xmlns:a16="http://schemas.microsoft.com/office/drawing/2014/main" val="1366967853"/>
                    </a:ext>
                  </a:extLst>
                </a:gridCol>
              </a:tblGrid>
              <a:tr h="383960">
                <a:tc>
                  <a:txBody>
                    <a:bodyPr/>
                    <a:lstStyle/>
                    <a:p>
                      <a:endParaRPr lang="es-MX" sz="1500"/>
                    </a:p>
                  </a:txBody>
                  <a:tcPr marL="76792" marR="76792" marT="38396" marB="38396"/>
                </a:tc>
                <a:tc>
                  <a:txBody>
                    <a:bodyPr/>
                    <a:lstStyle/>
                    <a:p>
                      <a:endParaRPr lang="es-MX" sz="1500"/>
                    </a:p>
                  </a:txBody>
                  <a:tcPr marL="76792" marR="76792" marT="38396" marB="38396"/>
                </a:tc>
                <a:extLst>
                  <a:ext uri="{0D108BD9-81ED-4DB2-BD59-A6C34878D82A}">
                    <a16:rowId xmlns:a16="http://schemas.microsoft.com/office/drawing/2014/main" val="3735333787"/>
                  </a:ext>
                </a:extLst>
              </a:tr>
              <a:tr h="337885">
                <a:tc>
                  <a:txBody>
                    <a:bodyPr/>
                    <a:lstStyle/>
                    <a:p>
                      <a:r>
                        <a:rPr lang="es-MX" sz="1500"/>
                        <a:t>Listar contenedores activos</a:t>
                      </a:r>
                    </a:p>
                  </a:txBody>
                  <a:tcPr marL="76792" marR="76792" marT="38396" marB="38396"/>
                </a:tc>
                <a:tc>
                  <a:txBody>
                    <a:bodyPr/>
                    <a:lstStyle/>
                    <a:p>
                      <a:r>
                        <a:rPr lang="es-MX" sz="1500"/>
                        <a:t>docker ps.</a:t>
                      </a:r>
                    </a:p>
                  </a:txBody>
                  <a:tcPr marL="76792" marR="76792" marT="38396" marB="38396"/>
                </a:tc>
                <a:extLst>
                  <a:ext uri="{0D108BD9-81ED-4DB2-BD59-A6C34878D82A}">
                    <a16:rowId xmlns:a16="http://schemas.microsoft.com/office/drawing/2014/main" val="1453298144"/>
                  </a:ext>
                </a:extLst>
              </a:tr>
              <a:tr h="337885">
                <a:tc>
                  <a:txBody>
                    <a:bodyPr/>
                    <a:lstStyle/>
                    <a:p>
                      <a:r>
                        <a:rPr lang="es-MX" sz="1500"/>
                        <a:t>Listar todos los contenedores (activos e inactivos)</a:t>
                      </a:r>
                    </a:p>
                  </a:txBody>
                  <a:tcPr marL="76792" marR="76792" marT="38396" marB="383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a:t>docker ps -a o docker container ls -a</a:t>
                      </a:r>
                    </a:p>
                  </a:txBody>
                  <a:tcPr marL="76792" marR="76792" marT="38396" marB="38396"/>
                </a:tc>
                <a:extLst>
                  <a:ext uri="{0D108BD9-81ED-4DB2-BD59-A6C34878D82A}">
                    <a16:rowId xmlns:a16="http://schemas.microsoft.com/office/drawing/2014/main" val="3349993500"/>
                  </a:ext>
                </a:extLst>
              </a:tr>
              <a:tr h="337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a:t>Crear y ejecutar un contenedor</a:t>
                      </a:r>
                    </a:p>
                  </a:txBody>
                  <a:tcPr marL="76792" marR="76792" marT="38396" marB="38396"/>
                </a:tc>
                <a:tc>
                  <a:txBody>
                    <a:bodyPr/>
                    <a:lstStyle/>
                    <a:p>
                      <a:r>
                        <a:rPr lang="es-MX" sz="1500"/>
                        <a:t>docker run -it --name nombre_contenedor imagen</a:t>
                      </a:r>
                    </a:p>
                  </a:txBody>
                  <a:tcPr marL="76792" marR="76792" marT="38396" marB="38396"/>
                </a:tc>
                <a:extLst>
                  <a:ext uri="{0D108BD9-81ED-4DB2-BD59-A6C34878D82A}">
                    <a16:rowId xmlns:a16="http://schemas.microsoft.com/office/drawing/2014/main" val="2237552810"/>
                  </a:ext>
                </a:extLst>
              </a:tr>
              <a:tr h="337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a:t>Detener un contenedor</a:t>
                      </a:r>
                    </a:p>
                  </a:txBody>
                  <a:tcPr marL="76792" marR="76792" marT="38396" marB="38396"/>
                </a:tc>
                <a:tc>
                  <a:txBody>
                    <a:bodyPr/>
                    <a:lstStyle/>
                    <a:p>
                      <a:r>
                        <a:rPr lang="es-MX" sz="1500"/>
                        <a:t>docker stop ID_o_nombre</a:t>
                      </a:r>
                    </a:p>
                  </a:txBody>
                  <a:tcPr marL="76792" marR="76792" marT="38396" marB="38396"/>
                </a:tc>
                <a:extLst>
                  <a:ext uri="{0D108BD9-81ED-4DB2-BD59-A6C34878D82A}">
                    <a16:rowId xmlns:a16="http://schemas.microsoft.com/office/drawing/2014/main" val="331172514"/>
                  </a:ext>
                </a:extLst>
              </a:tr>
              <a:tr h="337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a:t>Iniciar un contenedor detenido</a:t>
                      </a:r>
                    </a:p>
                  </a:txBody>
                  <a:tcPr marL="76792" marR="76792" marT="38396" marB="38396"/>
                </a:tc>
                <a:tc>
                  <a:txBody>
                    <a:bodyPr/>
                    <a:lstStyle/>
                    <a:p>
                      <a:r>
                        <a:rPr lang="es-MX" sz="1500" dirty="0" err="1"/>
                        <a:t>docker</a:t>
                      </a:r>
                      <a:r>
                        <a:rPr lang="es-MX" sz="1500" dirty="0"/>
                        <a:t> </a:t>
                      </a:r>
                      <a:r>
                        <a:rPr lang="es-MX" sz="1500" dirty="0" err="1"/>
                        <a:t>start</a:t>
                      </a:r>
                      <a:r>
                        <a:rPr lang="es-MX" sz="1500" dirty="0"/>
                        <a:t> </a:t>
                      </a:r>
                      <a:r>
                        <a:rPr lang="es-MX" sz="1500" dirty="0" err="1"/>
                        <a:t>ID_o_nombre</a:t>
                      </a:r>
                      <a:endParaRPr lang="es-MX" sz="1500" dirty="0"/>
                    </a:p>
                  </a:txBody>
                  <a:tcPr marL="76792" marR="76792" marT="38396" marB="38396"/>
                </a:tc>
                <a:extLst>
                  <a:ext uri="{0D108BD9-81ED-4DB2-BD59-A6C34878D82A}">
                    <a16:rowId xmlns:a16="http://schemas.microsoft.com/office/drawing/2014/main" val="686171497"/>
                  </a:ext>
                </a:extLst>
              </a:tr>
              <a:tr h="568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a:t>Entrar a la terminal de un contenedor en ejecución</a:t>
                      </a:r>
                    </a:p>
                  </a:txBody>
                  <a:tcPr marL="76792" marR="76792" marT="38396" marB="38396"/>
                </a:tc>
                <a:tc>
                  <a:txBody>
                    <a:bodyPr/>
                    <a:lstStyle/>
                    <a:p>
                      <a:r>
                        <a:rPr lang="es-MX" sz="1500"/>
                        <a:t>docker exec -it ID_o_nombre /bin/bash</a:t>
                      </a:r>
                    </a:p>
                  </a:txBody>
                  <a:tcPr marL="76792" marR="76792" marT="38396" marB="38396"/>
                </a:tc>
                <a:extLst>
                  <a:ext uri="{0D108BD9-81ED-4DB2-BD59-A6C34878D82A}">
                    <a16:rowId xmlns:a16="http://schemas.microsoft.com/office/drawing/2014/main" val="1606341754"/>
                  </a:ext>
                </a:extLst>
              </a:tr>
              <a:tr h="568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a:t>Eliminar un contenedor</a:t>
                      </a:r>
                    </a:p>
                    <a:p>
                      <a:endParaRPr lang="es-MX" sz="1500"/>
                    </a:p>
                  </a:txBody>
                  <a:tcPr marL="76792" marR="76792" marT="38396" marB="38396"/>
                </a:tc>
                <a:tc>
                  <a:txBody>
                    <a:bodyPr/>
                    <a:lstStyle/>
                    <a:p>
                      <a:r>
                        <a:rPr lang="es-MX" sz="1500" dirty="0" err="1"/>
                        <a:t>docker</a:t>
                      </a:r>
                      <a:r>
                        <a:rPr lang="es-MX" sz="1500" dirty="0"/>
                        <a:t> </a:t>
                      </a:r>
                      <a:r>
                        <a:rPr lang="es-MX" sz="1500" dirty="0" err="1"/>
                        <a:t>rm</a:t>
                      </a:r>
                      <a:r>
                        <a:rPr lang="es-MX" sz="1500" dirty="0"/>
                        <a:t> </a:t>
                      </a:r>
                      <a:r>
                        <a:rPr lang="es-MX" sz="1500" dirty="0" err="1"/>
                        <a:t>ID_o_nombre</a:t>
                      </a:r>
                      <a:endParaRPr lang="es-MX" sz="1500" dirty="0"/>
                    </a:p>
                  </a:txBody>
                  <a:tcPr marL="76792" marR="76792" marT="38396" marB="38396"/>
                </a:tc>
                <a:extLst>
                  <a:ext uri="{0D108BD9-81ED-4DB2-BD59-A6C34878D82A}">
                    <a16:rowId xmlns:a16="http://schemas.microsoft.com/office/drawing/2014/main" val="1072883110"/>
                  </a:ext>
                </a:extLst>
              </a:tr>
            </a:tbl>
          </a:graphicData>
        </a:graphic>
      </p:graphicFrame>
    </p:spTree>
    <p:extLst>
      <p:ext uri="{BB962C8B-B14F-4D97-AF65-F5344CB8AC3E}">
        <p14:creationId xmlns:p14="http://schemas.microsoft.com/office/powerpoint/2010/main" val="2477583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SLIDEINFO" val="{&quot;Guid&quot;:&quot;ded2d647-a53b-4d55-8f10-801baa0e627d&quot;,&quot;TimeStamp&quot;:&quot;2018-05-21T18:40:48.5243682-05:00&qu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4714</TotalTime>
  <Words>1130</Words>
  <Application>Microsoft Office PowerPoint</Application>
  <PresentationFormat>Panorámica</PresentationFormat>
  <Paragraphs>112</Paragraphs>
  <Slides>11</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Tema de Office</vt:lpstr>
      <vt:lpstr>COMPUTO EN LA NUBE</vt:lpstr>
      <vt:lpstr>Contenedores</vt:lpstr>
      <vt:lpstr>¿Qué es?</vt:lpstr>
      <vt:lpstr>Arquitectura vs VM</vt:lpstr>
      <vt:lpstr>Docker en máquina virtual</vt:lpstr>
      <vt:lpstr>Puntos clave</vt:lpstr>
      <vt:lpstr>Opciones del mercado</vt:lpstr>
      <vt:lpstr>Proceso de los contenedores</vt:lpstr>
      <vt:lpstr>Comparison Overview</vt:lpstr>
      <vt:lpstr>Registo de contenedores</vt:lpstr>
      <vt:lpstr>Comandos básicos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Bonola Virues Hector</dc:creator>
  <cp:lastModifiedBy>Bonola Virues Hector</cp:lastModifiedBy>
  <cp:revision>3</cp:revision>
  <dcterms:created xsi:type="dcterms:W3CDTF">2026-03-07T23:34:33Z</dcterms:created>
  <dcterms:modified xsi:type="dcterms:W3CDTF">2026-05-26T13:20:34Z</dcterms:modified>
</cp:coreProperties>
</file>